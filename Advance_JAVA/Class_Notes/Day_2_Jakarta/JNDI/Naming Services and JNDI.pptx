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15B5-F1A9-9B1C-034C-5A5A744FD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D22DD-20F7-6543-E214-91692A7CD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B71B3-B24D-7809-9621-372C72BB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C9C06-D7BF-85B1-34B7-EA1F16A7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04D9B-E8B6-C684-3C52-359446D0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765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686D3-8F18-9257-D3B2-895DE726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318D6-78B4-B14C-6B38-44D8348E4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8CA80-69D2-7A91-E4E3-F69A8AA92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93779-0A1F-5A1C-5C94-7304B055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59474-B05D-B15B-D7CB-184EA7F6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66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6201C-B90E-C424-1687-D4F9BC047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E59DD-45B2-3B24-F613-74F768901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90E1C-085F-84A6-92A6-C0E82567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6ACA9-7A9D-53F9-0C13-0C5A50FFD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B0B84-B4B4-D590-C527-CEFD20C03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091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2A4B-8A64-8DF4-7B3F-9660A9F5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898BE-94CA-1F37-F75D-D5B412D95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5EABD-5D20-9E71-E221-780222C4F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89A55-4B23-DF22-B41C-4C98276A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9F937-CC23-3AA2-CE0C-62F6EFD4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486E7-17A4-4079-A4D6-D83D6AF5D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74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689A-F894-5CD8-C0F5-B76FBEDC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D2B66-1884-E8CA-731C-B3EAE5AFD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7921D-A417-92C4-7718-ABF2BE0D4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4F4AA-CD3D-656E-1F10-C82CA9A4C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0DFB4-3371-A39E-BDC5-E6DA76748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68565-A06E-0D50-F60C-F0255FD6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7DCFBA-CDDF-3935-43DC-25009FEF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7BAE59-093C-9B3E-D086-2660BB28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94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733B-73CC-EA33-04F0-0DC68BFE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66AE4F-358F-4FA2-7E89-6ACD68873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DC8CF-44CA-31B2-DD12-6E16C00C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70B1F-984A-2250-2D66-C5D18CB1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49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F638CF-24CA-C1D0-C129-9407DB758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766E1D-BA55-EA13-76C9-AC0BBA26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ABF7B-5670-A877-2D37-622FB5FA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21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52F58-A079-FC10-FFCF-D930DA933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8F584-E6DA-672D-99A9-55F431AF9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585A-6015-A42E-19FA-08901EC74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2A594-564A-5891-5417-1063BF8F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47F60-BF56-BB04-E74E-212F82FC6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004A1-9B2A-BCA6-062F-45F56A7C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83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F992-CDA7-54AF-F1A8-3631B570E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4B42B-B5E9-D84C-8CF9-6EE1F62F7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76391-3AF5-64C4-DDDC-5072B0FD6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2AA53-04FB-B05D-550A-107DFB7BB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ED71A-9E6F-5B84-B685-4AF62EBD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E44B6-FB51-C498-BE6A-B153AC667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4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FEEE-01AD-68D0-A6E5-5711637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E43696-DB60-D508-B73E-AD8958401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B4E97-3409-AF45-C3B1-D793F2FD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C34E1-E65E-5902-472B-B3CAE7F7F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B4252-F25A-36AD-CB05-1340CE1A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78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5A1E1-AEB7-8B20-CEC4-9C1212A85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392EF-140D-FEED-8D9B-83BF20B00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56C15-27A5-6030-74E8-D7E8FE30B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2134-209C-054A-AF6A-7D6FB2056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6C7DF-73B0-455A-0AB2-B69C66A47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66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9916B-CEC1-0094-003C-766C58AA1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3BABC-AE16-1B77-5CD5-F09E84526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EF96D-B8F2-A5DE-C8F7-BA6025549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11F1C-7AD9-41D6-AC2B-C300466366EC}" type="datetimeFigureOut">
              <a:rPr lang="en-IN" smtClean="0"/>
              <a:t>13-08-2022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0F04A-818D-353B-F24B-BD0844C64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C9B64-3109-84C1-1250-A2AC0B961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BBA23-F5D5-4388-BD52-971671D83E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009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02B08-6EF5-A174-4549-245D1F5D2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6613"/>
            <a:ext cx="9144000" cy="1203587"/>
          </a:xfrm>
        </p:spPr>
        <p:txBody>
          <a:bodyPr/>
          <a:lstStyle/>
          <a:p>
            <a:r>
              <a:rPr lang="en-IN"/>
              <a:t>Naming Service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E6591-72FB-AEC8-DB0E-4B91CBDD4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4625"/>
            <a:ext cx="9144000" cy="2763175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A naming service maintains a set of </a:t>
            </a:r>
            <a:r>
              <a:rPr lang="en-IN" sz="3600" i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bindings.</a:t>
            </a:r>
            <a:r>
              <a:rPr lang="en-IN" sz="36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 Bindings relate </a:t>
            </a:r>
            <a:r>
              <a:rPr lang="en-IN" sz="3600" b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names to objects</a:t>
            </a:r>
            <a:r>
              <a:rPr lang="en-IN" sz="36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. Clients use the naming service to </a:t>
            </a:r>
            <a:r>
              <a:rPr lang="en-IN" sz="3600" i="1" u="sng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locate objects by name.</a:t>
            </a:r>
            <a:endParaRPr lang="en-IN" sz="3600" i="1" u="sng"/>
          </a:p>
        </p:txBody>
      </p:sp>
    </p:spTree>
    <p:extLst>
      <p:ext uri="{BB962C8B-B14F-4D97-AF65-F5344CB8AC3E}">
        <p14:creationId xmlns:p14="http://schemas.microsoft.com/office/powerpoint/2010/main" val="1277190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ABAA-2B3D-4758-15DD-76F9608C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			Naming Service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405C09-1D1C-9130-2F3D-AC7A52408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64" y="1790763"/>
            <a:ext cx="6107836" cy="3899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4D4AE5-0384-9B37-F3DC-07E050B5AA51}"/>
              </a:ext>
            </a:extLst>
          </p:cNvPr>
          <p:cNvSpPr txBox="1"/>
          <p:nvPr/>
        </p:nvSpPr>
        <p:spPr>
          <a:xfrm>
            <a:off x="8575828" y="2068497"/>
            <a:ext cx="347116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order to be a naming service, a service must at the very least provide the ability to </a:t>
            </a:r>
            <a:r>
              <a:rPr lang="en-IN" sz="2800" b="1" u="sng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bind names to objects</a:t>
            </a:r>
            <a:r>
              <a:rPr lang="en-IN" sz="28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to </a:t>
            </a:r>
            <a:r>
              <a:rPr lang="en-IN" sz="2800" b="1" u="sng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look up objects by name</a:t>
            </a:r>
            <a:r>
              <a:rPr lang="en-IN" sz="28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1C7AD3C-7A64-6965-0C06-87222900F778}"/>
              </a:ext>
            </a:extLst>
          </p:cNvPr>
          <p:cNvSpPr/>
          <p:nvPr/>
        </p:nvSpPr>
        <p:spPr>
          <a:xfrm rot="5400000">
            <a:off x="7483874" y="3368590"/>
            <a:ext cx="355107" cy="12162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6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E211E-2FBA-8AC1-4147-216A4F2FC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8448"/>
            <a:ext cx="9144000" cy="821847"/>
          </a:xfrm>
        </p:spPr>
        <p:txBody>
          <a:bodyPr>
            <a:normAutofit/>
          </a:bodyPr>
          <a:lstStyle/>
          <a:p>
            <a:r>
              <a:rPr lang="en-IN" sz="4400"/>
              <a:t>Some of the Naming Services available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A3E11-2D49-35EA-A13B-EF9FE2560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740" y="1473693"/>
            <a:ext cx="11443316" cy="4820575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COS (Common Object Services) Naming</a:t>
            </a:r>
          </a:p>
          <a:p>
            <a:r>
              <a:rPr lang="en-US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Common Object Services (COS) Name Server is </a:t>
            </a:r>
            <a:r>
              <a:rPr lang="en-US" b="1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name server for storing Common Object Request Broker Architecture (CORBA) object references</a:t>
            </a:r>
            <a:r>
              <a:rPr lang="en-US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IN" sz="1800" b="1" i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DNS (Domain Name System)</a:t>
            </a:r>
          </a:p>
          <a:p>
            <a:r>
              <a:rPr lang="en-US"/>
              <a:t>Domain Name System (DNS) is a directory service that provides a mapping between the name of a host on the network and its numerical address.</a:t>
            </a:r>
          </a:p>
          <a:p>
            <a:endParaRPr lang="en-IN" sz="1800" b="1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LDAP (Lightweight Directory Access Protocol)</a:t>
            </a:r>
          </a:p>
          <a:p>
            <a:r>
              <a:rPr lang="en-IN" sz="18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Lightweight Directory Access Protocol (LDAP) is a client/server protocol used to access and manage directory information</a:t>
            </a:r>
            <a:r>
              <a:rPr lang="en-IN" sz="1800" b="1">
                <a:solidFill>
                  <a:srgbClr val="000000"/>
                </a:solidFill>
                <a:latin typeface="Helvetica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endParaRPr lang="en-IN" sz="1800" b="1">
              <a:solidFill>
                <a:srgbClr val="000000"/>
              </a:solidFill>
              <a:latin typeface="Helvetica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NIS (Network Information System) and NIS+</a:t>
            </a:r>
          </a:p>
          <a:p>
            <a:r>
              <a:rPr lang="en-IN" sz="18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Developed by Sun Microsystems. Both allow users to access files and applications on any host with a single ID and password.</a:t>
            </a:r>
            <a:endParaRPr lang="en-IN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5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8086-4B77-894E-65DC-40C7F9088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468" y="483171"/>
            <a:ext cx="9144000" cy="1274608"/>
          </a:xfrm>
        </p:spPr>
        <p:txBody>
          <a:bodyPr/>
          <a:lstStyle/>
          <a:p>
            <a:r>
              <a:rPr lang="en-IN"/>
              <a:t>JNDI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FB6EB-596F-306A-C59F-D05D1A3A8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9518"/>
            <a:ext cx="9144000" cy="3118282"/>
          </a:xfrm>
        </p:spPr>
        <p:txBody>
          <a:bodyPr>
            <a:normAutofit fontScale="92500"/>
          </a:bodyPr>
          <a:lstStyle/>
          <a:p>
            <a:r>
              <a:rPr lang="en-IN" sz="32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Java Naming and Directory InterfaceTM (JNDI) is an application programming interface (API) that provides </a:t>
            </a:r>
            <a:r>
              <a:rPr lang="en-IN" sz="3200" b="1" u="sng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way of accessing variety of directories(new, emerging, and already deployed).</a:t>
            </a:r>
            <a:r>
              <a:rPr lang="en-IN" sz="32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i.e. </a:t>
            </a:r>
            <a:r>
              <a:rPr lang="en-IN" sz="3200" i="1" u="sng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 can access any directory service/s using JNDI without worrying about their internal implementation</a:t>
            </a:r>
            <a:r>
              <a:rPr lang="en-IN" sz="32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03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D886-846E-FD86-400F-8057417E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					JNDI</a:t>
            </a:r>
          </a:p>
        </p:txBody>
      </p:sp>
      <p:pic>
        <p:nvPicPr>
          <p:cNvPr id="1028" name="Picture 4" descr="JNDI - sureshdevang">
            <a:extLst>
              <a:ext uri="{FF2B5EF4-FFF2-40B4-BE49-F238E27FC236}">
                <a16:creationId xmlns:a16="http://schemas.microsoft.com/office/drawing/2014/main" id="{275DA689-2D3C-ECDA-A0C2-5674D2094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268" y="2162175"/>
            <a:ext cx="8442663" cy="371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7784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1109-2557-845F-3B10-B28C3BEEF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776" y="483834"/>
            <a:ext cx="9144000" cy="1318996"/>
          </a:xfrm>
        </p:spPr>
        <p:txBody>
          <a:bodyPr/>
          <a:lstStyle/>
          <a:p>
            <a:r>
              <a:rPr lang="en-IN"/>
              <a:t>JNDI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5785BC-D2EC-CAAA-63C1-B38A397A9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9911" y="2183907"/>
            <a:ext cx="10271463" cy="4190259"/>
          </a:xfrm>
        </p:spPr>
        <p:txBody>
          <a:bodyPr>
            <a:normAutofit fontScale="92500" lnSpcReduction="10000"/>
          </a:bodyPr>
          <a:lstStyle/>
          <a:p>
            <a:r>
              <a:rPr lang="en-IN" sz="2800" b="1">
                <a:solidFill>
                  <a:srgbClr val="333333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 and InitialContext</a:t>
            </a:r>
            <a:endParaRPr lang="en-IN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Here </a:t>
            </a:r>
            <a:r>
              <a:rPr lang="en-IN" sz="2800" i="1" u="sng">
                <a:solidFill>
                  <a:srgbClr val="7C180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Context</a:t>
            </a:r>
            <a:r>
              <a:rPr lang="en-IN" sz="28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 is an interface and </a:t>
            </a:r>
            <a:r>
              <a:rPr lang="en-IN" sz="2800" u="sng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InitialContext</a:t>
            </a:r>
            <a:r>
              <a:rPr lang="en-IN" sz="28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</a:rPr>
              <a:t> is its implementation.</a:t>
            </a:r>
          </a:p>
          <a:p>
            <a:r>
              <a:rPr lang="en-IN" sz="2800">
                <a:solidFill>
                  <a:srgbClr val="000000"/>
                </a:solidFill>
                <a:latin typeface="Helvetica" panose="020B0604020202020204" pitchFamily="34" charset="0"/>
              </a:rPr>
              <a:t>Some of the methods are :</a:t>
            </a: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>
                <a:solidFill>
                  <a:srgbClr val="7C180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bind(String stringName, Object object)</a:t>
            </a:r>
            <a:r>
              <a:rPr lang="en-IN" sz="2800" b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8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Binds a name to an object. The name must not be bound to another object. All intermediate contexts must already exist.</a:t>
            </a:r>
            <a:endParaRPr lang="en-IN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>
                <a:solidFill>
                  <a:srgbClr val="7C180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 lookup(String stringName)</a:t>
            </a:r>
            <a:r>
              <a:rPr lang="en-IN" sz="2800" b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80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Returns the specified object.</a:t>
            </a:r>
            <a:endParaRPr lang="en-IN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1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7E9D-FCA3-1742-5C70-5D74F1EBB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		How does JNDI work?</a:t>
            </a:r>
          </a:p>
        </p:txBody>
      </p:sp>
      <p:pic>
        <p:nvPicPr>
          <p:cNvPr id="2050" name="Picture 2" descr="Day 04. Using JNDI for Naming Services and Components | EJB In 21 Days ?">
            <a:extLst>
              <a:ext uri="{FF2B5EF4-FFF2-40B4-BE49-F238E27FC236}">
                <a16:creationId xmlns:a16="http://schemas.microsoft.com/office/drawing/2014/main" id="{7A9B94F9-772B-9C7F-0FBF-3F75E4A34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657" y="1695449"/>
            <a:ext cx="8140824" cy="461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48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285C-5EB2-630A-407E-61026F30C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9400"/>
          </a:xfrm>
        </p:spPr>
        <p:txBody>
          <a:bodyPr/>
          <a:lstStyle/>
          <a:p>
            <a:r>
              <a:rPr lang="en-IN"/>
              <a:t>java:comp:env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BC160-066C-551C-A931-DC1D649CC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601157"/>
            <a:ext cx="9954827" cy="3630967"/>
          </a:xfrm>
        </p:spPr>
        <p:txBody>
          <a:bodyPr>
            <a:normAutofit/>
          </a:bodyPr>
          <a:lstStyle/>
          <a:p>
            <a:r>
              <a:rPr lang="en-US"/>
              <a:t>1) you need to configure datasource implementation with some name e.g.  </a:t>
            </a:r>
            <a:r>
              <a:rPr lang="en-US" b="1"/>
              <a:t>"jdbc/mypool" </a:t>
            </a:r>
            <a:r>
              <a:rPr lang="en-US"/>
              <a:t>on the Web server or Application Server.</a:t>
            </a:r>
          </a:p>
          <a:p>
            <a:r>
              <a:rPr lang="en-US"/>
              <a:t>2) when the application server /container starts, the JNDI service will store a reference to the datasource under </a:t>
            </a:r>
            <a:r>
              <a:rPr lang="en-US" b="1"/>
              <a:t>the java:comp/env/ </a:t>
            </a:r>
            <a:r>
              <a:rPr lang="en-US"/>
              <a:t>namespace</a:t>
            </a:r>
          </a:p>
          <a:p>
            <a:r>
              <a:rPr lang="en-US"/>
              <a:t>3) your applications can simply </a:t>
            </a:r>
            <a:r>
              <a:rPr lang="en-US" b="1"/>
              <a:t>look up </a:t>
            </a:r>
            <a:r>
              <a:rPr lang="en-US"/>
              <a:t>the data source implementation for obtaining a connection to the database, to which the data source implementation is pointing to.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713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5FEF-5D4B-23D9-91EE-DD2C007F7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979" y="152061"/>
            <a:ext cx="10515600" cy="1325563"/>
          </a:xfrm>
        </p:spPr>
        <p:txBody>
          <a:bodyPr/>
          <a:lstStyle/>
          <a:p>
            <a:r>
              <a:rPr lang="en-IN"/>
              <a:t>			java:comp:env</a:t>
            </a:r>
          </a:p>
        </p:txBody>
      </p:sp>
      <p:pic>
        <p:nvPicPr>
          <p:cNvPr id="3074" name="Picture 2" descr="A bean's special place- java:comp/env - Head First EJB [Book]">
            <a:extLst>
              <a:ext uri="{FF2B5EF4-FFF2-40B4-BE49-F238E27FC236}">
                <a16:creationId xmlns:a16="http://schemas.microsoft.com/office/drawing/2014/main" id="{BB49D2F8-9B9F-D18C-2E25-0716F1917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981" y="1544715"/>
            <a:ext cx="9463596" cy="494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8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433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</vt:lpstr>
      <vt:lpstr>Calibri</vt:lpstr>
      <vt:lpstr>Calibri Light</vt:lpstr>
      <vt:lpstr>Courier New</vt:lpstr>
      <vt:lpstr>Helvetica</vt:lpstr>
      <vt:lpstr>Symbol</vt:lpstr>
      <vt:lpstr>Wingdings</vt:lpstr>
      <vt:lpstr>Office Theme</vt:lpstr>
      <vt:lpstr>Naming Service</vt:lpstr>
      <vt:lpstr>   Naming Service</vt:lpstr>
      <vt:lpstr>Some of the Naming Services available</vt:lpstr>
      <vt:lpstr>JNDI</vt:lpstr>
      <vt:lpstr>     JNDI</vt:lpstr>
      <vt:lpstr>JNDI API</vt:lpstr>
      <vt:lpstr>  How does JNDI work?</vt:lpstr>
      <vt:lpstr>java:comp:env</vt:lpstr>
      <vt:lpstr>   java:comp:env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22</cp:revision>
  <dcterms:created xsi:type="dcterms:W3CDTF">2022-08-13T05:33:07Z</dcterms:created>
  <dcterms:modified xsi:type="dcterms:W3CDTF">2022-08-13T06:41:31Z</dcterms:modified>
</cp:coreProperties>
</file>