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E79AA-7DB2-4E22-9DB9-1DFD80A27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125A2-81D8-48D9-A4D4-762E76A11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F41CC-7373-4202-80E9-781D3442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4E508-A7D7-48F7-AA83-967A083B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82D8E-5C7A-400C-87B1-F36EC0BE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41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8276-87E5-41E9-B38C-4C620DA2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85A2B-1D3C-4DF8-BF9A-B8879BBBF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61C5A-01FF-47D6-881A-F530B51D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15029-464E-4C68-A311-1AB713E59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2286F-B770-4CBC-9A20-E0B83E5E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01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D722-374F-4E12-A5AA-B9666F37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2E163-600C-418A-ACBE-B44E13E8B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BAE46-3447-4D09-B3ED-F5401DDF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91CE6-143A-463E-AECE-C349F97A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8D3F5-F204-43F2-B1E4-ACD84E7E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32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2BE08-92E1-4B5D-9E99-A0C0AAC53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B5F4F-3C28-47D1-BED5-8ADA89340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C5FE2-F6BE-4D2A-BBDD-0E36DD31A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181-871A-49B5-AC2D-0DCC9E52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B6C27-6DB1-43C1-A70C-BDBF5A599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FC8D-07E3-4653-8043-3619F6DC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164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55E5-0A61-43AA-BC1C-939A3587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63860-A6E6-45DF-B060-6D50E3AC9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DDF13-3E79-4BED-BDC6-89C59873D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D2395D-B0E7-460D-855C-BB680480BF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203D23-023E-4AC4-A344-8BDCFC3AA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D23E0-3C96-48DB-8181-59697EA8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17CF6A-4942-4728-B7ED-A17A6EB4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130C65-E289-4C45-97DA-C56A5975F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12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FC42-11F8-45C6-9C26-8257048E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5D5B2D-F22C-40CE-BA70-08249671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EDC11-7751-41EF-8597-BEB295D9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11D39-4738-42E3-A87F-53C2E982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38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8C9DD-A4A0-4C5E-8B00-A44F65C4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337FE-119A-4DB9-B6DE-0283F60B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8C703-1142-4EC7-B5B2-C4C2CD21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053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4D7FA-65E3-421A-B992-B629D3569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BB33E-87E7-4865-A99D-DD0A8B56D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9C521-E7D8-436D-8CB1-FDF8CD052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EBEC6-0AE1-45B0-A83D-3875AE77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D5F76-6BDE-4A06-B8B8-F3F0A3A0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EA2E6-F7B7-49D5-83CF-2B883C28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23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B3867-4B2E-495C-BEB2-97D4995B5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6FF83C-FA49-4FFC-BD34-43AA12EC3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E11CF-FF0E-457F-A636-CB699E226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FCB39-DCD5-4067-A6EE-EA86C9C78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727EA-7636-40E0-8F79-9B521BE1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E3A76-C622-4AD4-BD45-02B6AC90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56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1C6D-D331-4574-A295-DABD017E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FD89B-8285-4DA7-93A8-EDA72D91C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B95E3-BA4F-48F1-AE90-05ED1BBA9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F4A06-8165-4D2D-A982-C4A9534A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95065-794D-4A01-9B48-DA734075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678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922A6-8E3F-49F0-B0B3-C4018BCF8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47A00-48AD-4CAC-8F30-08D650339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D60D0-1118-4969-A999-BC8DA18A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A9AD-BE8B-4CE7-90FD-75C1A9B9426F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57BD6-E0A6-4149-8DDB-4E8940E5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1E6E8-8992-45B4-AA42-AD0F304A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56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5DA15A-4ED9-4487-A195-CE9601420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89064-A8EF-4C32-8E87-C422ED558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A1D0C-B70F-4649-9CBC-EFF65B194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1A9AD-BE8B-4CE7-90FD-75C1A9B9426F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F4856-151A-4CA2-ACA3-75BDA4C84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0B48E-BB63-4E2B-97CE-02960B1C8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58F87-BE41-46BA-8F9D-59AE843C54F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FD8442-60F6-4727-BC60-400453F8263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710D0AB-C3B8-479C-8CD1-51DCD8AC6C4B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112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7D36-EF67-4FF0-A55D-62215608E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361" y="365126"/>
            <a:ext cx="10085439" cy="315911"/>
          </a:xfrm>
        </p:spPr>
        <p:txBody>
          <a:bodyPr>
            <a:normAutofit fontScale="90000"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 Eval Print Loop</a:t>
            </a:r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:REPL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84B2F-BC09-42F5-B65B-A49A8628E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989883"/>
            <a:ext cx="10515600" cy="4351338"/>
          </a:xfrm>
        </p:spPr>
        <p:txBody>
          <a:bodyPr/>
          <a:lstStyle/>
          <a:p>
            <a:pPr marL="30480" marR="30480" algn="just">
              <a:lnSpc>
                <a:spcPts val="1800"/>
              </a:lnSpc>
              <a:spcAft>
                <a:spcPts val="120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represents a computer environment like a window console or Unix/Linux shell where a command is entered and system responds with an output in interactive mode. Node.js or Node comes bundled with a REPL environment. It performs the following desired tasks.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Reads user's input, parse the input into JavaScript data-structure and stores in memory.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</a:t>
            </a:r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Takes and evaluates the data structure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Prints the result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Loops the above command until user press </a:t>
            </a:r>
            <a:r>
              <a:rPr lang="en-IN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ctrl-c</a:t>
            </a:r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twice.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0480" marR="30480" algn="just">
              <a:lnSpc>
                <a:spcPts val="1800"/>
              </a:lnSpc>
              <a:spcAft>
                <a:spcPts val="120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 feature of Node is very useful in experimenting with Node.js codes and to debug JavaScript codes.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902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3E43-E71C-45C7-8BE5-803FC04D0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045" y="89823"/>
            <a:ext cx="9672484" cy="315912"/>
          </a:xfrm>
        </p:spPr>
        <p:txBody>
          <a:bodyPr>
            <a:normAutofit fontScale="90000"/>
          </a:bodyPr>
          <a:lstStyle/>
          <a:p>
            <a:r>
              <a:rPr lang="en-IN" sz="1800" spc="-75" dirty="0">
                <a:solidFill>
                  <a:srgbClr val="12121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Starting REPL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FEBB7-5CB6-4A76-8BDC-BE64E40DA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1" y="816077"/>
            <a:ext cx="11137490" cy="5952100"/>
          </a:xfrm>
        </p:spPr>
        <p:txBody>
          <a:bodyPr>
            <a:noAutofit/>
          </a:bodyPr>
          <a:lstStyle/>
          <a:p>
            <a:pPr marL="0" marR="30480" indent="0" algn="just">
              <a:lnSpc>
                <a:spcPts val="1800"/>
              </a:lnSpc>
              <a:spcAft>
                <a:spcPts val="1200"/>
              </a:spcAft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 can be started by simply running node on shell/console without any argument as follows.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5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 node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30480" indent="0" algn="just">
              <a:lnSpc>
                <a:spcPts val="1800"/>
              </a:lnSpc>
              <a:spcAft>
                <a:spcPts val="1200"/>
              </a:spcAft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will see the REPL Command prompt &gt; where you can type any Node.js command: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5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 node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5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30480" indent="0">
              <a:lnSpc>
                <a:spcPts val="18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Expression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30480" indent="0" algn="just">
              <a:lnSpc>
                <a:spcPts val="1800"/>
              </a:lnSpc>
              <a:spcAft>
                <a:spcPts val="1200"/>
              </a:spcAft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Let's try simple mathematics at Node.js REPL command prompt: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5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 node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5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1 + 3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5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4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5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1 + ( 2 * 3 ) - 4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5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3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04295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4880F-60A5-40AE-BDD6-F1C9D3DC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536" y="207810"/>
            <a:ext cx="7784690" cy="315912"/>
          </a:xfrm>
        </p:spPr>
        <p:txBody>
          <a:bodyPr>
            <a:normAutofit fontScale="90000"/>
          </a:bodyPr>
          <a:lstStyle/>
          <a:p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A82D2-0A3F-491C-95E5-073EE8D6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6" y="619432"/>
            <a:ext cx="5230762" cy="5557531"/>
          </a:xfrm>
        </p:spPr>
        <p:txBody>
          <a:bodyPr>
            <a:noAutofit/>
          </a:bodyPr>
          <a:lstStyle/>
          <a:p>
            <a:pPr marL="0" marR="304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4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make use variables to store values and print later like any conventional script. If </a:t>
            </a:r>
            <a:r>
              <a:rPr lang="en-IN" sz="14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keyword is not used then value is stored in the variable and printed. Whereas if var keyword is used then value is stored but not printed. You can print variables </a:t>
            </a:r>
            <a:r>
              <a:rPr lang="en-IN" sz="14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usind</a:t>
            </a:r>
            <a:r>
              <a:rPr lang="en-IN" sz="14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console.log().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 node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x = 10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10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var y = 10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undefined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x + y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20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console.log("Hello World")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Hello World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undefined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36650-C8FF-41FD-96D5-D1FAA7FC9440}"/>
              </a:ext>
            </a:extLst>
          </p:cNvPr>
          <p:cNvSpPr txBox="1"/>
          <p:nvPr/>
        </p:nvSpPr>
        <p:spPr>
          <a:xfrm>
            <a:off x="5771536" y="207810"/>
            <a:ext cx="6135328" cy="6160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3048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Multiline Expression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3048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 REPL supports multiline expression similar to JavaScript. Let's check the following do-while loop in action: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 node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var x = 0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undefined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do {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... x++;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... console.log("x: " + x);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... } while ( x &lt; 5 );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x: 1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x: 2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x: 3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x: 4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x: 5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undefined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 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3048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comes automatically when you press enters after opening bracket. Node automatically checks the continuity of expressions.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483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887B2-30A4-42F9-B2B2-044DD6AD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684" y="168480"/>
            <a:ext cx="5100484" cy="391959"/>
          </a:xfrm>
        </p:spPr>
        <p:txBody>
          <a:bodyPr/>
          <a:lstStyle/>
          <a:p>
            <a:r>
              <a:rPr lang="en-IN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Underscore Variable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68056-3CD5-4876-8DC0-D9CAB5ACB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35" y="757084"/>
            <a:ext cx="4667865" cy="4351338"/>
          </a:xfrm>
        </p:spPr>
        <p:txBody>
          <a:bodyPr>
            <a:noAutofit/>
          </a:bodyPr>
          <a:lstStyle/>
          <a:p>
            <a:pPr marL="30480" marR="30480" algn="just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</a:pPr>
            <a:r>
              <a:rPr lang="en-IN" sz="14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use underscore </a:t>
            </a:r>
            <a:r>
              <a:rPr lang="en-IN" sz="14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IN" sz="14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to get the last result: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 node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var x = 10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undefined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var y = 20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undefined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x + y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30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var sum = _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undefined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 console.log(sum)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30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undefined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60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64F-03C9-483E-90AC-EC4F4A72A973}"/>
              </a:ext>
            </a:extLst>
          </p:cNvPr>
          <p:cNvSpPr txBox="1"/>
          <p:nvPr/>
        </p:nvSpPr>
        <p:spPr>
          <a:xfrm>
            <a:off x="5847737" y="757084"/>
            <a:ext cx="6135328" cy="6925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0480">
              <a:lnSpc>
                <a:spcPct val="115000"/>
              </a:lnSpc>
              <a:spcBef>
                <a:spcPts val="240"/>
              </a:spcBef>
              <a:spcAft>
                <a:spcPts val="240"/>
              </a:spcAft>
            </a:pPr>
            <a:r>
              <a:rPr lang="en-IN" sz="2050" spc="-75" dirty="0">
                <a:solidFill>
                  <a:srgbClr val="12121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 Commands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ctrl + c</a:t>
            </a:r>
            <a:r>
              <a:rPr lang="en-IN" sz="105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terminate the current command.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ctrl + c twice</a:t>
            </a:r>
            <a:r>
              <a:rPr lang="en-IN" sz="105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terminate the Node REPL.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ctrl + d</a:t>
            </a:r>
            <a:r>
              <a:rPr lang="en-IN" sz="105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terminate the Node REPL.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Up/Down Keys</a:t>
            </a:r>
            <a:r>
              <a:rPr lang="en-IN" sz="105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see command history and modify previous commands.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 Keys</a:t>
            </a:r>
            <a:r>
              <a:rPr lang="en-IN" sz="105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list of current commands.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.help</a:t>
            </a:r>
            <a:r>
              <a:rPr lang="en-IN" sz="105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list of all commands.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.break</a:t>
            </a:r>
            <a:r>
              <a:rPr lang="en-IN" sz="105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exit from multiline expression.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.clear</a:t>
            </a:r>
            <a:r>
              <a:rPr lang="en-IN" sz="105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exit from multiline expression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.save </a:t>
            </a:r>
            <a:r>
              <a:rPr lang="en-IN" sz="105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IN" sz="105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save current Node REPL session to a file.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30480" lvl="0" indent="-342900" algn="just">
              <a:lnSpc>
                <a:spcPts val="1800"/>
              </a:lnSpc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.load </a:t>
            </a:r>
            <a:r>
              <a:rPr lang="en-IN" sz="105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IN" sz="105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load file content in current Node REPL session.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30480">
              <a:lnSpc>
                <a:spcPct val="115000"/>
              </a:lnSpc>
              <a:spcBef>
                <a:spcPts val="240"/>
              </a:spcBef>
              <a:spcAft>
                <a:spcPts val="240"/>
              </a:spcAft>
            </a:pPr>
            <a:r>
              <a:rPr lang="en-IN" sz="2050" spc="-75" dirty="0">
                <a:solidFill>
                  <a:srgbClr val="12121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Stopping REPL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0480" marR="30480" algn="just">
              <a:lnSpc>
                <a:spcPts val="1800"/>
              </a:lnSpc>
              <a:spcAft>
                <a:spcPts val="1200"/>
              </a:spcAft>
            </a:pPr>
            <a:r>
              <a:rPr lang="en-IN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mentioned above you will need to use </a:t>
            </a:r>
            <a:r>
              <a:rPr lang="en-IN" sz="12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ctrl + c twice</a:t>
            </a:r>
            <a:r>
              <a:rPr lang="en-IN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command to come out of Node.js REPL.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9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$ node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9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9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(^C again to quit)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900" dirty="0">
                <a:solidFill>
                  <a:srgbClr val="3131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9068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582</Words>
  <Application>Microsoft Office PowerPoint</Application>
  <PresentationFormat>Widescreen</PresentationFormat>
  <Paragraphs>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Consolas</vt:lpstr>
      <vt:lpstr>Symbol</vt:lpstr>
      <vt:lpstr>Verdana</vt:lpstr>
      <vt:lpstr>Office Theme</vt:lpstr>
      <vt:lpstr>PowerPoint Presentation</vt:lpstr>
      <vt:lpstr>Read Eval Print Loop :REPL </vt:lpstr>
      <vt:lpstr>Starting REPL</vt:lpstr>
      <vt:lpstr>Use Variables</vt:lpstr>
      <vt:lpstr>Underscore Variable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10</cp:revision>
  <dcterms:created xsi:type="dcterms:W3CDTF">2020-12-04T06:40:27Z</dcterms:created>
  <dcterms:modified xsi:type="dcterms:W3CDTF">2020-12-24T18:00:46Z</dcterms:modified>
</cp:coreProperties>
</file>