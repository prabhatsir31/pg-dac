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14-12-2022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cloud/atlas" TargetMode="External"/><Relationship Id="rId2" Type="http://schemas.openxmlformats.org/officeDocument/2006/relationships/hyperlink" Target="https://www.mongod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ngodb.com/try/download/communit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nodejs/shownodejs_cmd.asp?filename=demo_mongodb_fin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DFA0-AB96-4EF8-A615-CFD5924E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639097"/>
            <a:ext cx="11058832" cy="553786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download a free MongoDB database at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https://www.mongodb.com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get started right away with a MongoDB cloud service at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3"/>
              </a:rPr>
              <a:t>https://www.mongodb.com/cloud/atlas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Install MongoDB Driver</a:t>
            </a:r>
          </a:p>
          <a:p>
            <a:pPr algn="l"/>
            <a:r>
              <a:rPr lang="en-US" dirty="0">
                <a:hlinkClick r:id="rId4"/>
              </a:rPr>
              <a:t>Download MongoDB Community Server | MongoDB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Let us try to access a MongoDB database with Node.js.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download and install the official MongoDB driver, open the Command Terminal and execute the following: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Download and install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mongodb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package: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	Now you have downloaded and installed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mongodb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database driver.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Node.js can use this module to manipulate MongoDB databases:</a:t>
            </a: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mongo = require(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16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D521-9227-467C-A639-7B19C84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707923"/>
            <a:ext cx="11039168" cy="546904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Creating a Database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create a database in MongoDB, start by creating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MongoClient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object, then specify a connection URL with the correct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ip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address and the name of the database you want to create.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MongoDB will create the database if it does not exist, and make a connection to it.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Create a database called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mydb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":</a:t>
            </a: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://localhost:27017/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MongoClient.connect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"Database created!"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51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B435-C59E-4509-9D93-BCB65585B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550606"/>
            <a:ext cx="11196484" cy="5626357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Save the code above in a file called "demo_create_mongo_db.js" and run the file: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Run "demo_create_mongo_db.js"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C:\Users\</a:t>
            </a:r>
            <a:r>
              <a:rPr lang="en-US" b="0" i="1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Your Name</a:t>
            </a:r>
            <a:r>
              <a:rPr lang="en-US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&gt;node demo_create_mongo_db.js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Which will give you this result:</a:t>
            </a:r>
            <a:r>
              <a:rPr lang="en-IN" b="0" i="0" dirty="0">
                <a:effectLst/>
                <a:latin typeface="Consolas" panose="020B0609020204030204" pitchFamily="49" charset="0"/>
              </a:rPr>
              <a:t>Database created!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Important: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In MongoDB, a database is not created until it gets content!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MongoDB waits until you have created a collection (table), with at least one document (record) before it actually creates the database (and collection).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47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876A-CC27-40C0-B21F-88CA7506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6" y="109487"/>
            <a:ext cx="10154265" cy="490281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createCollection</a:t>
            </a:r>
            <a:r>
              <a:rPr lang="en-IN" dirty="0"/>
              <a:t> to 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02A29-F2BF-4685-ABAA-40641A1A9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796413"/>
            <a:ext cx="6676103" cy="5380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A collection in MongoDB is the same as a table in MySQL</a:t>
            </a:r>
          </a:p>
          <a:p>
            <a:pPr marL="0" indent="0">
              <a:buNone/>
            </a:pPr>
            <a:r>
              <a:rPr lang="en-US" sz="1400" dirty="0"/>
              <a:t>Creating a Collection</a:t>
            </a:r>
          </a:p>
          <a:p>
            <a:pPr marL="0" indent="0">
              <a:buNone/>
            </a:pPr>
            <a:r>
              <a:rPr lang="en-US" sz="1400" dirty="0"/>
              <a:t>To create a collection in MongoDB, use the </a:t>
            </a:r>
            <a:r>
              <a:rPr lang="en-US" sz="1400" dirty="0" err="1"/>
              <a:t>createCollection</a:t>
            </a:r>
            <a:r>
              <a:rPr lang="en-US" sz="1400" dirty="0"/>
              <a:t>() method:</a:t>
            </a:r>
          </a:p>
          <a:p>
            <a:pPr marL="0" indent="0">
              <a:buNone/>
            </a:pPr>
            <a:r>
              <a:rPr lang="en-US" sz="1400" dirty="0"/>
              <a:t>Example</a:t>
            </a:r>
          </a:p>
          <a:p>
            <a:pPr marL="0" indent="0">
              <a:buNone/>
            </a:pPr>
            <a:r>
              <a:rPr lang="en-US" sz="1400" dirty="0"/>
              <a:t>Create a collection called "customers":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var </a:t>
            </a:r>
            <a:r>
              <a:rPr lang="en-US" sz="1400" dirty="0" err="1"/>
              <a:t>MongoClient</a:t>
            </a:r>
            <a:r>
              <a:rPr lang="en-US" sz="1400" dirty="0"/>
              <a:t> = require('</a:t>
            </a:r>
            <a:r>
              <a:rPr lang="en-US" sz="1400" dirty="0" err="1"/>
              <a:t>mongodb</a:t>
            </a:r>
            <a:r>
              <a:rPr lang="en-US" sz="1400" dirty="0"/>
              <a:t>').</a:t>
            </a:r>
            <a:r>
              <a:rPr lang="en-US" sz="1400" dirty="0" err="1"/>
              <a:t>MongoClient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var </a:t>
            </a:r>
            <a:r>
              <a:rPr lang="en-US" sz="1400" dirty="0" err="1"/>
              <a:t>url</a:t>
            </a:r>
            <a:r>
              <a:rPr lang="en-US" sz="1400" dirty="0"/>
              <a:t> = "</a:t>
            </a:r>
            <a:r>
              <a:rPr lang="en-US" sz="1400" dirty="0" err="1"/>
              <a:t>mongodb</a:t>
            </a:r>
            <a:r>
              <a:rPr lang="en-US" sz="1400" dirty="0"/>
              <a:t>://localhost:27017/";</a:t>
            </a:r>
          </a:p>
          <a:p>
            <a:pPr marL="0" indent="0">
              <a:buNone/>
            </a:pPr>
            <a:r>
              <a:rPr lang="en-US" sz="1400" dirty="0" err="1"/>
              <a:t>MongoClient.connect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, function(err, </a:t>
            </a:r>
            <a:r>
              <a:rPr lang="en-US" sz="1400" dirty="0" err="1"/>
              <a:t>db</a:t>
            </a:r>
            <a:r>
              <a:rPr lang="en-US" sz="1400" dirty="0"/>
              <a:t>) {</a:t>
            </a:r>
          </a:p>
          <a:p>
            <a:pPr marL="0" indent="0">
              <a:buNone/>
            </a:pPr>
            <a:r>
              <a:rPr lang="en-US" sz="1400" dirty="0"/>
              <a:t>  if (err) throw err;</a:t>
            </a:r>
          </a:p>
          <a:p>
            <a:pPr marL="0" indent="0">
              <a:buNone/>
            </a:pPr>
            <a:r>
              <a:rPr lang="en-US" sz="1400" dirty="0"/>
              <a:t>  var </a:t>
            </a:r>
            <a:r>
              <a:rPr lang="en-US" sz="1400" dirty="0" err="1"/>
              <a:t>dbo</a:t>
            </a:r>
            <a:r>
              <a:rPr lang="en-US" sz="1400" dirty="0"/>
              <a:t> </a:t>
            </a:r>
            <a:r>
              <a:rPr lang="en-US" sz="1400" dirty="0">
                <a:highlight>
                  <a:srgbClr val="FFFF00"/>
                </a:highlight>
              </a:rPr>
              <a:t>= </a:t>
            </a:r>
            <a:r>
              <a:rPr lang="en-US" sz="1400" dirty="0" err="1">
                <a:highlight>
                  <a:srgbClr val="FFFF00"/>
                </a:highlight>
              </a:rPr>
              <a:t>db.db</a:t>
            </a:r>
            <a:r>
              <a:rPr lang="en-US" sz="1400" dirty="0">
                <a:highlight>
                  <a:srgbClr val="FFFF00"/>
                </a:highlight>
              </a:rPr>
              <a:t>("</a:t>
            </a:r>
            <a:r>
              <a:rPr lang="en-US" sz="1400" dirty="0" err="1">
                <a:highlight>
                  <a:srgbClr val="FFFF00"/>
                </a:highlight>
              </a:rPr>
              <a:t>mydb</a:t>
            </a:r>
            <a:r>
              <a:rPr lang="en-US" sz="1400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err="1"/>
              <a:t>dbo.</a:t>
            </a:r>
            <a:r>
              <a:rPr lang="en-US" sz="1400" dirty="0" err="1">
                <a:solidFill>
                  <a:srgbClr val="FF0000"/>
                </a:solidFill>
              </a:rPr>
              <a:t>createCollection</a:t>
            </a:r>
            <a:r>
              <a:rPr lang="en-US" sz="1400" dirty="0">
                <a:solidFill>
                  <a:srgbClr val="FF0000"/>
                </a:solidFill>
              </a:rPr>
              <a:t>("customers", </a:t>
            </a:r>
            <a:r>
              <a:rPr lang="en-US" sz="1400" dirty="0"/>
              <a:t>function(err, res) {</a:t>
            </a:r>
          </a:p>
          <a:p>
            <a:pPr marL="0" indent="0">
              <a:buNone/>
            </a:pPr>
            <a:r>
              <a:rPr lang="en-US" sz="1400" dirty="0"/>
              <a:t>    if (err) throw err;</a:t>
            </a:r>
          </a:p>
          <a:p>
            <a:pPr marL="0" indent="0">
              <a:buNone/>
            </a:pPr>
            <a:r>
              <a:rPr lang="en-US" sz="1400" dirty="0"/>
              <a:t>    console.log("Collection created!");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db.close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});</a:t>
            </a:r>
          </a:p>
          <a:p>
            <a:pPr marL="0" indent="0">
              <a:buNone/>
            </a:pPr>
            <a:r>
              <a:rPr lang="en-US" sz="1400" dirty="0"/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03A24-608E-4E88-A3AF-35A360426FA2}"/>
              </a:ext>
            </a:extLst>
          </p:cNvPr>
          <p:cNvSpPr txBox="1"/>
          <p:nvPr/>
        </p:nvSpPr>
        <p:spPr>
          <a:xfrm>
            <a:off x="6056672" y="796413"/>
            <a:ext cx="61353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Save the code above in a file called "demo_mongodb_createcollection.js" and run the file: </a:t>
            </a:r>
          </a:p>
          <a:p>
            <a:r>
              <a:rPr lang="en-US" dirty="0"/>
              <a:t>       Run "demo_mongodb_createcollection.js"</a:t>
            </a:r>
          </a:p>
          <a:p>
            <a:r>
              <a:rPr lang="en-US" dirty="0"/>
              <a:t>C:\Users\Your Name&gt;node demo_mongodb_createcollection.js</a:t>
            </a:r>
          </a:p>
          <a:p>
            <a:r>
              <a:rPr lang="en-US" dirty="0"/>
              <a:t>Which will give you this result:</a:t>
            </a:r>
          </a:p>
          <a:p>
            <a:endParaRPr lang="en-US" dirty="0"/>
          </a:p>
          <a:p>
            <a:r>
              <a:rPr lang="en-US" dirty="0"/>
              <a:t>Collection created!</a:t>
            </a:r>
          </a:p>
          <a:p>
            <a:r>
              <a:rPr lang="en-US" b="1" dirty="0"/>
              <a:t>Important: In MongoDB, a collection is not created until it gets content!</a:t>
            </a:r>
          </a:p>
          <a:p>
            <a:endParaRPr lang="en-US" dirty="0"/>
          </a:p>
          <a:p>
            <a:r>
              <a:rPr lang="en-US" dirty="0"/>
              <a:t>MongoDB waits until you have inserted a document before it actually creates the collection.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07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8E62-779F-4348-BFAB-E99F7CCA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87" y="0"/>
            <a:ext cx="10350910" cy="549274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Insert Into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853A-D65D-47F4-8974-6BDB650D7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8" y="639096"/>
            <a:ext cx="7747819" cy="6218904"/>
          </a:xfrm>
        </p:spPr>
        <p:txBody>
          <a:bodyPr>
            <a:noAutofit/>
          </a:bodyPr>
          <a:lstStyle/>
          <a:p>
            <a:r>
              <a:rPr lang="en-US" sz="1400" dirty="0"/>
              <a:t>To insert a record, or document as it is called in MongoDB, into a collection, we use the </a:t>
            </a:r>
            <a:r>
              <a:rPr lang="en-US" sz="1400" dirty="0" err="1"/>
              <a:t>insertOne</a:t>
            </a:r>
            <a:r>
              <a:rPr lang="en-US" sz="1400" dirty="0"/>
              <a:t>() method. </a:t>
            </a:r>
          </a:p>
          <a:p>
            <a:r>
              <a:rPr lang="en-US" sz="1400" dirty="0"/>
              <a:t>A document in MongoDB is the same as a record in MySQL</a:t>
            </a:r>
          </a:p>
          <a:p>
            <a:r>
              <a:rPr lang="en-US" sz="1400" dirty="0"/>
              <a:t>The first parameter of the </a:t>
            </a:r>
            <a:r>
              <a:rPr lang="en-US" sz="1400" dirty="0" err="1"/>
              <a:t>insertOne</a:t>
            </a:r>
            <a:r>
              <a:rPr lang="en-US" sz="1400" dirty="0"/>
              <a:t>() method is an object containing the name(s) and value(s) of each field in the document you want to insert.</a:t>
            </a:r>
          </a:p>
          <a:p>
            <a:r>
              <a:rPr lang="en-US" sz="1400" dirty="0"/>
              <a:t>It also takes a callback function where you can work with any errors, or the result of the insertion:</a:t>
            </a:r>
          </a:p>
          <a:p>
            <a:r>
              <a:rPr lang="en-US" sz="1400" dirty="0"/>
              <a:t>Example</a:t>
            </a:r>
          </a:p>
          <a:p>
            <a:r>
              <a:rPr lang="en-US" sz="1400" dirty="0"/>
              <a:t>Insert a document in the "customers" collection:</a:t>
            </a:r>
          </a:p>
          <a:p>
            <a:pPr marL="0" indent="0">
              <a:buNone/>
            </a:pPr>
            <a:r>
              <a:rPr lang="en-US" sz="1400" dirty="0"/>
              <a:t>var </a:t>
            </a:r>
            <a:r>
              <a:rPr lang="en-US" sz="1400" dirty="0" err="1"/>
              <a:t>MongoClient</a:t>
            </a:r>
            <a:r>
              <a:rPr lang="en-US" sz="1400" dirty="0"/>
              <a:t> = require('</a:t>
            </a:r>
            <a:r>
              <a:rPr lang="en-US" sz="1400" dirty="0" err="1"/>
              <a:t>mongodb</a:t>
            </a:r>
            <a:r>
              <a:rPr lang="en-US" sz="1400" dirty="0"/>
              <a:t>').</a:t>
            </a:r>
            <a:r>
              <a:rPr lang="en-US" sz="1400" dirty="0" err="1"/>
              <a:t>MongoClient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var </a:t>
            </a:r>
            <a:r>
              <a:rPr lang="en-US" sz="1400" dirty="0" err="1"/>
              <a:t>url</a:t>
            </a:r>
            <a:r>
              <a:rPr lang="en-US" sz="1400" dirty="0"/>
              <a:t> = "</a:t>
            </a:r>
            <a:r>
              <a:rPr lang="en-US" sz="1400" dirty="0" err="1"/>
              <a:t>mongodb</a:t>
            </a:r>
            <a:r>
              <a:rPr lang="en-US" sz="1400" dirty="0"/>
              <a:t>://localhost:27017/";</a:t>
            </a:r>
          </a:p>
          <a:p>
            <a:pPr marL="0" indent="0">
              <a:buNone/>
            </a:pPr>
            <a:r>
              <a:rPr lang="en-US" sz="1400" dirty="0" err="1"/>
              <a:t>MongoClient.connect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, function(err, </a:t>
            </a:r>
            <a:r>
              <a:rPr lang="en-US" sz="1400" dirty="0" err="1"/>
              <a:t>db</a:t>
            </a:r>
            <a:r>
              <a:rPr lang="en-US" sz="1400" dirty="0"/>
              <a:t>) {</a:t>
            </a:r>
          </a:p>
          <a:p>
            <a:pPr marL="0" indent="0">
              <a:buNone/>
            </a:pPr>
            <a:r>
              <a:rPr lang="en-US" sz="1400" dirty="0"/>
              <a:t>  if (err) throw err;</a:t>
            </a:r>
          </a:p>
          <a:p>
            <a:pPr marL="0" indent="0">
              <a:buNone/>
            </a:pPr>
            <a:r>
              <a:rPr lang="en-US" sz="1400" dirty="0"/>
              <a:t>  var </a:t>
            </a:r>
            <a:r>
              <a:rPr lang="en-US" sz="1400" dirty="0" err="1"/>
              <a:t>dbo</a:t>
            </a:r>
            <a:r>
              <a:rPr lang="en-US" sz="1400" dirty="0"/>
              <a:t> = </a:t>
            </a:r>
            <a:r>
              <a:rPr lang="en-US" sz="1400" dirty="0" err="1"/>
              <a:t>db.db</a:t>
            </a:r>
            <a:r>
              <a:rPr lang="en-US" sz="1400" dirty="0"/>
              <a:t>("</a:t>
            </a:r>
            <a:r>
              <a:rPr lang="en-US" sz="1400" dirty="0" err="1"/>
              <a:t>mydb</a:t>
            </a:r>
            <a:r>
              <a:rPr lang="en-US" sz="1400" dirty="0"/>
              <a:t>");</a:t>
            </a:r>
          </a:p>
          <a:p>
            <a:pPr marL="0" indent="0">
              <a:buNone/>
            </a:pPr>
            <a:r>
              <a:rPr lang="en-US" sz="1400" dirty="0"/>
              <a:t>  var </a:t>
            </a:r>
            <a:r>
              <a:rPr lang="en-US" sz="1400" dirty="0" err="1"/>
              <a:t>myobj</a:t>
            </a:r>
            <a:r>
              <a:rPr lang="en-US" sz="1400" dirty="0"/>
              <a:t> = </a:t>
            </a:r>
            <a:r>
              <a:rPr lang="en-US" sz="1400" dirty="0">
                <a:highlight>
                  <a:srgbClr val="FFFF00"/>
                </a:highlight>
              </a:rPr>
              <a:t>{ name: "Company Inc", address: "Highway 37" };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err="1"/>
              <a:t>dbo.collection</a:t>
            </a:r>
            <a:r>
              <a:rPr lang="en-US" sz="1400" dirty="0"/>
              <a:t>("customers").</a:t>
            </a:r>
            <a:r>
              <a:rPr lang="en-US" sz="1400" dirty="0" err="1"/>
              <a:t>insertOne</a:t>
            </a:r>
            <a:r>
              <a:rPr lang="en-US" sz="1400" dirty="0"/>
              <a:t>(</a:t>
            </a:r>
            <a:r>
              <a:rPr lang="en-US" sz="1400" dirty="0" err="1"/>
              <a:t>myobj</a:t>
            </a:r>
            <a:r>
              <a:rPr lang="en-US" sz="1400" dirty="0"/>
              <a:t>, function(err, res) {</a:t>
            </a:r>
          </a:p>
          <a:p>
            <a:pPr marL="0" indent="0">
              <a:buNone/>
            </a:pPr>
            <a:r>
              <a:rPr lang="en-US" sz="1400" dirty="0"/>
              <a:t>    if (err) throw err;</a:t>
            </a:r>
          </a:p>
          <a:p>
            <a:pPr marL="0" indent="0">
              <a:buNone/>
            </a:pPr>
            <a:r>
              <a:rPr lang="en-US" sz="1400" dirty="0"/>
              <a:t>    console.log("1 document inserted");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db.close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});</a:t>
            </a:r>
          </a:p>
          <a:p>
            <a:pPr marL="0" indent="0">
              <a:buNone/>
            </a:pPr>
            <a:r>
              <a:rPr lang="en-US" sz="1400" dirty="0"/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E0121-B95A-49F8-B289-8BF490713D26}"/>
              </a:ext>
            </a:extLst>
          </p:cNvPr>
          <p:cNvSpPr txBox="1"/>
          <p:nvPr/>
        </p:nvSpPr>
        <p:spPr>
          <a:xfrm>
            <a:off x="6841678" y="3016045"/>
            <a:ext cx="51438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Save the code above in a file called "demo_mongodb_insert.js" and run the file:</a:t>
            </a:r>
          </a:p>
          <a:p>
            <a:endParaRPr lang="en-US" sz="1200" dirty="0"/>
          </a:p>
          <a:p>
            <a:r>
              <a:rPr lang="en-US" sz="1200" dirty="0"/>
              <a:t>Run "demo_mongodb_insert.js"</a:t>
            </a:r>
          </a:p>
          <a:p>
            <a:endParaRPr lang="en-US" sz="1200" dirty="0"/>
          </a:p>
          <a:p>
            <a:r>
              <a:rPr lang="en-US" sz="1200" dirty="0"/>
              <a:t>C:\Users\Your Name&gt;node demo_mongodb_insert.js</a:t>
            </a:r>
          </a:p>
          <a:p>
            <a:pPr algn="l"/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Which will give you this result:</a:t>
            </a:r>
          </a:p>
          <a:p>
            <a:pPr algn="l"/>
            <a:r>
              <a:rPr lang="en-US" sz="12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document inserted</a:t>
            </a:r>
          </a:p>
          <a:p>
            <a:pPr algn="l"/>
            <a:r>
              <a:rPr lang="en-US" sz="12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Note: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If you try to insert documents in a collection that do not exist, MongoDB will create the collection automatically.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856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BF17-B82C-451B-9ACD-F65E059D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349" y="0"/>
            <a:ext cx="10515600" cy="726256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Insert Multiple Documents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152E35-1ED6-43FC-A179-C823ED83CD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819" y="490484"/>
            <a:ext cx="8357419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insert multiple documents into a collection in MongoDB, we use the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method.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first parameter of the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is an array of objects, containing the data you want to insert.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also takes a callback function where you can work with any errors, or the result of the insertion: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70FA0-D2EE-4E63-B325-E4D58668D978}"/>
              </a:ext>
            </a:extLst>
          </p:cNvPr>
          <p:cNvSpPr txBox="1"/>
          <p:nvPr/>
        </p:nvSpPr>
        <p:spPr>
          <a:xfrm>
            <a:off x="29497" y="2152477"/>
            <a:ext cx="606650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://localhost:27017/"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MongoClient.connect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db.db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'Highway 71'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'Peter'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Lowstreet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4'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'Amy'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'Apple 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652'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'Hannah'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'Mountain 21'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'Michael'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'Valley 345'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'Sandy'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'Ocean 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blvd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2'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'Betty'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'Green Grass 1'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'Richard'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'Sky 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331'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'Susan'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'One way 98'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'Vicky'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'Yellow Garden 2'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'Ben'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'Park Lane 38'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'William'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'Central </a:t>
            </a:r>
            <a:r>
              <a:rPr lang="en-IN" sz="11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954'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'Chuck'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'Main Road 989'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 name: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'Viola'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'Sideway 1633'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dbo.collection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"customers"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res) {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sz="11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console.log(</a:t>
            </a:r>
            <a:r>
              <a:rPr lang="en-IN" sz="11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"Number of documents inserted: "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res.insertedCount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1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</a:t>
            </a: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  <a:b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4C6F8-77EF-4E93-A4C5-E6D54C55C3B9}"/>
              </a:ext>
            </a:extLst>
          </p:cNvPr>
          <p:cNvSpPr txBox="1"/>
          <p:nvPr/>
        </p:nvSpPr>
        <p:spPr>
          <a:xfrm>
            <a:off x="5860026" y="2120201"/>
            <a:ext cx="61353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Save the code above in a file called "demo_mongodb_insert_multiple.js" and run the file:</a:t>
            </a:r>
          </a:p>
          <a:p>
            <a:endParaRPr lang="en-US" dirty="0"/>
          </a:p>
          <a:p>
            <a:r>
              <a:rPr lang="en-US" dirty="0"/>
              <a:t>Run "demo_mongodb_insert_multiple.js"</a:t>
            </a:r>
          </a:p>
          <a:p>
            <a:endParaRPr lang="en-US" dirty="0"/>
          </a:p>
          <a:p>
            <a:r>
              <a:rPr lang="en-US" dirty="0"/>
              <a:t>C:\Users\Your Name&gt;node demo_mongodb_insert_multiple.js</a:t>
            </a:r>
          </a:p>
          <a:p>
            <a:r>
              <a:rPr lang="en-US" dirty="0"/>
              <a:t>Which will give you this result:</a:t>
            </a:r>
          </a:p>
          <a:p>
            <a:endParaRPr lang="en-US" dirty="0"/>
          </a:p>
          <a:p>
            <a:r>
              <a:rPr lang="en-US" dirty="0"/>
              <a:t>Number of documents inserted: 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0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2A57-6309-4988-BAB0-6B460969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03" y="70158"/>
            <a:ext cx="7637207" cy="500113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Result Object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3604D-A840-4068-A0CD-719F326E81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003" y="748507"/>
            <a:ext cx="8092102" cy="600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executing 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method, a result object is returned.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result object contains information about how the insertion affected the database.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object returned from the example above looked like this: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1C0B4-1A9C-436E-9788-7AF288E1839D}"/>
              </a:ext>
            </a:extLst>
          </p:cNvPr>
          <p:cNvSpPr txBox="1"/>
          <p:nvPr/>
        </p:nvSpPr>
        <p:spPr>
          <a:xfrm>
            <a:off x="108003" y="1442052"/>
            <a:ext cx="61353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result: { ok: </a:t>
            </a:r>
            <a:r>
              <a:rPr lang="en-IN" sz="9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n: </a:t>
            </a:r>
            <a:r>
              <a:rPr lang="en-IN" sz="9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ops: [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 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'Highway 71'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58fdbf5c0ef8a50b4cdd9a84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'Peter'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Lowstreet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4'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58fdbf5c0ef8a50b4cdd9a85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'Amy'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'Apple </a:t>
            </a:r>
            <a:r>
              <a:rPr lang="en-IN" sz="9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652'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58fdbf5c0ef8a50b4cdd9a86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'Hannah'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'Mountain 21'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58fdbf5c0ef8a50b4cdd9a87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'Michael'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'Valley 345'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58fdbf5c0ef8a50b4cdd9a88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'Sandy'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'Ocean </a:t>
            </a:r>
            <a:r>
              <a:rPr lang="en-IN" sz="9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blvd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2'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58fdbf5c0ef8a50b4cdd9a89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'Betty'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'Green Grass 1'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58fdbf5c0ef8a50b4cdd9a8a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'Richard'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'Sky </a:t>
            </a:r>
            <a:r>
              <a:rPr lang="en-IN" sz="9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331'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58fdbf5c0ef8a50b4cdd9a8b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'Susan'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'One way 98'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58fdbf5c0ef8a50b4cdd9a8c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'Vicky'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'Yellow Garden 2'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58fdbf5c0ef8a50b4cdd9a8d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'Ben'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'Park Lane 38'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58fdbf5c0ef8a50b4cdd9a8e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'William'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'Central </a:t>
            </a:r>
            <a:r>
              <a:rPr lang="en-IN" sz="9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954'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58fdbf5c0ef8a50b4cdd9a8f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'Chuck'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'Main Road 989'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58fdbf5c0ef8a50b4cdd9a90 },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name: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'Viola'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address: </a:t>
            </a:r>
            <a:r>
              <a:rPr lang="en-IN" sz="9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'Sideway 1633'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_id: 58fdbf5c0ef8a50b4cdd9a91 } ],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9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insertedCount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9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9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insertedIds</a:t>
            </a: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58fdbf5c0ef8a50b4cdd9a84,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58fdbf5c0ef8a50b4cdd9a85,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58fdbf5c0ef8a50b4cdd9a86,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58fdbf5c0ef8a50b4cdd9a87,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58fdbf5c0ef8a50b4cdd9a88,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58fdbf5c0ef8a50b4cdd9a89,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58fdbf5c0ef8a50b4cdd9a8a,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58fdbf5c0ef8a50b4cdd9a8b,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58fdbf5c0ef8a50b4cdd9a8c,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58fdbf5c0ef8a50b4cdd9a8d,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58fdbf5c0ef8a50b4cdd9a8e,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58fdbf5c0ef8a50b4cdd9a8f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58fdbf5c0ef8a50b4cdd9a90,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58fdbf5c0ef8a50b4cdd9a91 ]</a:t>
            </a:r>
            <a:br>
              <a:rPr lang="en-IN" sz="900" dirty="0"/>
            </a:br>
            <a:r>
              <a:rPr lang="en-IN" sz="9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58680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7D17-F2AD-41A4-8F93-EB59996C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52" y="18255"/>
            <a:ext cx="2111477" cy="591345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Find All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87B1AB5-BDFE-4093-8A3D-665ED9E0C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69963"/>
            <a:ext cx="11077071" cy="76944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select data from a table in MongoDB, we can also use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find()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find()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all occurrences in the selection.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first parameter of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find()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is a query object. In this example we use an empty query object, which selects all documents in the collection.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 parameters in the find() method gives you the same result as 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SELECT *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in MySQL.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E6FAE-5916-4F4F-8A9F-AD13971EE0CE}"/>
              </a:ext>
            </a:extLst>
          </p:cNvPr>
          <p:cNvSpPr txBox="1"/>
          <p:nvPr/>
        </p:nvSpPr>
        <p:spPr>
          <a:xfrm>
            <a:off x="226142" y="1945201"/>
            <a:ext cx="61353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://localhost:27017/"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MongoClient.connect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db.db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dbo.collection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"customers"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).find({}).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result) {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console.log(result);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algn="l"/>
            <a:r>
              <a:rPr lang="en-IN" b="0" i="0" u="none" strike="noStrike" dirty="0">
                <a:solidFill>
                  <a:srgbClr val="FFFFFF"/>
                </a:solidFill>
                <a:effectLst/>
                <a:latin typeface="Verdana" panose="020B0604030504040204" pitchFamily="34" charset="0"/>
                <a:hlinkClick r:id="rId2"/>
              </a:rPr>
              <a:t>Run example »</a:t>
            </a:r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184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D413-8ED2-408A-860D-400C5F87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155" y="79991"/>
            <a:ext cx="5188974" cy="824578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Filter the Result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4877DB-C32D-4288-AB82-C910B0D89C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689125"/>
            <a:ext cx="10126457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finding documents in a collection, you can filter the result by using a query object.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first argument of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find()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is a query object, and is used to limit the search.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FB8EF-EFB6-4B25-8D08-DE934336AD5B}"/>
              </a:ext>
            </a:extLst>
          </p:cNvPr>
          <p:cNvSpPr txBox="1"/>
          <p:nvPr/>
        </p:nvSpPr>
        <p:spPr>
          <a:xfrm>
            <a:off x="108154" y="1463676"/>
            <a:ext cx="65187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Find documents with the address "Park Lane 38":</a:t>
            </a:r>
          </a:p>
          <a:p>
            <a:pPr algn="l"/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://localhost:27017/"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MongoClient.connect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db.db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query = { address: </a:t>
            </a:r>
            <a:r>
              <a:rPr lang="en-IN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"Park Lane 38"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};</a:t>
            </a:r>
            <a:b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dbo.collection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"customers"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).find(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(err, result) {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(err)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err;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console.log(result);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DA0F9-F8EE-4A02-87A6-0A907C04D526}"/>
              </a:ext>
            </a:extLst>
          </p:cNvPr>
          <p:cNvSpPr txBox="1"/>
          <p:nvPr/>
        </p:nvSpPr>
        <p:spPr>
          <a:xfrm>
            <a:off x="6862917" y="1568526"/>
            <a:ext cx="61353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Save the code above in a file called "demo_mongodb_query.js" and run the file: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Run "demo_mongodb_query.js“</a:t>
            </a:r>
          </a:p>
          <a:p>
            <a:pPr algn="l"/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C:\Users\</a:t>
            </a:r>
            <a:r>
              <a:rPr lang="en-IN" b="0" i="1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lang="en-IN" b="0" i="1" dirty="0">
                <a:effectLst/>
                <a:latin typeface="Consolas" panose="020B0609020204030204" pitchFamily="49" charset="0"/>
              </a:rPr>
              <a:t>Name</a:t>
            </a:r>
            <a:r>
              <a:rPr lang="en-IN" b="0" i="0" dirty="0">
                <a:effectLst/>
                <a:latin typeface="Consolas" panose="020B0609020204030204" pitchFamily="49" charset="0"/>
              </a:rPr>
              <a:t>&gt;node demo_mongodb_query.js</a:t>
            </a:r>
          </a:p>
          <a:p>
            <a:pPr algn="l"/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en-IN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r>
              <a:rPr lang="en-IN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Which 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will give you this result:</a:t>
            </a:r>
          </a:p>
          <a:p>
            <a:pPr algn="l"/>
            <a: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</a:t>
            </a:r>
            <a:b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{ _id: 58fdbf5c0ef8a50b4cdd9a8e , name: 'Ben', address: 'Park Lane 38' }</a:t>
            </a:r>
            <a:b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0298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3962</TotalTime>
  <Words>2127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Garamond</vt:lpstr>
      <vt:lpstr>Segoe UI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createCollection to create table</vt:lpstr>
      <vt:lpstr>Insert Into Collection</vt:lpstr>
      <vt:lpstr>Insert Multiple Documents</vt:lpstr>
      <vt:lpstr>The Result Object</vt:lpstr>
      <vt:lpstr>Find All</vt:lpstr>
      <vt:lpstr>Filter the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195</cp:revision>
  <dcterms:created xsi:type="dcterms:W3CDTF">2020-12-02T06:26:25Z</dcterms:created>
  <dcterms:modified xsi:type="dcterms:W3CDTF">2022-12-14T06:19:44Z</dcterms:modified>
</cp:coreProperties>
</file>