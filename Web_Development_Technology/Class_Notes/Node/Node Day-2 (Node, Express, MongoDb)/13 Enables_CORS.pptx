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7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4AD7D-DFE3-46BF-8840-A404B70D11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4B2918-0085-4058-96F5-131FE9440E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24871B-10E1-42E3-B4D1-EE8677360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E6B77-F129-4E6F-B933-6018C90046DB}" type="datetimeFigureOut">
              <a:rPr lang="en-IN" smtClean="0"/>
              <a:t>07-09-2021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A54355-11F3-4B81-A835-EA151F809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2308D2-C581-47D1-8F25-66F789F76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29116-7B3B-4A8B-8FEE-648F60FAAD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488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3A2A1-241A-4FE7-AF2C-A24A726E3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38D57C-CE28-4B23-B10A-6878691F9A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414786-AE9B-4DFA-A55E-76AA1CDCA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E6B77-F129-4E6F-B933-6018C90046DB}" type="datetimeFigureOut">
              <a:rPr lang="en-IN" smtClean="0"/>
              <a:t>07-09-2021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4AF2D2-D09F-4A63-BD21-6CA3124FF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A5E60B-A386-4542-AEA8-D5081BE4B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29116-7B3B-4A8B-8FEE-648F60FAAD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3652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F22D6-9F78-4C46-9FC7-FD6CDC086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BF6847-5973-4AD0-A58E-72E13366C1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F23ECE-7C32-4FDD-9531-48E366B84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E6B77-F129-4E6F-B933-6018C90046DB}" type="datetimeFigureOut">
              <a:rPr lang="en-IN" smtClean="0"/>
              <a:t>07-09-2021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AD4BAA-FD6F-4F0A-899B-7684E9DE1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6E1909-7D9C-49E5-8E12-93E153F84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29116-7B3B-4A8B-8FEE-648F60FAAD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6076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998EA-CD16-4A3B-BF73-F6E152E3D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826B39-EA6C-499F-A131-E1C0839DA6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E4FCB3-E5F4-465C-962E-4F1CF04409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D19A7E-9CEB-4FB4-9670-8FA3B271E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E6B77-F129-4E6F-B933-6018C90046DB}" type="datetimeFigureOut">
              <a:rPr lang="en-IN" smtClean="0"/>
              <a:t>07-09-2021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A4F423-9046-4E81-BD65-01CDE0CAC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DD3658-881D-48F0-BBDC-0B14D3764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29116-7B3B-4A8B-8FEE-648F60FAAD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0183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4A167-0580-48C2-A17D-AE7FCE33F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7A28D3-9B88-4068-9FAE-76DEA1BEB5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A1D3AC-E8F4-42C9-923A-FDFABBEAF3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6B5C1A-C530-4469-B608-C068183AFD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58B230-DB69-4101-A329-E1753C4145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100492-DC81-4515-82C2-738D57CE2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E6B77-F129-4E6F-B933-6018C90046DB}" type="datetimeFigureOut">
              <a:rPr lang="en-IN" smtClean="0"/>
              <a:t>07-09-2021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A495B1-8280-4895-9A7B-99BFF21F0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7A2FC8-CD35-478D-B23D-D26802997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29116-7B3B-4A8B-8FEE-648F60FAAD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7563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B20EA-90EC-4CAC-8322-49CA77D6A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60ACB0-C07B-4A4F-AC7E-F394D8601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E6B77-F129-4E6F-B933-6018C90046DB}" type="datetimeFigureOut">
              <a:rPr lang="en-IN" smtClean="0"/>
              <a:t>07-09-2021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05B343-40A5-4A0D-8B07-90F366245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48C16F-BDF2-4594-9C11-3FE256A5C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29116-7B3B-4A8B-8FEE-648F60FAAD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3961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659A76-BE0D-44EB-97F7-64D2D0937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E6B77-F129-4E6F-B933-6018C90046DB}" type="datetimeFigureOut">
              <a:rPr lang="en-IN" smtClean="0"/>
              <a:t>07-09-2021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022D63-4F04-4EDD-90D8-492310C7E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BD3067-7F62-4260-ADF8-0310A6995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29116-7B3B-4A8B-8FEE-648F60FAAD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9538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FB09D-2437-4DA9-A082-C43B17388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63548-0D10-4FF1-B5F7-C6B4F22841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DE08B9-DD0B-421A-84B2-27A967655C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04548C-CF83-4DDF-ACD6-1F0876ECE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E6B77-F129-4E6F-B933-6018C90046DB}" type="datetimeFigureOut">
              <a:rPr lang="en-IN" smtClean="0"/>
              <a:t>07-09-2021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A27C99-9491-43AE-85DF-D08593279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A4B0F1-223C-40FF-AA87-F5B14DE81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29116-7B3B-4A8B-8FEE-648F60FAAD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7241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F1497-578B-497C-9C3A-E04BA8F6D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48D5A6-1B5D-4FA9-9FC3-DCC10435CF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51B6D9-9D7D-4A1E-867F-4A00D029A7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750812-A9B8-4863-B09B-51A39CE9C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E6B77-F129-4E6F-B933-6018C90046DB}" type="datetimeFigureOut">
              <a:rPr lang="en-IN" smtClean="0"/>
              <a:t>07-09-2021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65EB74-2DCB-4CE0-A40C-2FC92C667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C93896-B838-4F38-829C-729D44B58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29116-7B3B-4A8B-8FEE-648F60FAAD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3814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D0E2C-B263-4221-A33D-A71367650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1E3535-ADF1-40DC-A60B-4A732A08D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CD9BAD-AC18-4320-9EF8-84AC9C8E5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E6B77-F129-4E6F-B933-6018C90046DB}" type="datetimeFigureOut">
              <a:rPr lang="en-IN" smtClean="0"/>
              <a:t>07-09-2021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0135D5-BA68-41A2-82B1-5FEBD7D8F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D43B91-1E45-4D04-B5C7-471A5A3D8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29116-7B3B-4A8B-8FEE-648F60FAAD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6300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C24A14-08E5-459C-A619-0A9A3EA638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D96FBF-E36D-4A85-94CD-2A6FDE3795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E2830-35D1-4B85-9FAD-927653080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E6B77-F129-4E6F-B933-6018C90046DB}" type="datetimeFigureOut">
              <a:rPr lang="en-IN" smtClean="0"/>
              <a:t>07-09-2021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8009E1-18BE-4C2F-BCB4-B01F52566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EDDC1C-2F16-46C9-BEA2-1083F4DB7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29116-7B3B-4A8B-8FEE-648F60FAAD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1659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009140-7DA1-46B2-91FA-F870EA505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49BF5-4AC3-4450-BED0-F6F1DF5B7B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B9CB5C-951F-45CB-931D-C8F1AE8E3D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0E6B77-F129-4E6F-B933-6018C90046DB}" type="datetimeFigureOut">
              <a:rPr lang="en-IN" smtClean="0"/>
              <a:t>07-09-2021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FF8B1B-41AB-4BC4-B6BE-928F54BC15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F4DD99-5AB6-48E2-9903-B3C532042A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629116-7B3B-4A8B-8FEE-648F60FAAD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5782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ED693C6-3E9F-4B6A-96F3-C4B28868B084}"/>
              </a:ext>
            </a:extLst>
          </p:cNvPr>
          <p:cNvSpPr txBox="1"/>
          <p:nvPr/>
        </p:nvSpPr>
        <p:spPr>
          <a:xfrm>
            <a:off x="442452" y="297115"/>
            <a:ext cx="3500285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IN" b="1" i="0" dirty="0">
                <a:solidFill>
                  <a:srgbClr val="555555"/>
                </a:solidFill>
                <a:effectLst/>
                <a:latin typeface="Inter"/>
              </a:rPr>
              <a:t>Configuring CORS with Express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983C6A-C342-4757-9142-8DB6296AEABB}"/>
              </a:ext>
            </a:extLst>
          </p:cNvPr>
          <p:cNvSpPr txBox="1"/>
          <p:nvPr/>
        </p:nvSpPr>
        <p:spPr>
          <a:xfrm>
            <a:off x="599767" y="115252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61AEEE"/>
                </a:solidFill>
                <a:effectLst/>
                <a:latin typeface="ui-monospace"/>
              </a:rPr>
              <a:t>$</a:t>
            </a:r>
            <a:r>
              <a:rPr lang="en-US" b="0" i="0" dirty="0">
                <a:solidFill>
                  <a:srgbClr val="ABB2BF"/>
                </a:solidFill>
                <a:effectLst/>
                <a:latin typeface="ui-monospace"/>
              </a:rPr>
              <a:t> </a:t>
            </a:r>
            <a:r>
              <a:rPr lang="en-US" b="0" i="0" dirty="0" err="1">
                <a:solidFill>
                  <a:srgbClr val="ABB2BF"/>
                </a:solidFill>
                <a:effectLst/>
                <a:latin typeface="ui-monospace"/>
              </a:rPr>
              <a:t>npm</a:t>
            </a:r>
            <a:r>
              <a:rPr lang="en-US" b="0" i="0" dirty="0">
                <a:solidFill>
                  <a:srgbClr val="ABB2BF"/>
                </a:solidFill>
                <a:effectLst/>
                <a:latin typeface="ui-monospace"/>
              </a:rPr>
              <a:t> </a:t>
            </a:r>
            <a:r>
              <a:rPr lang="en-US" b="0" i="0" dirty="0" err="1">
                <a:solidFill>
                  <a:srgbClr val="ABB2BF"/>
                </a:solidFill>
                <a:effectLst/>
                <a:latin typeface="ui-monospace"/>
              </a:rPr>
              <a:t>i</a:t>
            </a:r>
            <a:r>
              <a:rPr lang="en-US" b="0" i="0" dirty="0">
                <a:solidFill>
                  <a:srgbClr val="ABB2BF"/>
                </a:solidFill>
                <a:effectLst/>
                <a:latin typeface="ui-monospace"/>
              </a:rPr>
              <a:t> --save express</a:t>
            </a:r>
          </a:p>
          <a:p>
            <a:r>
              <a:rPr lang="en-US" b="0" i="0" dirty="0">
                <a:solidFill>
                  <a:srgbClr val="ABB2BF"/>
                </a:solidFill>
                <a:effectLst/>
                <a:latin typeface="ui-monospace"/>
              </a:rPr>
              <a:t> </a:t>
            </a:r>
            <a:r>
              <a:rPr lang="en-US" b="0" i="0" dirty="0">
                <a:solidFill>
                  <a:srgbClr val="61AEEE"/>
                </a:solidFill>
                <a:effectLst/>
                <a:latin typeface="ui-monospace"/>
              </a:rPr>
              <a:t>$</a:t>
            </a:r>
            <a:r>
              <a:rPr lang="en-US" b="0" i="0" dirty="0">
                <a:solidFill>
                  <a:srgbClr val="ABB2BF"/>
                </a:solidFill>
                <a:effectLst/>
                <a:latin typeface="ui-monospace"/>
              </a:rPr>
              <a:t> </a:t>
            </a:r>
            <a:r>
              <a:rPr lang="en-US" b="0" i="0" dirty="0" err="1">
                <a:solidFill>
                  <a:srgbClr val="ABB2BF"/>
                </a:solidFill>
                <a:effectLst/>
                <a:latin typeface="ui-monospace"/>
              </a:rPr>
              <a:t>npm</a:t>
            </a:r>
            <a:r>
              <a:rPr lang="en-US" b="0" i="0" dirty="0">
                <a:solidFill>
                  <a:srgbClr val="ABB2BF"/>
                </a:solidFill>
                <a:effectLst/>
                <a:latin typeface="ui-monospace"/>
              </a:rPr>
              <a:t> </a:t>
            </a:r>
            <a:r>
              <a:rPr lang="en-US" b="0" i="0" dirty="0" err="1">
                <a:solidFill>
                  <a:srgbClr val="ABB2BF"/>
                </a:solidFill>
                <a:effectLst/>
                <a:latin typeface="ui-monospace"/>
              </a:rPr>
              <a:t>i</a:t>
            </a:r>
            <a:r>
              <a:rPr lang="en-US" b="0" i="0" dirty="0">
                <a:solidFill>
                  <a:srgbClr val="ABB2BF"/>
                </a:solidFill>
                <a:effectLst/>
                <a:latin typeface="ui-monospace"/>
              </a:rPr>
              <a:t> --save </a:t>
            </a:r>
            <a:r>
              <a:rPr lang="en-US" b="0" i="0" dirty="0" err="1">
                <a:solidFill>
                  <a:srgbClr val="ABB2BF"/>
                </a:solidFill>
                <a:effectLst/>
                <a:latin typeface="ui-monospace"/>
              </a:rPr>
              <a:t>cors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EEE186-3C2C-4B08-B66B-0861BF95548F}"/>
              </a:ext>
            </a:extLst>
          </p:cNvPr>
          <p:cNvSpPr txBox="1"/>
          <p:nvPr/>
        </p:nvSpPr>
        <p:spPr>
          <a:xfrm>
            <a:off x="717755" y="2760773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const</a:t>
            </a:r>
            <a:r>
              <a:rPr lang="en-IN" dirty="0"/>
              <a:t> express = require('express');</a:t>
            </a:r>
          </a:p>
          <a:p>
            <a:r>
              <a:rPr lang="en-IN" dirty="0" err="1"/>
              <a:t>const</a:t>
            </a:r>
            <a:r>
              <a:rPr lang="en-IN" dirty="0"/>
              <a:t> </a:t>
            </a:r>
            <a:r>
              <a:rPr lang="en-IN" dirty="0" err="1"/>
              <a:t>cors</a:t>
            </a:r>
            <a:r>
              <a:rPr lang="en-IN" dirty="0"/>
              <a:t> = require('</a:t>
            </a:r>
            <a:r>
              <a:rPr lang="en-IN" dirty="0" err="1"/>
              <a:t>cors</a:t>
            </a:r>
            <a:r>
              <a:rPr lang="en-IN" dirty="0"/>
              <a:t>');</a:t>
            </a:r>
          </a:p>
          <a:p>
            <a:endParaRPr lang="en-IN" dirty="0"/>
          </a:p>
          <a:p>
            <a:r>
              <a:rPr lang="en-IN" dirty="0" err="1"/>
              <a:t>const</a:t>
            </a:r>
            <a:r>
              <a:rPr lang="en-IN" dirty="0"/>
              <a:t> app = express();</a:t>
            </a:r>
          </a:p>
          <a:p>
            <a:endParaRPr lang="en-IN" dirty="0"/>
          </a:p>
          <a:p>
            <a:r>
              <a:rPr lang="en-IN" dirty="0" err="1"/>
              <a:t>app.use</a:t>
            </a:r>
            <a:r>
              <a:rPr lang="en-IN" dirty="0"/>
              <a:t>(</a:t>
            </a:r>
            <a:r>
              <a:rPr lang="en-IN" dirty="0" err="1"/>
              <a:t>cors</a:t>
            </a:r>
            <a:r>
              <a:rPr lang="en-IN" dirty="0"/>
              <a:t>())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19D660-7E28-4018-8634-9506E32DE8A1}"/>
              </a:ext>
            </a:extLst>
          </p:cNvPr>
          <p:cNvSpPr txBox="1"/>
          <p:nvPr/>
        </p:nvSpPr>
        <p:spPr>
          <a:xfrm>
            <a:off x="599767" y="2181038"/>
            <a:ext cx="3500285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IN" b="1" i="0" dirty="0">
                <a:solidFill>
                  <a:srgbClr val="555555"/>
                </a:solidFill>
                <a:effectLst/>
                <a:latin typeface="Inter"/>
              </a:rPr>
              <a:t>Enable All CORS Requests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EFFC83-9253-43B2-A789-987449883833}"/>
              </a:ext>
            </a:extLst>
          </p:cNvPr>
          <p:cNvSpPr txBox="1"/>
          <p:nvPr/>
        </p:nvSpPr>
        <p:spPr>
          <a:xfrm>
            <a:off x="6361471" y="112449"/>
            <a:ext cx="4424516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dirty="0"/>
              <a:t>Configure CORS with Options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0111DDA-C1D0-4351-8B5C-6C797CDBEEE5}"/>
              </a:ext>
            </a:extLst>
          </p:cNvPr>
          <p:cNvSpPr txBox="1"/>
          <p:nvPr/>
        </p:nvSpPr>
        <p:spPr>
          <a:xfrm>
            <a:off x="5781368" y="692184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var </a:t>
            </a:r>
            <a:r>
              <a:rPr lang="en-IN" dirty="0" err="1"/>
              <a:t>corsOptions</a:t>
            </a:r>
            <a:r>
              <a:rPr lang="en-IN" dirty="0"/>
              <a:t> = {</a:t>
            </a:r>
          </a:p>
          <a:p>
            <a:r>
              <a:rPr lang="en-IN" dirty="0"/>
              <a:t>    origin: 'http://localhost:8080',</a:t>
            </a:r>
          </a:p>
          <a:p>
            <a:r>
              <a:rPr lang="en-IN" dirty="0"/>
              <a:t>    </a:t>
            </a:r>
            <a:r>
              <a:rPr lang="en-IN" dirty="0" err="1"/>
              <a:t>optionsSuccessStatus</a:t>
            </a:r>
            <a:r>
              <a:rPr lang="en-IN" dirty="0"/>
              <a:t>: 200 // For legacy browser support</a:t>
            </a:r>
          </a:p>
          <a:p>
            <a:r>
              <a:rPr lang="en-IN" dirty="0"/>
              <a:t>    methods: "GET, PUT, DELETE, POST"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 err="1"/>
              <a:t>app.use</a:t>
            </a:r>
            <a:r>
              <a:rPr lang="en-IN" dirty="0"/>
              <a:t>(</a:t>
            </a:r>
            <a:r>
              <a:rPr lang="en-IN" dirty="0" err="1"/>
              <a:t>cors</a:t>
            </a:r>
            <a:r>
              <a:rPr lang="en-IN" dirty="0"/>
              <a:t>(</a:t>
            </a:r>
            <a:r>
              <a:rPr lang="en-IN" dirty="0" err="1"/>
              <a:t>corsOptions</a:t>
            </a:r>
            <a:r>
              <a:rPr lang="en-IN" dirty="0"/>
              <a:t>));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75139F2-7B46-4550-A871-4119A58F9E8E}"/>
              </a:ext>
            </a:extLst>
          </p:cNvPr>
          <p:cNvSpPr txBox="1"/>
          <p:nvPr/>
        </p:nvSpPr>
        <p:spPr>
          <a:xfrm>
            <a:off x="5378245" y="3239053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You can also use the configuration options with CORS to customize this further. You can use configuration to allow a single domain or subdomains access, configure HTTP methods that are allowed such as GET and POST depending on your requirements.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D7717CA-A49A-4167-B639-0227A2AE6D58}"/>
              </a:ext>
            </a:extLst>
          </p:cNvPr>
          <p:cNvSpPr txBox="1"/>
          <p:nvPr/>
        </p:nvSpPr>
        <p:spPr>
          <a:xfrm>
            <a:off x="5230761" y="5163073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If </a:t>
            </a:r>
            <a:r>
              <a:rPr lang="en-US" dirty="0"/>
              <a:t>you configure the domain name in the origin - the server will allow CORS from the configured domain. So the API will be accessible from http://localhost:8080 in our case and blocked for other domains.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56230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177</Words>
  <Application>Microsoft Office PowerPoint</Application>
  <PresentationFormat>Widescreen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Inter</vt:lpstr>
      <vt:lpstr>ui-monospace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Ketki Acharya</dc:creator>
  <cp:lastModifiedBy>Ketki Acharya</cp:lastModifiedBy>
  <cp:revision>2</cp:revision>
  <dcterms:created xsi:type="dcterms:W3CDTF">2021-09-07T10:36:19Z</dcterms:created>
  <dcterms:modified xsi:type="dcterms:W3CDTF">2021-09-07T10:41:06Z</dcterms:modified>
</cp:coreProperties>
</file>