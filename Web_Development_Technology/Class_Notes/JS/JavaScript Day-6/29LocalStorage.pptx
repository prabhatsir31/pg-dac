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78" r:id="rId9"/>
    <p:sldId id="27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D3D7-E568-4BBE-BB82-49499F6751F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324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762000" y="4724400"/>
            <a:ext cx="441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1DFD945-606D-6C2E-3DED-99A9845EC775}"/>
              </a:ext>
            </a:extLst>
          </p:cNvPr>
          <p:cNvSpPr txBox="1"/>
          <p:nvPr/>
        </p:nvSpPr>
        <p:spPr>
          <a:xfrm>
            <a:off x="76200" y="914400"/>
            <a:ext cx="8686800" cy="581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Web storage provides two different storage areas that differ in scope and lifetime and those are: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SessionStorage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Both “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localStorage”and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“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sessionStorage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” objects provide certain useful properties and methods such as: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</a:t>
            </a:r>
            <a:r>
              <a:rPr lang="en-IN" sz="1800" b="1" dirty="0" err="1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getItem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() Method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Get the value of item for the key being passed as the parameter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 length Property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Return the length of the number of items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 </a:t>
            </a:r>
            <a:r>
              <a:rPr lang="en-IN" sz="1800" b="1" dirty="0" err="1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remainingSpace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 Property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Return the remaining storage space in bytes, for the storage object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 clear() Method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Remove all the key/value pairs from Web Storage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 key() Method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Retrieve the key at specified index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 </a:t>
            </a:r>
            <a:r>
              <a:rPr lang="en-IN" sz="1800" b="1" dirty="0" err="1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removeItem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() Method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Remove the specified key/value pair from Web Storage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</a:t>
            </a:r>
            <a:r>
              <a:rPr lang="en-IN" sz="1800" b="1" dirty="0" err="1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setItem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() Method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 Set a key/value pair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B955347-F0BC-CDFB-32EF-314660F3A2CB}"/>
              </a:ext>
            </a:extLst>
          </p:cNvPr>
          <p:cNvSpPr txBox="1"/>
          <p:nvPr/>
        </p:nvSpPr>
        <p:spPr>
          <a:xfrm>
            <a:off x="76200" y="152400"/>
            <a:ext cx="8915400" cy="29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Local Storage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The 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object is useful when one wants to store data that spans across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multiple windows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and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persists beyond the 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current session. 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This object provides 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persistent storage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area for domains.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The 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keeps the data between 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browser sessions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, even after the browser is closed and reopened.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C94E380-DA8C-AF2C-8551-2D7E345AB2AD}"/>
              </a:ext>
            </a:extLst>
          </p:cNvPr>
          <p:cNvSpPr txBox="1"/>
          <p:nvPr/>
        </p:nvSpPr>
        <p:spPr>
          <a:xfrm>
            <a:off x="228600" y="3429000"/>
            <a:ext cx="8458200" cy="249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Benefits of </a:t>
            </a:r>
            <a:r>
              <a:rPr lang="en-IN" sz="1800" b="1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object are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Long term data persistence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Absence of HTTP overhead of cookies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Effective user storing preferences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objects spanning multiple windows and persisting beyond the current session.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63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C2CD7F2-94FC-CDF5-8539-0C041B0E2472}"/>
              </a:ext>
            </a:extLst>
          </p:cNvPr>
          <p:cNvSpPr txBox="1"/>
          <p:nvPr/>
        </p:nvSpPr>
        <p:spPr>
          <a:xfrm>
            <a:off x="76200" y="152399"/>
            <a:ext cx="8763000" cy="473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MyriadPro-Bold"/>
                <a:ea typeface="Calibri" panose="020F0502020204030204" pitchFamily="34" charset="0"/>
                <a:cs typeface="MyriadPro-Bold"/>
              </a:rPr>
              <a:t>Storing and Retrieving Data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Any type of data can be stored and retrieved form 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using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</a:t>
            </a:r>
            <a:r>
              <a:rPr lang="en-IN" sz="1800" b="1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setItem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()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and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getItem</a:t>
            </a:r>
            <a:r>
              <a:rPr lang="en-IN" sz="1800" b="1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() 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methods of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the 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 object. Everything is stored in the form of string within the storage area.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It is necessary to  convert the data into a string before storing the data into the storage area.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While retrieving the data from the </a:t>
            </a:r>
            <a:r>
              <a:rPr lang="en-IN" sz="1800" dirty="0" err="1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localStorage</a:t>
            </a: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, we need to parse the data before putting that into appropriate use, if the data is other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333333"/>
                </a:solidFill>
                <a:effectLst/>
                <a:latin typeface="MyriadPro-Regular"/>
                <a:ea typeface="Calibri" panose="020F0502020204030204" pitchFamily="34" charset="0"/>
                <a:cs typeface="MyriadPro-Regular"/>
              </a:rPr>
              <a:t>then String type.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5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C37E154-3735-7117-BD78-7AD1069905C2}"/>
              </a:ext>
            </a:extLst>
          </p:cNvPr>
          <p:cNvSpPr txBox="1"/>
          <p:nvPr/>
        </p:nvSpPr>
        <p:spPr>
          <a:xfrm>
            <a:off x="419100" y="381000"/>
            <a:ext cx="8305800" cy="2879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IN" sz="3450" b="1" kern="1800" spc="10" dirty="0">
                <a:solidFill>
                  <a:srgbClr val="262626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Things to Remember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solidFill>
                  <a:srgbClr val="4A4A4A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storage persists until it is explicitly deleted or the browser’s cache is cleared.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solidFill>
                  <a:srgbClr val="4A4A4A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Session storage persists until it is explicitly deleted or the browsing context is closed.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solidFill>
                  <a:srgbClr val="4A4A4A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stored by one browser is not accessible by another browser.  For example, data stored by Chrome is not seen by Firefox.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solidFill>
                  <a:srgbClr val="4A4A4A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 should be stored as JSON strings.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solidFill>
                  <a:srgbClr val="4A4A4A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security reasons, sensitive data should not be stored, especially in local storage.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rgbClr val="4A4A4A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Changes to a storage area cause a “storage” event to be fired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69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1E352CF-C6A4-EEED-D6AF-3F43FA405DF3}"/>
              </a:ext>
            </a:extLst>
          </p:cNvPr>
          <p:cNvSpPr txBox="1"/>
          <p:nvPr/>
        </p:nvSpPr>
        <p:spPr>
          <a:xfrm>
            <a:off x="304800" y="152400"/>
            <a:ext cx="800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save data in </a:t>
            </a:r>
            <a:r>
              <a:rPr lang="en-US" dirty="0" err="1"/>
              <a:t>localStorage</a:t>
            </a:r>
            <a:r>
              <a:rPr lang="en-US" dirty="0"/>
              <a:t> by using the following syntax</a:t>
            </a:r>
          </a:p>
          <a:p>
            <a:endParaRPr lang="en-US" dirty="0"/>
          </a:p>
          <a:p>
            <a:r>
              <a:rPr lang="en-US" dirty="0" err="1"/>
              <a:t>localStorage.setItem</a:t>
            </a:r>
            <a:r>
              <a:rPr lang="en-US" dirty="0"/>
              <a:t>(</a:t>
            </a:r>
            <a:r>
              <a:rPr lang="en-US" dirty="0" err="1"/>
              <a:t>variableKey</a:t>
            </a:r>
            <a:r>
              <a:rPr lang="en-US" dirty="0"/>
              <a:t>, </a:t>
            </a:r>
            <a:r>
              <a:rPr lang="en-US" dirty="0" err="1"/>
              <a:t>variableValue</a:t>
            </a:r>
            <a:r>
              <a:rPr lang="en-US" dirty="0"/>
              <a:t>);</a:t>
            </a:r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ACD26C83-7B96-6338-A769-21296F1FA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04925"/>
            <a:ext cx="8153400" cy="55399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This is fine when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source-code-pro"/>
              </a:rPr>
              <a:t>variableValue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 is a simple string, but it won’t work for more complex structures like objects. When you have objects, or JSON data, you will need to use 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source-code-pro"/>
              </a:rPr>
              <a:t>JSON.stringify()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 method.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46D4F3E-04F0-3EA8-D9F3-C69E0B8331E8}"/>
              </a:ext>
            </a:extLst>
          </p:cNvPr>
          <p:cNvSpPr txBox="1"/>
          <p:nvPr/>
        </p:nvSpPr>
        <p:spPr>
          <a:xfrm>
            <a:off x="333866" y="2209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Store JSON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07C19D3-732A-F877-FEA7-60EF8CA21F8E}"/>
              </a:ext>
            </a:extLst>
          </p:cNvPr>
          <p:cNvSpPr txBox="1"/>
          <p:nvPr/>
        </p:nvSpPr>
        <p:spPr>
          <a:xfrm>
            <a:off x="219173" y="2616875"/>
            <a:ext cx="4038600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job: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"Programmer"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skills: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4200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"Angular"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"Vue"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Store the object into storage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setItem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5A5D5D8-ECF4-06CC-D0F6-70836B7579E8}"/>
              </a:ext>
            </a:extLst>
          </p:cNvPr>
          <p:cNvSpPr txBox="1"/>
          <p:nvPr/>
        </p:nvSpPr>
        <p:spPr>
          <a:xfrm>
            <a:off x="5410200" y="2194838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Read JSON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7C78A7F-D6F9-CE0D-AFA9-B8E8AE784B9D}"/>
              </a:ext>
            </a:extLst>
          </p:cNvPr>
          <p:cNvSpPr txBox="1"/>
          <p:nvPr/>
        </p:nvSpPr>
        <p:spPr>
          <a:xfrm>
            <a:off x="4572000" y="3001169"/>
            <a:ext cx="4352827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Retrieve the object from the storage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getItem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"data: 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38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B11947F-8FEA-9F53-0ECE-771E117A233A}"/>
              </a:ext>
            </a:extLst>
          </p:cNvPr>
          <p:cNvSpPr txBox="1"/>
          <p:nvPr/>
        </p:nvSpPr>
        <p:spPr>
          <a:xfrm>
            <a:off x="152400" y="152400"/>
            <a:ext cx="5105400" cy="61863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http-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equiv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"X-UA-Compatible"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"IE=edge"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Storedata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job: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"Programmer"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skills: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{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4200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"Angular"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{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{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"Vue"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],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Store the object into storage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setItem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getItem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"data: 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8145A0-193B-DB04-12E5-657AA4B5B6C6}"/>
              </a:ext>
            </a:extLst>
          </p:cNvPr>
          <p:cNvSpPr txBox="1"/>
          <p:nvPr/>
        </p:nvSpPr>
        <p:spPr>
          <a:xfrm>
            <a:off x="5334000" y="1981200"/>
            <a:ext cx="3810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"Store object"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Storedata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"Get object"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Getdata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8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763000" cy="5638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Create two button </a:t>
            </a:r>
            <a:r>
              <a:rPr lang="en-US" dirty="0" err="1" smtClean="0"/>
              <a:t>setdata</a:t>
            </a:r>
            <a:r>
              <a:rPr lang="en-US" dirty="0" smtClean="0"/>
              <a:t> and </a:t>
            </a:r>
            <a:r>
              <a:rPr lang="en-US" dirty="0" err="1" smtClean="0"/>
              <a:t>getdata</a:t>
            </a:r>
            <a:r>
              <a:rPr lang="en-US" dirty="0" smtClean="0"/>
              <a:t> on click of set data store following data in local storage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Onclick</a:t>
            </a:r>
            <a:r>
              <a:rPr lang="en-US" dirty="0" smtClean="0"/>
              <a:t> of </a:t>
            </a:r>
            <a:r>
              <a:rPr lang="en-US" dirty="0" err="1" smtClean="0"/>
              <a:t>getdata</a:t>
            </a:r>
            <a:r>
              <a:rPr lang="en-US" dirty="0" smtClean="0"/>
              <a:t> display this in text area.</a:t>
            </a:r>
          </a:p>
          <a:p>
            <a:r>
              <a:rPr lang="en-US" dirty="0" smtClean="0"/>
              <a:t>Create a button clear which will remove all data from local storage</a:t>
            </a:r>
          </a:p>
          <a:p>
            <a:endParaRPr lang="en-US" dirty="0" smtClean="0"/>
          </a:p>
          <a:p>
            <a:r>
              <a:rPr lang="en-US" dirty="0" smtClean="0"/>
              <a:t>Repeat this same task but this time use </a:t>
            </a:r>
            <a:r>
              <a:rPr lang="en-US" dirty="0" err="1" smtClean="0"/>
              <a:t>sessionStorage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209800" y="1219200"/>
            <a:ext cx="67056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userData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job: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"Programmer"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skills: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[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    {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id: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4200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"Angular"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    {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id: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3000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"React"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    {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id: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8080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Vue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};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62F67F2-11C5-F064-CD7E-B6C108713121}"/>
              </a:ext>
            </a:extLst>
          </p:cNvPr>
          <p:cNvSpPr txBox="1"/>
          <p:nvPr/>
        </p:nvSpPr>
        <p:spPr>
          <a:xfrm>
            <a:off x="152400" y="-6285"/>
            <a:ext cx="8763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Delete JSON Data</a:t>
            </a:r>
          </a:p>
          <a:p>
            <a:r>
              <a:rPr lang="en-US" dirty="0"/>
              <a:t>Finally, you may want to delete data </a:t>
            </a:r>
            <a:r>
              <a:rPr lang="en-US" dirty="0" err="1"/>
              <a:t>fromlocalStorage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There are two ways: </a:t>
            </a:r>
          </a:p>
          <a:p>
            <a:r>
              <a:rPr lang="en-US" dirty="0" err="1"/>
              <a:t>removeItem</a:t>
            </a:r>
            <a:r>
              <a:rPr lang="en-US" dirty="0"/>
              <a:t>() and </a:t>
            </a:r>
          </a:p>
          <a:p>
            <a:r>
              <a:rPr lang="en-US" dirty="0"/>
              <a:t>clear().</a:t>
            </a:r>
          </a:p>
          <a:p>
            <a:endParaRPr lang="en-US" dirty="0"/>
          </a:p>
          <a:p>
            <a:r>
              <a:rPr lang="en-US" dirty="0"/>
              <a:t>By using </a:t>
            </a:r>
            <a:r>
              <a:rPr lang="en-US" dirty="0" err="1"/>
              <a:t>removeItem</a:t>
            </a:r>
            <a:r>
              <a:rPr lang="en-US" dirty="0"/>
              <a:t>() you only delete values associated with the key you pass in, e.g. '</a:t>
            </a:r>
            <a:r>
              <a:rPr lang="en-US" dirty="0" err="1"/>
              <a:t>userData</a:t>
            </a:r>
            <a:r>
              <a:rPr lang="en-US" dirty="0"/>
              <a:t>' in the example below.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030AC57-F0A7-D87B-A3A3-889F472209A8}"/>
              </a:ext>
            </a:extLst>
          </p:cNvPr>
          <p:cNvSpPr txBox="1"/>
          <p:nvPr/>
        </p:nvSpPr>
        <p:spPr>
          <a:xfrm>
            <a:off x="304800" y="2840326"/>
            <a:ext cx="533400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removeItem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193C5E1-4F8B-25DB-EFC5-6C1CDA68E566}"/>
              </a:ext>
            </a:extLst>
          </p:cNvPr>
          <p:cNvSpPr txBox="1"/>
          <p:nvPr/>
        </p:nvSpPr>
        <p:spPr>
          <a:xfrm>
            <a:off x="5498" y="3459637"/>
            <a:ext cx="8376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using clear() you will delete everything in the </a:t>
            </a:r>
            <a:r>
              <a:rPr lang="en-US" dirty="0" err="1"/>
              <a:t>localStorage</a:t>
            </a:r>
            <a:r>
              <a:rPr lang="en-US" dirty="0"/>
              <a:t> area associated with the app you are using.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AFFBB14-6793-EC4A-5FC0-15701B2C8CBB}"/>
              </a:ext>
            </a:extLst>
          </p:cNvPr>
          <p:cNvSpPr txBox="1"/>
          <p:nvPr/>
        </p:nvSpPr>
        <p:spPr>
          <a:xfrm>
            <a:off x="381000" y="4355947"/>
            <a:ext cx="459556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8454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328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Consolas</vt:lpstr>
      <vt:lpstr>Helvetica</vt:lpstr>
      <vt:lpstr>MyriadPro-Bold</vt:lpstr>
      <vt:lpstr>MyriadPro-Regular</vt:lpstr>
      <vt:lpstr>sohne</vt:lpstr>
      <vt:lpstr>source-code-pro</vt:lpstr>
      <vt:lpstr>source-serif-pro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ketki</dc:creator>
  <cp:lastModifiedBy>User</cp:lastModifiedBy>
  <cp:revision>46</cp:revision>
  <dcterms:created xsi:type="dcterms:W3CDTF">2012-03-01T00:53:04Z</dcterms:created>
  <dcterms:modified xsi:type="dcterms:W3CDTF">2024-06-10T11:36:36Z</dcterms:modified>
</cp:coreProperties>
</file>