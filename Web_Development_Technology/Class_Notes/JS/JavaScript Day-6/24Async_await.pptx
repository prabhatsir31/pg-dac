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A5F55-251C-4F81-9AC1-F0A080185D9D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6A38-92D1-48EF-BF3B-AEEE6CB46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7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B6A38-92D1-48EF-BF3B-AEEE6CB462B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96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438-7498-43AB-919E-620B462F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316" y="0"/>
            <a:ext cx="3598606" cy="50011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Async/await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41A1-C51A-459B-828F-7CE495B45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8" y="578772"/>
            <a:ext cx="11117826" cy="6357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Let’s start with the async keyword. It can be placed before a function, like this: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The word “async” before a function means one simple thing: a function always returns a promise.</a:t>
            </a:r>
          </a:p>
          <a:p>
            <a:pPr marL="0" indent="0"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 Other values are wrapped in a resolved promise automatically.</a:t>
            </a:r>
          </a:p>
          <a:p>
            <a:pPr marL="0" indent="0"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For instance, this function returns a resolved promise with the result of 1; let’s test it: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result =&gt;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1    f().then((result)=&gt;alert(result))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…We could explicitly return a promise, which would be the same: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result =&gt;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effectLst/>
                <a:latin typeface="Consolas" panose="020B0609020204030204" pitchFamily="49" charset="0"/>
              </a:rPr>
              <a:t>So,async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 ensures that the function returns a promise, and wraps 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nonpromises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 in it. Simple enough, right? But not only that. There’s another keyword, await, that works only inside async functions, and it’s pretty cool.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4682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75CA5-A7E8-4152-A3E7-314FF2036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147484"/>
            <a:ext cx="11107994" cy="60294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IN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Await</a:t>
            </a:r>
            <a:b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syntax: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works only inside async functions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/>
              <a:t>The keyword await makes JavaScript wait until that promise settles and returns its result.</a:t>
            </a:r>
          </a:p>
          <a:p>
            <a:r>
              <a:rPr lang="en-US" sz="1400" dirty="0"/>
              <a:t>Here’s an example with a promise that resolves in 1 second: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"done!"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wait until the promise resolves (*)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"done!"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/>
              <a:t>The function execution “pauses” at the line (*) and resumes when the promise settles, with result becoming its result. So the code above shows “done!” in one second.</a:t>
            </a:r>
          </a:p>
          <a:p>
            <a:r>
              <a:rPr lang="en-US" sz="1400" dirty="0"/>
              <a:t>Let’s emphasize: await literally suspends the function execution until the promise settles, and then resumes it with the promise result</a:t>
            </a:r>
            <a:r>
              <a:rPr lang="en-US" sz="1900" dirty="0"/>
              <a:t>. </a:t>
            </a:r>
            <a:r>
              <a:rPr lang="en-US" sz="1900" dirty="0">
                <a:highlight>
                  <a:srgbClr val="FFFF00"/>
                </a:highlight>
              </a:rPr>
              <a:t>That doesn’t cost any CPU resources, because the JavaScript engine can do other jobs in the meantime: execute other scripts, handle events, etc.</a:t>
            </a:r>
            <a:endParaRPr lang="en-US" sz="1400" dirty="0">
              <a:highlight>
                <a:srgbClr val="FFFF00"/>
              </a:highlight>
            </a:endParaRPr>
          </a:p>
          <a:p>
            <a:r>
              <a:rPr lang="en-US" sz="1400" dirty="0"/>
              <a:t>It’s just a more elegant syntax of getting the promise result than </a:t>
            </a:r>
            <a:r>
              <a:rPr lang="en-US" sz="1400" dirty="0" err="1"/>
              <a:t>promise.then</a:t>
            </a:r>
            <a:r>
              <a:rPr lang="en-US" sz="1400" dirty="0"/>
              <a:t>, easier to read and write.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2999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CDCCF-AE23-4205-A038-14ACFAED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045" y="88233"/>
            <a:ext cx="10805652" cy="20942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  Can’t use await in regular functions  If we try to use await in 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nonasync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 function, there would be a syntax error: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Syntax error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pPr marL="0" indent="0">
              <a:buNone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We may get this error if we forget to put async before a function. As said, await only works inside an async function.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E4E2F-A80A-455E-AC76-DAD209750165}"/>
              </a:ext>
            </a:extLst>
          </p:cNvPr>
          <p:cNvSpPr txBox="1"/>
          <p:nvPr/>
        </p:nvSpPr>
        <p:spPr>
          <a:xfrm>
            <a:off x="117988" y="2321004"/>
            <a:ext cx="309716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CD"/>
                </a:solidFill>
                <a:effectLst/>
              </a:rPr>
              <a:t>async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myFunction</a:t>
            </a:r>
            <a:r>
              <a:rPr lang="en-US" dirty="0">
                <a:solidFill>
                  <a:srgbClr val="000000"/>
                </a:solidFill>
                <a:effectLst/>
              </a:rPr>
              <a:t>() 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"Hello"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D6EBE-35DB-4DF0-A5FC-57F66404E695}"/>
              </a:ext>
            </a:extLst>
          </p:cNvPr>
          <p:cNvSpPr txBox="1"/>
          <p:nvPr/>
        </p:nvSpPr>
        <p:spPr>
          <a:xfrm>
            <a:off x="117988" y="3429000"/>
            <a:ext cx="4286864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CD"/>
                </a:solidFill>
                <a:effectLst/>
              </a:rPr>
              <a:t>async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myFunction</a:t>
            </a:r>
            <a:r>
              <a:rPr lang="en-US" dirty="0">
                <a:solidFill>
                  <a:srgbClr val="000000"/>
                </a:solidFill>
                <a:effectLst/>
              </a:rPr>
              <a:t>() 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Promise.resolve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"Hello"</a:t>
            </a:r>
            <a:r>
              <a:rPr lang="en-US" dirty="0">
                <a:solidFill>
                  <a:srgbClr val="000000"/>
                </a:solidFill>
                <a:effectLst/>
              </a:rPr>
              <a:t>);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38D7F-817C-4D96-BB72-4F8F9F44D38A}"/>
              </a:ext>
            </a:extLst>
          </p:cNvPr>
          <p:cNvSpPr txBox="1"/>
          <p:nvPr/>
        </p:nvSpPr>
        <p:spPr>
          <a:xfrm>
            <a:off x="0" y="3152001"/>
            <a:ext cx="428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Above code is same as bellow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01B25-92F5-40D1-92E0-9C1077744AE6}"/>
              </a:ext>
            </a:extLst>
          </p:cNvPr>
          <p:cNvSpPr txBox="1"/>
          <p:nvPr/>
        </p:nvSpPr>
        <p:spPr>
          <a:xfrm>
            <a:off x="117988" y="4860162"/>
            <a:ext cx="51226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is how to use the Promise: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</a:rPr>
              <a:t>myFunction</a:t>
            </a:r>
            <a:r>
              <a:rPr lang="en-US" dirty="0">
                <a:solidFill>
                  <a:srgbClr val="000000"/>
                </a:solidFill>
                <a:effectLst/>
              </a:rPr>
              <a:t>().then(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</a:rPr>
              <a:t>(value) { </a:t>
            </a:r>
            <a:r>
              <a:rPr lang="en-US" dirty="0">
                <a:solidFill>
                  <a:srgbClr val="008000"/>
                </a:solidFill>
                <a:effectLst/>
              </a:rPr>
              <a:t>/* code if successful */</a:t>
            </a:r>
            <a:r>
              <a:rPr lang="en-US" dirty="0">
                <a:solidFill>
                  <a:srgbClr val="000000"/>
                </a:solidFill>
                <a:effectLst/>
              </a:rPr>
              <a:t> },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</a:rPr>
              <a:t>(error) { </a:t>
            </a:r>
            <a:r>
              <a:rPr lang="en-US" dirty="0">
                <a:solidFill>
                  <a:srgbClr val="008000"/>
                </a:solidFill>
                <a:effectLst/>
              </a:rPr>
              <a:t>/* code if some error */</a:t>
            </a:r>
            <a:r>
              <a:rPr lang="en-US" dirty="0">
                <a:solidFill>
                  <a:srgbClr val="000000"/>
                </a:solidFill>
                <a:effectLst/>
              </a:rPr>
              <a:t> 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);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0367AD-6E56-45D7-84BB-943BFB8EA5B0}"/>
              </a:ext>
            </a:extLst>
          </p:cNvPr>
          <p:cNvSpPr txBox="1"/>
          <p:nvPr/>
        </p:nvSpPr>
        <p:spPr>
          <a:xfrm>
            <a:off x="4837474" y="1951673"/>
            <a:ext cx="61353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JavaScript async / await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function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myDisplayer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(some)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00CD"/>
                </a:solidFill>
              </a:rPr>
              <a:t>async function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dirty="0">
                <a:solidFill>
                  <a:srgbClr val="0000CD"/>
                </a:solidFill>
              </a:rPr>
              <a:t>then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function(value)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myDisplayer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function(error)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myDisplayer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);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206624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E4944-98B3-4281-8C6E-016A611D681E}"/>
              </a:ext>
            </a:extLst>
          </p:cNvPr>
          <p:cNvSpPr txBox="1"/>
          <p:nvPr/>
        </p:nvSpPr>
        <p:spPr>
          <a:xfrm>
            <a:off x="5093110" y="71643"/>
            <a:ext cx="61353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JavaScript async / await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function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mayPromise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myResolve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myReject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"mycar.html"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onload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myResolve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}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myReject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"File not Found"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myPromise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341837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FDFCD2-9800-4186-B249-AC33C2DD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8531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	&lt;!DOCTYPE html&gt;	&lt;html&gt;&lt;body&gt;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	&lt;h2&gt;JavaScript async / await&lt;/h2&gt;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&lt;p id="demo"&gt;&lt;/p&gt;&lt;script&gt;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0000CD"/>
                </a:solidFill>
              </a:rPr>
              <a:t>async function </a:t>
            </a:r>
            <a:r>
              <a:rPr lang="en-IN" sz="1600" dirty="0" err="1"/>
              <a:t>getFile</a:t>
            </a:r>
            <a:r>
              <a:rPr lang="en-IN" sz="1600" dirty="0"/>
              <a:t>() {</a:t>
            </a:r>
          </a:p>
          <a:p>
            <a:pPr marL="0" indent="0">
              <a:buNone/>
            </a:pPr>
            <a:r>
              <a:rPr lang="en-IN" sz="1600" dirty="0"/>
              <a:t>  let </a:t>
            </a:r>
            <a:r>
              <a:rPr lang="en-IN" sz="1600" dirty="0" err="1"/>
              <a:t>myPromise</a:t>
            </a:r>
            <a:r>
              <a:rPr lang="en-IN" sz="1600" dirty="0"/>
              <a:t> = </a:t>
            </a:r>
            <a:r>
              <a:rPr lang="en-IN" sz="1600" dirty="0">
                <a:solidFill>
                  <a:srgbClr val="0000CD"/>
                </a:solidFill>
              </a:rPr>
              <a:t>new Promise</a:t>
            </a:r>
            <a:r>
              <a:rPr lang="en-IN" sz="1600" dirty="0"/>
              <a:t>(function(</a:t>
            </a:r>
            <a:r>
              <a:rPr lang="en-IN" sz="1600" dirty="0" err="1"/>
              <a:t>myResolve</a:t>
            </a:r>
            <a:r>
              <a:rPr lang="en-IN" sz="1600" dirty="0"/>
              <a:t>, </a:t>
            </a:r>
            <a:r>
              <a:rPr lang="en-IN" sz="1600" dirty="0" err="1"/>
              <a:t>myReject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    let </a:t>
            </a:r>
            <a:r>
              <a:rPr lang="en-IN" sz="1600" dirty="0" err="1"/>
              <a:t>req</a:t>
            </a:r>
            <a:r>
              <a:rPr lang="en-IN" sz="1600" dirty="0"/>
              <a:t> = </a:t>
            </a:r>
            <a:r>
              <a:rPr lang="en-IN" sz="1600" dirty="0">
                <a:solidFill>
                  <a:srgbClr val="0000CD"/>
                </a:solidFill>
              </a:rPr>
              <a:t>new </a:t>
            </a:r>
            <a:r>
              <a:rPr lang="en-IN" sz="1600" dirty="0" err="1">
                <a:solidFill>
                  <a:srgbClr val="0000CD"/>
                </a:solidFill>
              </a:rPr>
              <a:t>XMLHttpRequest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req.</a:t>
            </a:r>
            <a:r>
              <a:rPr lang="en-IN" sz="1600" dirty="0" err="1">
                <a:solidFill>
                  <a:srgbClr val="0000CD"/>
                </a:solidFill>
              </a:rPr>
              <a:t>open</a:t>
            </a:r>
            <a:r>
              <a:rPr lang="en-IN" sz="1600" dirty="0"/>
              <a:t>('GET', "</a:t>
            </a:r>
            <a:r>
              <a:rPr lang="en-IN" sz="1600" dirty="0">
                <a:solidFill>
                  <a:srgbClr val="0000CD"/>
                </a:solidFill>
              </a:rPr>
              <a:t>mycar</a:t>
            </a:r>
            <a:r>
              <a:rPr lang="en-IN" sz="1600" dirty="0"/>
              <a:t>.html");</a:t>
            </a:r>
          </a:p>
          <a:p>
            <a:pPr marL="0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req.</a:t>
            </a:r>
            <a:r>
              <a:rPr lang="en-IN" sz="1600" dirty="0" err="1">
                <a:solidFill>
                  <a:srgbClr val="0000CD"/>
                </a:solidFill>
              </a:rPr>
              <a:t>onload</a:t>
            </a:r>
            <a:r>
              <a:rPr lang="en-IN" sz="1600" dirty="0"/>
              <a:t> = function() {</a:t>
            </a:r>
          </a:p>
          <a:p>
            <a:pPr marL="0" indent="0">
              <a:buNone/>
            </a:pPr>
            <a:r>
              <a:rPr lang="en-IN" sz="1600" dirty="0"/>
              <a:t>      if (</a:t>
            </a:r>
            <a:r>
              <a:rPr lang="en-IN" sz="1600" dirty="0" err="1"/>
              <a:t>req.</a:t>
            </a:r>
            <a:r>
              <a:rPr lang="en-IN" sz="1600" dirty="0" err="1">
                <a:solidFill>
                  <a:srgbClr val="0000CD"/>
                </a:solidFill>
              </a:rPr>
              <a:t>status</a:t>
            </a:r>
            <a:r>
              <a:rPr lang="en-IN" sz="1600" dirty="0"/>
              <a:t> == 200)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myResolve</a:t>
            </a:r>
            <a:r>
              <a:rPr lang="en-IN" sz="1600" dirty="0"/>
              <a:t>(</a:t>
            </a:r>
            <a:r>
              <a:rPr lang="en-IN" sz="1600" dirty="0" err="1"/>
              <a:t>req.</a:t>
            </a:r>
            <a:r>
              <a:rPr lang="en-IN" sz="1600" dirty="0" err="1">
                <a:solidFill>
                  <a:srgbClr val="0000CD"/>
                </a:solidFill>
              </a:rPr>
              <a:t>response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      } </a:t>
            </a:r>
          </a:p>
          <a:p>
            <a:pPr marL="0" indent="0">
              <a:buNone/>
            </a:pPr>
            <a:r>
              <a:rPr lang="en-IN" sz="1600" dirty="0"/>
              <a:t>else {        </a:t>
            </a:r>
            <a:r>
              <a:rPr lang="en-IN" sz="1600" dirty="0" err="1"/>
              <a:t>myResolve</a:t>
            </a:r>
            <a:r>
              <a:rPr lang="en-IN" sz="1600" dirty="0"/>
              <a:t>("File not Found");</a:t>
            </a:r>
          </a:p>
          <a:p>
            <a:pPr marL="0" indent="0">
              <a:buNone/>
            </a:pPr>
            <a:r>
              <a:rPr lang="en-IN" sz="1600" dirty="0"/>
              <a:t>      }</a:t>
            </a:r>
          </a:p>
          <a:p>
            <a:pPr marL="0" indent="0">
              <a:buNone/>
            </a:pPr>
            <a:r>
              <a:rPr lang="en-IN" sz="1600" dirty="0"/>
              <a:t>    };</a:t>
            </a:r>
          </a:p>
          <a:p>
            <a:pPr marL="0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req.send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});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dirty="0" err="1"/>
              <a:t>document.getElementById</a:t>
            </a:r>
            <a:r>
              <a:rPr lang="en-IN" sz="1600" dirty="0"/>
              <a:t>("demo").</a:t>
            </a:r>
            <a:r>
              <a:rPr lang="en-IN" sz="1600" dirty="0" err="1"/>
              <a:t>innerHTML</a:t>
            </a:r>
            <a:r>
              <a:rPr lang="en-IN" sz="1600" dirty="0"/>
              <a:t> = </a:t>
            </a:r>
            <a:r>
              <a:rPr lang="en-IN" sz="1600" dirty="0">
                <a:solidFill>
                  <a:srgbClr val="0000CD"/>
                </a:solidFill>
              </a:rPr>
              <a:t>await</a:t>
            </a:r>
            <a:r>
              <a:rPr lang="en-IN" sz="1600" dirty="0"/>
              <a:t> </a:t>
            </a:r>
            <a:r>
              <a:rPr lang="en-IN" sz="1600" dirty="0" err="1"/>
              <a:t>myPromise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 err="1"/>
              <a:t>getFile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&lt;/script&gt;&lt;/body&gt;&lt;/html&gt;</a:t>
            </a:r>
          </a:p>
        </p:txBody>
      </p:sp>
    </p:spTree>
    <p:extLst>
      <p:ext uri="{BB962C8B-B14F-4D97-AF65-F5344CB8AC3E}">
        <p14:creationId xmlns:p14="http://schemas.microsoft.com/office/powerpoint/2010/main" val="372985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990</Words>
  <Application>Microsoft Office PowerPoint</Application>
  <PresentationFormat>Widescreen</PresentationFormat>
  <Paragraphs>109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Async/await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118</cp:revision>
  <dcterms:created xsi:type="dcterms:W3CDTF">2020-12-02T06:26:25Z</dcterms:created>
  <dcterms:modified xsi:type="dcterms:W3CDTF">2024-12-05T03:22:14Z</dcterms:modified>
</cp:coreProperties>
</file>