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12/22/2020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70B91-2E81-4A13-8210-39B7D058556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BF7E-ECA1-4DDA-9D3A-52D82AAD85F3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3B71-9AA0-44E5-A05B-CC7AB530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-23840"/>
            <a:ext cx="6843183" cy="523374"/>
          </a:xfrm>
        </p:spPr>
        <p:txBody>
          <a:bodyPr>
            <a:normAutofit fontScale="90000"/>
          </a:bodyPr>
          <a:lstStyle/>
          <a:p>
            <a:r>
              <a:rPr lang="en-IN" dirty="0"/>
              <a:t>Navigator 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34663-8DC0-49EB-8DC0-828C376489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283" y="854627"/>
            <a:ext cx="7713133" cy="27699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window.navigator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object contains information about the visitor's browser.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227E6-E652-4245-A7A8-55132AC46480}"/>
              </a:ext>
            </a:extLst>
          </p:cNvPr>
          <p:cNvSpPr txBox="1"/>
          <p:nvPr/>
        </p:nvSpPr>
        <p:spPr>
          <a:xfrm>
            <a:off x="118532" y="1235439"/>
            <a:ext cx="6502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browser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navigator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appName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b_version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navigator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appVersion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apcode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navigator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appCodeName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navigator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language</a:t>
            </a:r>
            <a:endParaRPr lang="en-IN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 b=navigator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cookieEnabled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		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"Browser name: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browser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"Browser version: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b_version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app_code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apcode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/&gt;"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"lang: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“cookie enabled: 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EF23E-8075-48B5-AA15-8DA62023D8A0}"/>
              </a:ext>
            </a:extLst>
          </p:cNvPr>
          <p:cNvSpPr txBox="1"/>
          <p:nvPr/>
        </p:nvSpPr>
        <p:spPr>
          <a:xfrm>
            <a:off x="5022850" y="2020269"/>
            <a:ext cx="37909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Browser name: Netscape</a:t>
            </a:r>
            <a:br>
              <a:rPr lang="en-IN" dirty="0"/>
            </a:br>
            <a:r>
              <a:rPr lang="en-IN" dirty="0"/>
              <a:t>Browser version: 5.0 (Windows)</a:t>
            </a:r>
            <a:br>
              <a:rPr lang="en-IN" dirty="0"/>
            </a:br>
            <a:r>
              <a:rPr lang="en-IN" dirty="0" err="1"/>
              <a:t>app_code</a:t>
            </a:r>
            <a:r>
              <a:rPr lang="en-IN" dirty="0"/>
              <a:t>: Mozilla</a:t>
            </a:r>
            <a:br>
              <a:rPr lang="en-IN" dirty="0"/>
            </a:br>
            <a:r>
              <a:rPr lang="en-IN" dirty="0"/>
              <a:t>lang: </a:t>
            </a:r>
            <a:r>
              <a:rPr lang="en-IN" dirty="0" err="1"/>
              <a:t>en</a:t>
            </a:r>
            <a:r>
              <a:rPr lang="en-IN" dirty="0"/>
              <a:t>-US </a:t>
            </a:r>
          </a:p>
          <a:p>
            <a:r>
              <a:rPr lang="en-IN" dirty="0"/>
              <a:t>    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75EC8-A16F-4FF0-BD39-F34899C8B6A1}"/>
              </a:ext>
            </a:extLst>
          </p:cNvPr>
          <p:cNvSpPr txBox="1"/>
          <p:nvPr/>
        </p:nvSpPr>
        <p:spPr>
          <a:xfrm>
            <a:off x="-99959" y="5541708"/>
            <a:ext cx="916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NOTE:The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appCodeName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property returns the code name of the browser.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 not rely on it! "Mozilla" is the application code name for Chrome, Firefox, IE, Safari, and Opera.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Browscap.ini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44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C4FAB3-15CE-40AA-B5D1-AAB411386E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1667" y="944461"/>
            <a:ext cx="7120467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cookieEnabled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true if cookies are enabled, otherwise false: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8080B8-FACD-4F52-A0EE-B09C285F0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67" y="1464957"/>
            <a:ext cx="6223000" cy="815608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the application name of the browser: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Strange enough, "Netscape" is the application name for both IE11, Chrome, Firefox, and Safari.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307CEC-5E15-42BC-9FCA-E74AB8BE6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67" y="2729298"/>
            <a:ext cx="7230533" cy="538609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appCodeName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the application code name of the browser: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"Mozilla" is the application code name for both Chrome, Firefox, IE, Safari, and Opera.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29C514-47FB-4D45-BC70-C789CBB15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3542182"/>
            <a:ext cx="7044266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appVersion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version information about the browser: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B18DCC-AD77-490A-B11C-3B94FA0A9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4660329"/>
            <a:ext cx="5604933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onLine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true if the browser is online: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B18044-8CB5-48F0-AC69-589D45383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3" y="4078067"/>
            <a:ext cx="6561666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returns the browser platform (operating system):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4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DDD8-C970-4BB7-B380-6D5B0D47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433" y="11779"/>
            <a:ext cx="6443133" cy="338667"/>
          </a:xfrm>
        </p:spPr>
        <p:txBody>
          <a:bodyPr>
            <a:normAutofit fontScale="90000"/>
          </a:bodyPr>
          <a:lstStyle/>
          <a:p>
            <a:r>
              <a:rPr lang="en-IN" dirty="0"/>
              <a:t>History 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F44F0C-49CC-447D-B30A-9094D01EA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0733" y="438030"/>
            <a:ext cx="7552267" cy="70788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history.back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same as clicking back in the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history.forward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same as clicking forward in the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37F87-C9D9-44E8-81E1-577A2A04A96A}"/>
              </a:ext>
            </a:extLst>
          </p:cNvPr>
          <p:cNvSpPr txBox="1"/>
          <p:nvPr/>
        </p:nvSpPr>
        <p:spPr>
          <a:xfrm>
            <a:off x="120649" y="1233500"/>
            <a:ext cx="804121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//Run 1</a:t>
            </a:r>
            <a:r>
              <a:rPr lang="en-US" sz="1400" b="0" baseline="3000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this code and click hyperlink</a:t>
            </a:r>
          </a:p>
          <a:p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"copy.html"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 to next file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"next"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&lt;/body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14C9F-232E-4F48-95CE-DF89BED7D02A}"/>
              </a:ext>
            </a:extLst>
          </p:cNvPr>
          <p:cNvSpPr txBox="1"/>
          <p:nvPr/>
        </p:nvSpPr>
        <p:spPr>
          <a:xfrm>
            <a:off x="3242" y="2833938"/>
            <a:ext cx="91407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File name: copy.html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copy()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"copy data"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"back"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9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511</Words>
  <Application>Microsoft Office PowerPoint</Application>
  <PresentationFormat>On-screen Show (4:3)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Times New Roman</vt:lpstr>
      <vt:lpstr>Verdana</vt:lpstr>
      <vt:lpstr>Office Theme</vt:lpstr>
      <vt:lpstr>PowerPoint Presentation</vt:lpstr>
      <vt:lpstr>Navigator Object</vt:lpstr>
      <vt:lpstr>PowerPoint Presentation</vt:lpstr>
      <vt:lpstr>History Object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Sriram Mantri vidyanidhi infotech academy</cp:lastModifiedBy>
  <cp:revision>180</cp:revision>
  <dcterms:created xsi:type="dcterms:W3CDTF">2009-08-31T03:28:29Z</dcterms:created>
  <dcterms:modified xsi:type="dcterms:W3CDTF">2020-12-22T06:05:12Z</dcterms:modified>
</cp:coreProperties>
</file>