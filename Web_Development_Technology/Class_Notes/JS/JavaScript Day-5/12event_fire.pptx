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-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96C4-5FE2-4F01-A9A3-936D12BF1827}" type="datetimeFigureOut">
              <a:rPr lang="en-US" smtClean="0"/>
              <a:pPr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770B91-2E81-4A13-8210-39B7D058556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83BF7E-ECA1-4DDA-9D3A-52D82AAD85F3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4EC4-095C-4116-AF34-96AFAAB5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067" y="38100"/>
            <a:ext cx="3200400" cy="381000"/>
          </a:xfrm>
        </p:spPr>
        <p:txBody>
          <a:bodyPr>
            <a:normAutofit fontScale="90000"/>
          </a:bodyPr>
          <a:lstStyle/>
          <a:p>
            <a:r>
              <a:rPr lang="en-IN" dirty="0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DCAE-19A6-4C06-8AE7-036522A1E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"/>
            <a:ext cx="6400800" cy="1981200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1000" dirty="0"/>
              <a:t>An HTML event can be something the browser does, or something a user does.</a:t>
            </a:r>
          </a:p>
          <a:p>
            <a:pPr lvl="1"/>
            <a:r>
              <a:rPr lang="en-US" sz="1000" dirty="0"/>
              <a:t>Here are some examples of HTML events: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dirty="0"/>
              <a:t>An HTML web page has finished loading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An HTML input field was changed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An HTML button was clicked</a:t>
            </a:r>
          </a:p>
          <a:p>
            <a:r>
              <a:rPr lang="en-US" sz="1400" dirty="0"/>
              <a:t>Often, when events happen, you may want to do something.</a:t>
            </a:r>
          </a:p>
          <a:p>
            <a:r>
              <a:rPr lang="en-US" sz="1400" dirty="0"/>
              <a:t>JavaScript lets you execute code when events are detected.</a:t>
            </a:r>
          </a:p>
          <a:p>
            <a:r>
              <a:rPr lang="en-US" sz="1400" dirty="0"/>
              <a:t>HTML allows event handler attributes, </a:t>
            </a:r>
            <a:r>
              <a:rPr lang="en-US" sz="1400" b="1" dirty="0"/>
              <a:t>with JavaScript code</a:t>
            </a:r>
            <a:r>
              <a:rPr lang="en-US" sz="1400" dirty="0"/>
              <a:t>, to be added to HTML elements.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AED7B-5A1C-4D62-9857-5A936186032D}"/>
              </a:ext>
            </a:extLst>
          </p:cNvPr>
          <p:cNvSpPr txBox="1"/>
          <p:nvPr/>
        </p:nvSpPr>
        <p:spPr>
          <a:xfrm>
            <a:off x="25400" y="2039753"/>
            <a:ext cx="4470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 click button"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&lt;/head&gt;&lt;body&gt;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"button“</a:t>
            </a:r>
          </a:p>
          <a:p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"button“</a:t>
            </a:r>
          </a:p>
          <a:p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'button == clicked'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C9A3F-951C-4044-9750-54FEE1C302DD}"/>
              </a:ext>
            </a:extLst>
          </p:cNvPr>
          <p:cNvSpPr txBox="1"/>
          <p:nvPr/>
        </p:nvSpPr>
        <p:spPr>
          <a:xfrm>
            <a:off x="4529668" y="1932030"/>
            <a:ext cx="45889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"click event"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66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C47D-C5EB-4606-8863-88E2F4586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334962"/>
          </a:xfrm>
        </p:spPr>
        <p:txBody>
          <a:bodyPr>
            <a:normAutofit/>
          </a:bodyPr>
          <a:lstStyle/>
          <a:p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event,function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38D99-E7AE-494D-B0F3-096FD7350F63}"/>
              </a:ext>
            </a:extLst>
          </p:cNvPr>
          <p:cNvSpPr txBox="1"/>
          <p:nvPr/>
        </p:nvSpPr>
        <p:spPr>
          <a:xfrm>
            <a:off x="609600" y="684074"/>
            <a:ext cx="82719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Definition and Usage</a:t>
            </a:r>
          </a:p>
          <a:p>
            <a:r>
              <a:rPr lang="en-US" dirty="0"/>
              <a:t>The </a:t>
            </a:r>
            <a:r>
              <a:rPr lang="en-US" dirty="0" err="1"/>
              <a:t>addEventListener</a:t>
            </a:r>
            <a:r>
              <a:rPr lang="en-US" dirty="0"/>
              <a:t>() method attaches an event handler to the specified element.</a:t>
            </a:r>
          </a:p>
          <a:p>
            <a:r>
              <a:rPr lang="en-US" b="1" dirty="0"/>
              <a:t>Tip:</a:t>
            </a:r>
            <a:r>
              <a:rPr lang="en-US" dirty="0"/>
              <a:t> Use the removeEventListener() method to remove an event handler that has been attached with the </a:t>
            </a:r>
            <a:r>
              <a:rPr lang="en-US" dirty="0" err="1"/>
              <a:t>addEventListener</a:t>
            </a:r>
            <a:r>
              <a:rPr lang="en-US" dirty="0"/>
              <a:t>() method.</a:t>
            </a:r>
          </a:p>
          <a:p>
            <a:r>
              <a:rPr lang="en-US" b="1" dirty="0"/>
              <a:t>Tip:</a:t>
            </a:r>
            <a:r>
              <a:rPr lang="en-US" dirty="0"/>
              <a:t> Use the document.addEventListener() method to attach an event handler to the document.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436ED-6AF4-4B23-9B94-D9F406FFB4CF}"/>
              </a:ext>
            </a:extLst>
          </p:cNvPr>
          <p:cNvSpPr txBox="1"/>
          <p:nvPr/>
        </p:nvSpPr>
        <p:spPr>
          <a:xfrm>
            <a:off x="0" y="2512874"/>
            <a:ext cx="90751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html&gt;&lt;html&gt;&lt;head&gt;</a:t>
            </a:r>
          </a:p>
          <a:p>
            <a:r>
              <a:rPr lang="en-IN" dirty="0"/>
              <a:t>&lt;script&gt;</a:t>
            </a:r>
          </a:p>
          <a:p>
            <a:r>
              <a:rPr lang="en-IN" dirty="0"/>
              <a:t>function go()</a:t>
            </a:r>
          </a:p>
          <a:p>
            <a:r>
              <a:rPr lang="en-IN" dirty="0"/>
              <a:t>{alert("click event");}</a:t>
            </a:r>
          </a:p>
          <a:p>
            <a:r>
              <a:rPr lang="en-IN" dirty="0"/>
              <a:t>&lt;/script&gt;&lt;/head&gt;&lt;body&gt;</a:t>
            </a:r>
          </a:p>
          <a:p>
            <a:r>
              <a:rPr lang="en-IN" dirty="0"/>
              <a:t>&lt;form&gt;</a:t>
            </a:r>
          </a:p>
          <a:p>
            <a:r>
              <a:rPr lang="en-IN" dirty="0"/>
              <a:t>&lt;input type="button" id="</a:t>
            </a:r>
            <a:r>
              <a:rPr lang="en-IN" dirty="0" err="1"/>
              <a:t>btn</a:t>
            </a:r>
            <a:r>
              <a:rPr lang="en-IN" dirty="0"/>
              <a:t>"/&gt;</a:t>
            </a:r>
          </a:p>
          <a:p>
            <a:r>
              <a:rPr lang="en-IN" dirty="0"/>
              <a:t>&lt;p id="pp"&gt; </a:t>
            </a:r>
            <a:r>
              <a:rPr lang="en-IN" dirty="0" err="1"/>
              <a:t>i</a:t>
            </a:r>
            <a:r>
              <a:rPr lang="en-IN" dirty="0"/>
              <a:t> am p tag&lt;/p&gt;</a:t>
            </a:r>
          </a:p>
          <a:p>
            <a:r>
              <a:rPr lang="en-IN" dirty="0"/>
              <a:t>&lt;/form&gt;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&lt;script&gt;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btn</a:t>
            </a:r>
            <a:r>
              <a:rPr lang="en-IN" dirty="0"/>
              <a:t>").</a:t>
            </a:r>
            <a:r>
              <a:rPr lang="en-IN" dirty="0" err="1"/>
              <a:t>addEventListener</a:t>
            </a:r>
            <a:r>
              <a:rPr lang="en-IN" dirty="0"/>
              <a:t>("</a:t>
            </a:r>
            <a:r>
              <a:rPr lang="en-IN" dirty="0" err="1"/>
              <a:t>click",go</a:t>
            </a:r>
            <a:r>
              <a:rPr lang="en-IN" dirty="0"/>
              <a:t>);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("pp").</a:t>
            </a:r>
            <a:r>
              <a:rPr lang="en-IN" dirty="0" err="1"/>
              <a:t>addEventListener</a:t>
            </a:r>
            <a:r>
              <a:rPr lang="en-IN" dirty="0"/>
              <a:t>("mouseover",</a:t>
            </a:r>
          </a:p>
          <a:p>
            <a:r>
              <a:rPr lang="en-IN" dirty="0"/>
              <a:t>function rise(){alert("go rise")}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84513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6246A0-66F5-4981-A945-9FCD9EF45DBE}"/>
              </a:ext>
            </a:extLst>
          </p:cNvPr>
          <p:cNvSpPr txBox="1"/>
          <p:nvPr/>
        </p:nvSpPr>
        <p:spPr>
          <a:xfrm>
            <a:off x="162233" y="746683"/>
            <a:ext cx="42524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&lt;style&gt;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#myDIV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coral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8AB5E-7415-4C50-A3F7-2DB6A1DEEA40}"/>
              </a:ext>
            </a:extLst>
          </p:cNvPr>
          <p:cNvSpPr txBox="1"/>
          <p:nvPr/>
        </p:nvSpPr>
        <p:spPr>
          <a:xfrm>
            <a:off x="162232" y="3609005"/>
            <a:ext cx="86671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div element has an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onmousemove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handler that displays a random number every time you move your mouse inside this orange field.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remove the DIV's event handler.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removeHandler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myBtn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&lt;p&gt;&lt;strong&gt;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and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removeEventListener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methods are not supported in Internet Explorer 8 and earlier versions.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1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B5B69A5-B56C-4F9D-99DD-318FDEBA6A92}"/>
              </a:ext>
            </a:extLst>
          </p:cNvPr>
          <p:cNvSpPr txBox="1"/>
          <p:nvPr/>
        </p:nvSpPr>
        <p:spPr>
          <a:xfrm>
            <a:off x="81116" y="388352"/>
            <a:ext cx="898176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div element has an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onmousemove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event handler that displays a random number every time you move your mouse inside this orange field.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remove the DIV's event handler.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removeHandler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myBtn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&lt;p&gt;&lt;strong&gt;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and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removeEventListener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methods are not supported in Internet Explorer 8 and earlier versions.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mousemove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removeHandler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removeEventListener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mousemove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"mouseover"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)})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mouseout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()=&gt;alert(“mouse out”)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844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</TotalTime>
  <Words>761</Words>
  <Application>Microsoft Office PowerPoint</Application>
  <PresentationFormat>On-screen Show (4:3)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Consolas</vt:lpstr>
      <vt:lpstr>Office Theme</vt:lpstr>
      <vt:lpstr>PowerPoint Presentation</vt:lpstr>
      <vt:lpstr>Event</vt:lpstr>
      <vt:lpstr>addEventListener(event,function)</vt:lpstr>
      <vt:lpstr>PowerPoint Presentation</vt:lpstr>
      <vt:lpstr>PowerPoint Presentation</vt:lpstr>
    </vt:vector>
  </TitlesOfParts>
  <Company>vita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ketki</dc:creator>
  <cp:lastModifiedBy>sriram mantri vidyanidhi infotech academy</cp:lastModifiedBy>
  <cp:revision>157</cp:revision>
  <dcterms:created xsi:type="dcterms:W3CDTF">2009-08-31T03:28:29Z</dcterms:created>
  <dcterms:modified xsi:type="dcterms:W3CDTF">2024-12-06T03:56:44Z</dcterms:modified>
</cp:coreProperties>
</file>