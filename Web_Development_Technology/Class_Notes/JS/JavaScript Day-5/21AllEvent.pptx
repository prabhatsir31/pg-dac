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8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06-12-2024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4945-66E2-4457-97FA-E27A734E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766" y="72495"/>
            <a:ext cx="9914467" cy="60854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onBlur-onFocus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CC1A3-E347-40AA-BBD4-BF9FD040A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778933"/>
            <a:ext cx="6138332" cy="539803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 name: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 name: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setStyle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” 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setStyle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occurs when an object gets focus.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5782A-A967-465C-A4CE-DFEB97CFE82C}"/>
              </a:ext>
            </a:extLst>
          </p:cNvPr>
          <p:cNvSpPr txBox="1"/>
          <p:nvPr/>
        </p:nvSpPr>
        <p:spPr>
          <a:xfrm>
            <a:off x="6485467" y="482600"/>
            <a:ext cx="52239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effectLst/>
                <a:latin typeface="Consolas" panose="020B0609020204030204" pitchFamily="49" charset="0"/>
              </a:rPr>
              <a:t> When a component loose focus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effectLst/>
                <a:latin typeface="Consolas" panose="020B0609020204030204" pitchFamily="49" charset="0"/>
              </a:rPr>
              <a:t> event get fired.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Eg</a:t>
            </a:r>
            <a:r>
              <a:rPr lang="en-IN" b="0" dirty="0">
                <a:effectLst/>
                <a:latin typeface="Consolas" panose="020B0609020204030204" pitchFamily="49" charset="0"/>
              </a:rPr>
              <a:t> when you have two text box t1,t2. when you click on t1 and then move cursor to t2 then t1 will get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onblur</a:t>
            </a:r>
            <a:r>
              <a:rPr lang="en-IN" b="0" dirty="0">
                <a:effectLst/>
                <a:latin typeface="Consolas" panose="020B0609020204030204" pitchFamily="49" charset="0"/>
              </a:rPr>
              <a:t> event. We can do validation of a field on blur.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Onfocus: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when</a:t>
            </a:r>
            <a:r>
              <a:rPr lang="en-IN" b="0" dirty="0">
                <a:effectLst/>
                <a:latin typeface="Consolas" panose="020B0609020204030204" pitchFamily="49" charset="0"/>
              </a:rPr>
              <a:t> you click on a component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effectLst/>
                <a:latin typeface="Consolas" panose="020B0609020204030204" pitchFamily="49" charset="0"/>
              </a:rPr>
              <a:t> event get fired.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Onfocus</a:t>
            </a:r>
            <a:r>
              <a:rPr lang="en-IN" b="0" dirty="0">
                <a:effectLst/>
                <a:latin typeface="Consolas" panose="020B0609020204030204" pitchFamily="49" charset="0"/>
              </a:rPr>
              <a:t> you can give border to textbox.</a:t>
            </a:r>
            <a:endParaRPr lang="en-IN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76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A07E-ADD1-4E01-B419-8796C06A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7" y="60326"/>
            <a:ext cx="9838266" cy="388407"/>
          </a:xfrm>
        </p:spPr>
        <p:txBody>
          <a:bodyPr>
            <a:normAutofit/>
          </a:bodyPr>
          <a:lstStyle/>
          <a:p>
            <a:r>
              <a:rPr lang="en-IN" sz="1200" b="0" dirty="0" err="1">
                <a:effectLst/>
                <a:latin typeface="Consolas" panose="020B0609020204030204" pitchFamily="49" charset="0"/>
              </a:rPr>
              <a:t>onmousemove</a:t>
            </a: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FC362-AAF5-4ED1-998F-809ED1ECA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" y="1122891"/>
            <a:ext cx="10515600" cy="1975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"image.gif"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"vita"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onmousemove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'Visit Mumbai!'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2862D-159B-4F64-BDD0-5303DE9C5C5E}"/>
              </a:ext>
            </a:extLst>
          </p:cNvPr>
          <p:cNvSpPr txBox="1"/>
          <p:nvPr/>
        </p:nvSpPr>
        <p:spPr>
          <a:xfrm>
            <a:off x="431800" y="3598333"/>
            <a:ext cx="893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When you move the mouse this event get </a:t>
            </a:r>
            <a:r>
              <a:rPr lang="en-IN" dirty="0" err="1"/>
              <a:t>fierd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14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2674-45CF-4954-AA33-B9BDC7D0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6" y="131762"/>
            <a:ext cx="10092267" cy="549275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onError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6DD1F-5EB4-43C4-B813-BC6CC6041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3" y="1016000"/>
            <a:ext cx="11108267" cy="1380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is triggered when an error occurs loading a document or an image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"imae.gif"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'The image could not be loaded.'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E4FCE-104D-4550-992C-260317A60E67}"/>
              </a:ext>
            </a:extLst>
          </p:cNvPr>
          <p:cNvSpPr txBox="1"/>
          <p:nvPr/>
        </p:nvSpPr>
        <p:spPr>
          <a:xfrm>
            <a:off x="465667" y="2387601"/>
            <a:ext cx="954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the above example ensure that [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imae.gif</a:t>
            </a:r>
            <a:r>
              <a:rPr lang="en-IN" dirty="0"/>
              <a:t>] image is not there in the folder. Internally it will try to load image which is not there so it will get </a:t>
            </a:r>
            <a:r>
              <a:rPr lang="en-IN" dirty="0" err="1"/>
              <a:t>onerror</a:t>
            </a:r>
            <a:r>
              <a:rPr lang="en-IN" dirty="0"/>
              <a:t> event</a:t>
            </a:r>
          </a:p>
        </p:txBody>
      </p:sp>
    </p:spTree>
    <p:extLst>
      <p:ext uri="{BB962C8B-B14F-4D97-AF65-F5344CB8AC3E}">
        <p14:creationId xmlns:p14="http://schemas.microsoft.com/office/powerpoint/2010/main" val="3656453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1CD3-1FA7-4C19-B2B7-528A27A6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598" y="17993"/>
            <a:ext cx="10066867" cy="464608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onChange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97363-B773-4E4E-A7B4-86DFEFE11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745067"/>
            <a:ext cx="8255000" cy="55022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favBrowser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	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 your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browser: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favBrowser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Internet Explorer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Netscape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Opera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browser is: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favorite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A670C-3A9A-49C8-978B-A4634153C83B}"/>
              </a:ext>
            </a:extLst>
          </p:cNvPr>
          <p:cNvSpPr txBox="1"/>
          <p:nvPr/>
        </p:nvSpPr>
        <p:spPr>
          <a:xfrm>
            <a:off x="7391400" y="812800"/>
            <a:ext cx="4487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our example when user select option from dropdown internally it is firing </a:t>
            </a:r>
            <a:r>
              <a:rPr lang="en-IN" dirty="0" err="1"/>
              <a:t>onchange</a:t>
            </a:r>
            <a:r>
              <a:rPr lang="en-IN" dirty="0"/>
              <a:t> event.</a:t>
            </a:r>
          </a:p>
        </p:txBody>
      </p:sp>
    </p:spTree>
    <p:extLst>
      <p:ext uri="{BB962C8B-B14F-4D97-AF65-F5344CB8AC3E}">
        <p14:creationId xmlns:p14="http://schemas.microsoft.com/office/powerpoint/2010/main" val="383837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1542-486A-494F-A3B8-CAD7C0AC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528" y="-96990"/>
            <a:ext cx="9409471" cy="736088"/>
          </a:xfrm>
        </p:spPr>
        <p:txBody>
          <a:bodyPr/>
          <a:lstStyle/>
          <a:p>
            <a:r>
              <a:rPr lang="en-US" dirty="0"/>
              <a:t>Event: input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F296-43F7-491F-9399-8E4307EAF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7" y="1091381"/>
            <a:ext cx="11316929" cy="5643716"/>
          </a:xfrm>
        </p:spPr>
        <p:txBody>
          <a:bodyPr>
            <a:noAutofit/>
          </a:bodyPr>
          <a:lstStyle/>
          <a:p>
            <a:r>
              <a:rPr lang="en-US" sz="1600" dirty="0"/>
              <a:t>The input event triggers every time after a value is modified by the user.</a:t>
            </a:r>
          </a:p>
          <a:p>
            <a:r>
              <a:rPr lang="en-US" sz="1600" dirty="0"/>
              <a:t>Unlike keyboard events, it triggers on any value change, even those that does not involve keyboard actions: pasting with a mouse or using speech recognition to dictate the text.</a:t>
            </a:r>
          </a:p>
          <a:p>
            <a:r>
              <a:rPr lang="en-US" sz="1600" dirty="0"/>
              <a:t>For instance:</a:t>
            </a:r>
          </a:p>
          <a:p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"result"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&gt;&lt;/span&gt;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"result"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/>
              <a:t>If we want to handle every modification of an &lt;input&gt; then this event is the best choice.</a:t>
            </a:r>
          </a:p>
          <a:p>
            <a:r>
              <a:rPr lang="en-US" sz="1600" dirty="0"/>
              <a:t>On the other hand, input event doesn’t trigger on keyboard input and other actions that do not involve value change, e.g. pressing arrow keys ⇦ ⇨ while in the input.</a:t>
            </a:r>
          </a:p>
          <a:p>
            <a:r>
              <a:rPr lang="en-US" sz="1600" dirty="0"/>
              <a:t>Can’t prevent anything in </a:t>
            </a:r>
            <a:r>
              <a:rPr lang="en-US" sz="1600" dirty="0" err="1"/>
              <a:t>oninput</a:t>
            </a:r>
            <a:endParaRPr lang="en-US" sz="1600" dirty="0"/>
          </a:p>
          <a:p>
            <a:r>
              <a:rPr lang="en-US" sz="1600" dirty="0"/>
              <a:t>The input event occurs after the value is modified.</a:t>
            </a:r>
          </a:p>
          <a:p>
            <a:r>
              <a:rPr lang="en-US" sz="1600" dirty="0"/>
              <a:t>So we can’t use </a:t>
            </a:r>
            <a:r>
              <a:rPr lang="en-US" sz="1600" dirty="0" err="1"/>
              <a:t>event.preventDefault</a:t>
            </a:r>
            <a:r>
              <a:rPr lang="en-US" sz="1600" dirty="0"/>
              <a:t>() there – it’s just too late, there would be no effect.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7817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37C9-1F21-4F26-BEAC-8AB4038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266" y="0"/>
            <a:ext cx="9855200" cy="490008"/>
          </a:xfrm>
        </p:spPr>
        <p:txBody>
          <a:bodyPr>
            <a:normAutofit fontScale="90000"/>
          </a:bodyPr>
          <a:lstStyle/>
          <a:p>
            <a:r>
              <a:rPr lang="en-IN" dirty="0"/>
              <a:t>Key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0527-13E3-4BBA-8282-589DE8581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592667"/>
            <a:ext cx="10718800" cy="5025496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The MSDN documentation states the order in which the three events occur fairly clearly:</a:t>
            </a:r>
          </a:p>
          <a:p>
            <a:r>
              <a:rPr lang="en-US" dirty="0"/>
              <a:t>Key events occur in the following order:</a:t>
            </a:r>
          </a:p>
          <a:p>
            <a:r>
              <a:rPr lang="en-US" dirty="0" err="1"/>
              <a:t>KeyDown</a:t>
            </a:r>
            <a:endParaRPr lang="en-US" dirty="0"/>
          </a:p>
          <a:p>
            <a:r>
              <a:rPr lang="en-US" dirty="0" err="1"/>
              <a:t>KeyPress</a:t>
            </a:r>
            <a:endParaRPr lang="en-US" dirty="0"/>
          </a:p>
          <a:p>
            <a:r>
              <a:rPr lang="en-US" dirty="0" err="1"/>
              <a:t>KeyUp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KeyDown</a:t>
            </a:r>
            <a:r>
              <a:rPr lang="en-US" dirty="0"/>
              <a:t> is raised as soon as the user presses a key on the keyboard, while they're still holding it down. it also raised for </a:t>
            </a:r>
            <a:r>
              <a:rPr lang="en-US" b="1" dirty="0">
                <a:highlight>
                  <a:srgbClr val="FFFF00"/>
                </a:highlight>
              </a:rPr>
              <a:t>noncharacter keys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KeyPress</a:t>
            </a:r>
            <a:r>
              <a:rPr lang="en-US" dirty="0"/>
              <a:t> is raised </a:t>
            </a:r>
            <a:r>
              <a:rPr lang="en-US" dirty="0">
                <a:highlight>
                  <a:srgbClr val="FFFF00"/>
                </a:highlight>
              </a:rPr>
              <a:t>for character keys </a:t>
            </a:r>
            <a:r>
              <a:rPr lang="en-US" dirty="0"/>
              <a:t>(unlike </a:t>
            </a:r>
            <a:r>
              <a:rPr lang="en-US" dirty="0" err="1"/>
              <a:t>KeyDown</a:t>
            </a:r>
            <a:r>
              <a:rPr lang="en-US" dirty="0"/>
              <a:t> and </a:t>
            </a:r>
            <a:r>
              <a:rPr lang="en-US" dirty="0" err="1"/>
              <a:t>KeyUp</a:t>
            </a:r>
            <a:r>
              <a:rPr lang="en-US" dirty="0"/>
              <a:t>, which are also raised for noncharacter keys) while the key is pressed. This is a "higher-level" event than either </a:t>
            </a:r>
            <a:r>
              <a:rPr lang="en-US" dirty="0" err="1"/>
              <a:t>KeyDown</a:t>
            </a:r>
            <a:r>
              <a:rPr lang="en-US" dirty="0"/>
              <a:t> or </a:t>
            </a:r>
            <a:r>
              <a:rPr lang="en-US" dirty="0" err="1"/>
              <a:t>KeyUp</a:t>
            </a:r>
            <a:r>
              <a:rPr lang="en-US" dirty="0"/>
              <a:t>, and as such, different data is available in the </a:t>
            </a:r>
            <a:r>
              <a:rPr lang="en-US" dirty="0" err="1"/>
              <a:t>EventArgs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KeyUp</a:t>
            </a:r>
            <a:r>
              <a:rPr lang="en-US" dirty="0"/>
              <a:t> is raised after the user releases a key on the keyboard. it also raised for </a:t>
            </a:r>
            <a:r>
              <a:rPr lang="en-US" dirty="0">
                <a:highlight>
                  <a:srgbClr val="FFFF00"/>
                </a:highlight>
              </a:rPr>
              <a:t>noncharacter keys</a:t>
            </a:r>
          </a:p>
          <a:p>
            <a:endParaRPr lang="en-US" dirty="0"/>
          </a:p>
          <a:p>
            <a:r>
              <a:rPr lang="en-US" dirty="0"/>
              <a:t>Generally, you should handle the </a:t>
            </a:r>
            <a:r>
              <a:rPr lang="en-US" dirty="0" err="1"/>
              <a:t>KeyUp</a:t>
            </a:r>
            <a:r>
              <a:rPr lang="en-US" dirty="0"/>
              <a:t> event in your application. Actions should not be initiated in the UI until after the user releases the key. And since </a:t>
            </a:r>
            <a:r>
              <a:rPr lang="en-US" dirty="0" err="1"/>
              <a:t>KeyUp</a:t>
            </a:r>
            <a:r>
              <a:rPr lang="en-US" dirty="0"/>
              <a:t> is a lower-level event than </a:t>
            </a:r>
            <a:r>
              <a:rPr lang="en-US" dirty="0" err="1"/>
              <a:t>KeyPress</a:t>
            </a:r>
            <a:r>
              <a:rPr lang="en-US" dirty="0"/>
              <a:t>, you'll always have plenty of information at your fingertips about the key that was pressed, and it will even work for handling non-character keys.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174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4DD0-BAF6-4052-B76C-4FB116483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666" y="97895"/>
            <a:ext cx="9736667" cy="583142"/>
          </a:xfrm>
        </p:spPr>
        <p:txBody>
          <a:bodyPr>
            <a:normAutofit fontScale="90000"/>
          </a:bodyPr>
          <a:lstStyle/>
          <a:p>
            <a:r>
              <a:rPr lang="en-IN" dirty="0"/>
              <a:t>Keypress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A7A5-FC5C-480C-85BD-CE7411074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4" y="826558"/>
            <a:ext cx="6350000" cy="61330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onkeydown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occurs when a keyboard key is pressed.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noNumbers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keynum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numcheck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keynum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keyCode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fromCharCode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keynum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numcheck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 /\d/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!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numcheck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keychar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onkeypress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noNumbers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onkeydown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false"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93FEE-8FC0-416F-8087-C04F8334C9D9}"/>
              </a:ext>
            </a:extLst>
          </p:cNvPr>
          <p:cNvSpPr txBox="1"/>
          <p:nvPr/>
        </p:nvSpPr>
        <p:spPr>
          <a:xfrm>
            <a:off x="6908800" y="254000"/>
            <a:ext cx="487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default all event return true.</a:t>
            </a:r>
          </a:p>
          <a:p>
            <a:r>
              <a:rPr lang="en-IN" sz="1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onkeydown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false"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when you add this in input tag it will not allowed to type at all.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onkeypress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/>
              <a:t> is raised for character keys (unlike </a:t>
            </a:r>
            <a:r>
              <a:rPr lang="en-US" dirty="0" err="1"/>
              <a:t>KeyDown</a:t>
            </a:r>
            <a:r>
              <a:rPr lang="en-US" dirty="0"/>
              <a:t> and </a:t>
            </a:r>
            <a:r>
              <a:rPr lang="en-US" dirty="0" err="1"/>
              <a:t>KeyUp</a:t>
            </a:r>
            <a:r>
              <a:rPr lang="en-US" dirty="0"/>
              <a:t>, which are also raised for noncharacter keys) while the key is pressed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AAC17FA-B2FA-461D-B1DD-D25CA38B5580}"/>
              </a:ext>
            </a:extLst>
          </p:cNvPr>
          <p:cNvSpPr/>
          <p:nvPr/>
        </p:nvSpPr>
        <p:spPr>
          <a:xfrm>
            <a:off x="1514168" y="4119716"/>
            <a:ext cx="973393" cy="432619"/>
          </a:xfrm>
          <a:custGeom>
            <a:avLst/>
            <a:gdLst>
              <a:gd name="connsiteX0" fmla="*/ 0 w 973393"/>
              <a:gd name="connsiteY0" fmla="*/ 432619 h 432619"/>
              <a:gd name="connsiteX1" fmla="*/ 19664 w 973393"/>
              <a:gd name="connsiteY1" fmla="*/ 334297 h 432619"/>
              <a:gd name="connsiteX2" fmla="*/ 29497 w 973393"/>
              <a:gd name="connsiteY2" fmla="*/ 304800 h 432619"/>
              <a:gd name="connsiteX3" fmla="*/ 88490 w 973393"/>
              <a:gd name="connsiteY3" fmla="*/ 235974 h 432619"/>
              <a:gd name="connsiteX4" fmla="*/ 157316 w 973393"/>
              <a:gd name="connsiteY4" fmla="*/ 147484 h 432619"/>
              <a:gd name="connsiteX5" fmla="*/ 216309 w 973393"/>
              <a:gd name="connsiteY5" fmla="*/ 58994 h 432619"/>
              <a:gd name="connsiteX6" fmla="*/ 265471 w 973393"/>
              <a:gd name="connsiteY6" fmla="*/ 29497 h 432619"/>
              <a:gd name="connsiteX7" fmla="*/ 304800 w 973393"/>
              <a:gd name="connsiteY7" fmla="*/ 0 h 432619"/>
              <a:gd name="connsiteX8" fmla="*/ 511277 w 973393"/>
              <a:gd name="connsiteY8" fmla="*/ 29497 h 432619"/>
              <a:gd name="connsiteX9" fmla="*/ 589935 w 973393"/>
              <a:gd name="connsiteY9" fmla="*/ 49161 h 432619"/>
              <a:gd name="connsiteX10" fmla="*/ 639097 w 973393"/>
              <a:gd name="connsiteY10" fmla="*/ 78658 h 432619"/>
              <a:gd name="connsiteX11" fmla="*/ 766916 w 973393"/>
              <a:gd name="connsiteY11" fmla="*/ 147484 h 432619"/>
              <a:gd name="connsiteX12" fmla="*/ 796413 w 973393"/>
              <a:gd name="connsiteY12" fmla="*/ 176981 h 432619"/>
              <a:gd name="connsiteX13" fmla="*/ 825909 w 973393"/>
              <a:gd name="connsiteY13" fmla="*/ 196645 h 432619"/>
              <a:gd name="connsiteX14" fmla="*/ 894735 w 973393"/>
              <a:gd name="connsiteY14" fmla="*/ 265471 h 432619"/>
              <a:gd name="connsiteX15" fmla="*/ 943897 w 973393"/>
              <a:gd name="connsiteY15" fmla="*/ 324465 h 432619"/>
              <a:gd name="connsiteX16" fmla="*/ 973393 w 973393"/>
              <a:gd name="connsiteY16" fmla="*/ 383458 h 432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73393" h="432619">
                <a:moveTo>
                  <a:pt x="0" y="432619"/>
                </a:moveTo>
                <a:cubicBezTo>
                  <a:pt x="6555" y="399845"/>
                  <a:pt x="12148" y="366864"/>
                  <a:pt x="19664" y="334297"/>
                </a:cubicBezTo>
                <a:cubicBezTo>
                  <a:pt x="21995" y="324198"/>
                  <a:pt x="24862" y="314070"/>
                  <a:pt x="29497" y="304800"/>
                </a:cubicBezTo>
                <a:cubicBezTo>
                  <a:pt x="47899" y="267996"/>
                  <a:pt x="58920" y="270921"/>
                  <a:pt x="88490" y="235974"/>
                </a:cubicBezTo>
                <a:cubicBezTo>
                  <a:pt x="112628" y="207448"/>
                  <a:pt x="140605" y="180907"/>
                  <a:pt x="157316" y="147484"/>
                </a:cubicBezTo>
                <a:cubicBezTo>
                  <a:pt x="175360" y="111395"/>
                  <a:pt x="183581" y="88086"/>
                  <a:pt x="216309" y="58994"/>
                </a:cubicBezTo>
                <a:cubicBezTo>
                  <a:pt x="230593" y="46298"/>
                  <a:pt x="249570" y="40098"/>
                  <a:pt x="265471" y="29497"/>
                </a:cubicBezTo>
                <a:cubicBezTo>
                  <a:pt x="279106" y="20407"/>
                  <a:pt x="291690" y="9832"/>
                  <a:pt x="304800" y="0"/>
                </a:cubicBezTo>
                <a:cubicBezTo>
                  <a:pt x="527614" y="14854"/>
                  <a:pt x="382552" y="-7282"/>
                  <a:pt x="511277" y="29497"/>
                </a:cubicBezTo>
                <a:cubicBezTo>
                  <a:pt x="537263" y="36922"/>
                  <a:pt x="589935" y="49161"/>
                  <a:pt x="589935" y="49161"/>
                </a:cubicBezTo>
                <a:cubicBezTo>
                  <a:pt x="606322" y="58993"/>
                  <a:pt x="621633" y="70896"/>
                  <a:pt x="639097" y="78658"/>
                </a:cubicBezTo>
                <a:cubicBezTo>
                  <a:pt x="715812" y="112753"/>
                  <a:pt x="659329" y="39897"/>
                  <a:pt x="766916" y="147484"/>
                </a:cubicBezTo>
                <a:cubicBezTo>
                  <a:pt x="776748" y="157316"/>
                  <a:pt x="785731" y="168079"/>
                  <a:pt x="796413" y="176981"/>
                </a:cubicBezTo>
                <a:cubicBezTo>
                  <a:pt x="805491" y="184546"/>
                  <a:pt x="817126" y="188740"/>
                  <a:pt x="825909" y="196645"/>
                </a:cubicBezTo>
                <a:cubicBezTo>
                  <a:pt x="850025" y="218350"/>
                  <a:pt x="876738" y="238475"/>
                  <a:pt x="894735" y="265471"/>
                </a:cubicBezTo>
                <a:cubicBezTo>
                  <a:pt x="922113" y="306538"/>
                  <a:pt x="906044" y="286612"/>
                  <a:pt x="943897" y="324465"/>
                </a:cubicBezTo>
                <a:cubicBezTo>
                  <a:pt x="955977" y="372787"/>
                  <a:pt x="944174" y="354239"/>
                  <a:pt x="973393" y="38345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B01B956-DD9B-4D6B-98AB-4B9D695A1F85}"/>
              </a:ext>
            </a:extLst>
          </p:cNvPr>
          <p:cNvSpPr/>
          <p:nvPr/>
        </p:nvSpPr>
        <p:spPr>
          <a:xfrm rot="8965154">
            <a:off x="2279756" y="4288869"/>
            <a:ext cx="275303" cy="21630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8997-D73B-4594-BA22-99BF68E4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0"/>
            <a:ext cx="10227733" cy="583142"/>
          </a:xfrm>
        </p:spPr>
        <p:txBody>
          <a:bodyPr>
            <a:normAutofit fontScale="90000"/>
          </a:bodyPr>
          <a:lstStyle/>
          <a:p>
            <a:r>
              <a:rPr lang="en-IN" dirty="0"/>
              <a:t>Mouse leave -out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81DE-8A19-461C-8B7F-239808A8F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185"/>
            <a:ext cx="4580465" cy="524563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024B4-0F9A-46D6-B75B-437AEFBCE800}"/>
              </a:ext>
            </a:extLst>
          </p:cNvPr>
          <p:cNvSpPr txBox="1"/>
          <p:nvPr/>
        </p:nvSpPr>
        <p:spPr>
          <a:xfrm>
            <a:off x="7611537" y="5012942"/>
            <a:ext cx="45804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mouseleave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event only occurs when the mouse pointer is moved out of the div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onmouseout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event occurs when the mouse pointer is moved out of the div element,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and when it leaves its child elements (p and span).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CCA68-6A50-429C-8D22-09794B657F99}"/>
              </a:ext>
            </a:extLst>
          </p:cNvPr>
          <p:cNvSpPr txBox="1"/>
          <p:nvPr/>
        </p:nvSpPr>
        <p:spPr>
          <a:xfrm>
            <a:off x="3294590" y="142505"/>
            <a:ext cx="579755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IN" sz="14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onmouseleave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myLeaveFunction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onmouseleave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"demo2"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Mouse over and leave me!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myOutFunction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"demo3"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Mouse over and leave me!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myLeaveFunction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"demo2"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myOutFunction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"demo3"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43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1321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Consolas</vt:lpstr>
      <vt:lpstr>Times New Roman</vt:lpstr>
      <vt:lpstr>Office Theme</vt:lpstr>
      <vt:lpstr>PowerPoint Presentation</vt:lpstr>
      <vt:lpstr>onBlur-onFocus</vt:lpstr>
      <vt:lpstr>onmousemove</vt:lpstr>
      <vt:lpstr>onError</vt:lpstr>
      <vt:lpstr>onChange</vt:lpstr>
      <vt:lpstr>Event: input</vt:lpstr>
      <vt:lpstr>Key event</vt:lpstr>
      <vt:lpstr>Keypress</vt:lpstr>
      <vt:lpstr>Mouse leave -out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17</cp:revision>
  <dcterms:created xsi:type="dcterms:W3CDTF">2020-12-02T06:26:25Z</dcterms:created>
  <dcterms:modified xsi:type="dcterms:W3CDTF">2024-12-06T05:15:28Z</dcterms:modified>
</cp:coreProperties>
</file>