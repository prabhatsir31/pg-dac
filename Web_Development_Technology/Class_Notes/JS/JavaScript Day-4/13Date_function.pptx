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9" r:id="rId6"/>
    <p:sldId id="264" r:id="rId7"/>
    <p:sldId id="265" r:id="rId8"/>
    <p:sldId id="266" r:id="rId9"/>
    <p:sldId id="268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6/22/2023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6/22/2023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6/22/2023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6/22/2023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6/22/2023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6/22/2023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6/22/2023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6/22/2023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6/22/2023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6/22/2023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6/22/2023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196C4-5FE2-4F01-A9A3-936D12BF1827}" type="datetimeFigureOut">
              <a:rPr lang="en-US" smtClean="0"/>
              <a:pPr/>
              <a:t>6/22/2023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770B91-2E81-4A13-8210-39B7D058556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F83BF7E-ECA1-4DDA-9D3A-52D82AAD85F3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1543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CFA48-F8B9-4087-BF3E-0C25B0CF4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79906"/>
            <a:ext cx="7772400" cy="741362"/>
          </a:xfrm>
        </p:spPr>
        <p:txBody>
          <a:bodyPr>
            <a:noAutofit/>
          </a:bodyPr>
          <a:lstStyle/>
          <a:p>
            <a:r>
              <a:rPr lang="en-IN" sz="6000" dirty="0" err="1"/>
              <a:t>Date:function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46084-7FC6-4D7C-9813-48A07ED2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33" y="982133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By default, JavaScript will use the browser's time zone and display a date as a full text string:</a:t>
            </a:r>
          </a:p>
          <a:p>
            <a:r>
              <a:rPr lang="en-US" sz="2000" b="1" dirty="0"/>
              <a:t>Mon Nov 30 2020 13:03:21 GMT+0530 (India Standard Time)</a:t>
            </a:r>
            <a:endParaRPr lang="en-US" sz="2000" dirty="0"/>
          </a:p>
          <a:p>
            <a:pPr lvl="1"/>
            <a:r>
              <a:rPr lang="en-US" sz="1800" b="1" dirty="0"/>
              <a:t>There are 4 ways to create a new date object:</a:t>
            </a:r>
          </a:p>
          <a:p>
            <a:pPr lvl="1"/>
            <a:endParaRPr lang="en-US" sz="1800" b="1" dirty="0"/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()//</a:t>
            </a:r>
            <a:r>
              <a:rPr lang="en-US" sz="1100" dirty="0"/>
              <a:t>creates a new date object with the </a:t>
            </a:r>
            <a:r>
              <a:rPr lang="en-US" sz="1100" b="1" dirty="0"/>
              <a:t>current date and time</a:t>
            </a:r>
            <a:r>
              <a:rPr lang="en-US" sz="1100" dirty="0"/>
              <a:t>: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hours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milliseconds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)//</a:t>
            </a:r>
            <a:r>
              <a:rPr lang="en-US" sz="1100" dirty="0"/>
              <a:t>creates a new date object with a </a:t>
            </a:r>
            <a:r>
              <a:rPr lang="en-US" sz="1100" b="1" dirty="0"/>
              <a:t>specified date and time</a:t>
            </a:r>
            <a:r>
              <a:rPr lang="en-US" sz="1100" dirty="0"/>
              <a:t>.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)//</a:t>
            </a:r>
            <a:r>
              <a:rPr lang="en-US" sz="1800" dirty="0"/>
              <a:t>JavaScript stores dates as number of milliseconds since January 01, 1970, 00:00:00 UTC (Universal Time Coordinated).</a:t>
            </a: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)//</a:t>
            </a:r>
            <a:r>
              <a:rPr lang="en-US" sz="1100" dirty="0"/>
              <a:t>creates a new date object from a </a:t>
            </a:r>
            <a:r>
              <a:rPr lang="en-US" sz="1100" b="1" dirty="0"/>
              <a:t>date string</a:t>
            </a:r>
            <a:r>
              <a:rPr lang="en-US" sz="1100" dirty="0"/>
              <a:t>: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800" b="1" dirty="0"/>
          </a:p>
          <a:p>
            <a:pPr marL="457200" lvl="1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11219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1CB73-8706-47B8-BF9C-37EA8E695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332" y="71438"/>
            <a:ext cx="6739467" cy="504295"/>
          </a:xfrm>
        </p:spPr>
        <p:txBody>
          <a:bodyPr>
            <a:normAutofit fontScale="90000"/>
          </a:bodyPr>
          <a:lstStyle/>
          <a:p>
            <a:r>
              <a:rPr lang="en-IN" dirty="0"/>
              <a:t>All Date()/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39701-22D0-4953-92EE-9E4079437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711" y="1012723"/>
            <a:ext cx="8214578" cy="50464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	O/P: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Mon Nov 30 2020 14:33:20 GMT+0530 (India Standard Time) 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indent="0"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2018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	[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hours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milliseconds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: Mon Dec 24 2018 10:33:30 GMT+0530 (India Standard Time)</a:t>
            </a:r>
          </a:p>
          <a:p>
            <a:pPr marL="0" indent="0">
              <a:buNone/>
            </a:pPr>
            <a:endParaRPr lang="en-IN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 = </a:t>
            </a:r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Date(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2018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);[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6 numbers specify year, month, day, hour, minute, second: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O/P:  Mon Dec 24 2018 10:33:30 GMT+0530 (India Standard Time)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685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20CA1-8F9C-4051-A257-F19C23F5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732" y="274638"/>
            <a:ext cx="7476067" cy="690562"/>
          </a:xfrm>
        </p:spPr>
        <p:txBody>
          <a:bodyPr>
            <a:normAutofit fontScale="90000"/>
          </a:bodyPr>
          <a:lstStyle/>
          <a:p>
            <a:r>
              <a:rPr lang="en-IN" dirty="0"/>
              <a:t>Date Format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FA5433-5B0D-485E-B430-5E84282EF4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1120892"/>
              </p:ext>
            </p:extLst>
          </p:nvPr>
        </p:nvGraphicFramePr>
        <p:xfrm>
          <a:off x="220133" y="1340534"/>
          <a:ext cx="8000323" cy="1859280"/>
        </p:xfrm>
        <a:graphic>
          <a:graphicData uri="http://schemas.openxmlformats.org/drawingml/2006/table">
            <a:tbl>
              <a:tblPr/>
              <a:tblGrid>
                <a:gridCol w="4123267">
                  <a:extLst>
                    <a:ext uri="{9D8B030D-6E8A-4147-A177-3AD203B41FA5}">
                      <a16:colId xmlns:a16="http://schemas.microsoft.com/office/drawing/2014/main" val="4077250693"/>
                    </a:ext>
                  </a:extLst>
                </a:gridCol>
                <a:gridCol w="3877056">
                  <a:extLst>
                    <a:ext uri="{9D8B030D-6E8A-4147-A177-3AD203B41FA5}">
                      <a16:colId xmlns:a16="http://schemas.microsoft.com/office/drawing/2014/main" val="15952711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Type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183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ISO Date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"2015-03-25" (The International Standard)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036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Short Date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"03/25/2015"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011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Long Date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dirty="0">
                          <a:effectLst/>
                        </a:rPr>
                        <a:t>"Mar 25 2015" or "25 Mar 2015"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42808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E75947F-FBD2-4E4E-96B7-687D97C3D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6" y="88333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There are generally 3 types of JavaScript date input formats: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B3BB73-418F-42B0-816A-A880F76B81B9}"/>
              </a:ext>
            </a:extLst>
          </p:cNvPr>
          <p:cNvSpPr txBox="1"/>
          <p:nvPr/>
        </p:nvSpPr>
        <p:spPr>
          <a:xfrm>
            <a:off x="110065" y="3575148"/>
            <a:ext cx="88646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ISO 8601 syntax (YYYY-MM-DD) is also the preferred JavaScript date format: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662747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D3BC9-D686-4689-8C5B-E1EFD4BE8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23AD-1E8B-4B56-8543-68AAA65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05233"/>
            <a:ext cx="8229600" cy="452596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"2015-03-25"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msec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"March 21, 2012"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msec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msec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sdate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"Mar-21-2012"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sdate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5280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B5175-974E-4E57-90C1-1464F6C82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733" y="156105"/>
            <a:ext cx="5325533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String to Date/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3AF58-9FAD-43AE-BB66-E62B3025F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733" y="795866"/>
            <a:ext cx="6976534" cy="1498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s=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"2015-03-25"</a:t>
            </a:r>
            <a:endParaRPr lang="en-IN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(s);</a:t>
            </a:r>
          </a:p>
          <a:p>
            <a:pPr marL="0" indent="0">
              <a:buNone/>
            </a:pP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</a:t>
            </a:r>
            <a:r>
              <a:rPr lang="en-IN" sz="1800" dirty="0">
                <a:solidFill>
                  <a:srgbClr val="795E26"/>
                </a:solidFill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d)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1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computed date will be relative to your time zone.</a:t>
            </a:r>
            <a:br>
              <a:rPr lang="en-US" sz="1100" dirty="0"/>
            </a:br>
            <a:r>
              <a:rPr lang="en-US" sz="11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Depending on your time zone, the result above will vary between March 24 and March 25.</a:t>
            </a:r>
            <a:endParaRPr lang="en-IN" sz="1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242DB7-8217-40F7-B2E0-EEDA6BDDA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066" y="2477029"/>
            <a:ext cx="8500534" cy="129775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Date Input - Parsing Dates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If you have a valid date string, you can use the 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Date.parse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 to convert it to milliseconds.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Date.parse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returns the number of milliseconds between the date and January 1, 1970: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1C118-B364-4B25-9BCC-ED24E0C5D786}"/>
              </a:ext>
            </a:extLst>
          </p:cNvPr>
          <p:cNvSpPr txBox="1"/>
          <p:nvPr/>
        </p:nvSpPr>
        <p:spPr>
          <a:xfrm>
            <a:off x="420158" y="4328356"/>
            <a:ext cx="7694083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msec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"March 21, 2012"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msec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</a:t>
            </a:r>
            <a:r>
              <a:rPr lang="en-IN" sz="1800" dirty="0">
                <a:solidFill>
                  <a:srgbClr val="795E26"/>
                </a:solidFill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d)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5514C0-783B-40AF-91C5-4FAA46A1CB34}"/>
              </a:ext>
            </a:extLst>
          </p:cNvPr>
          <p:cNvSpPr txBox="1"/>
          <p:nvPr/>
        </p:nvSpPr>
        <p:spPr>
          <a:xfrm>
            <a:off x="321733" y="5600469"/>
            <a:ext cx="49876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d=new Date()</a:t>
            </a:r>
          </a:p>
          <a:p>
            <a:r>
              <a:rPr lang="en-IN" dirty="0"/>
              <a:t>console.log(Date)</a:t>
            </a:r>
          </a:p>
          <a:p>
            <a:r>
              <a:rPr lang="en-IN" dirty="0"/>
              <a:t>console.log(</a:t>
            </a:r>
            <a:r>
              <a:rPr lang="en-IN" dirty="0" err="1"/>
              <a:t>d.__proto</a:t>
            </a:r>
            <a:r>
              <a:rPr lang="en-IN" dirty="0"/>
              <a:t>__)/ / d._ _ proto _ _</a:t>
            </a:r>
          </a:p>
        </p:txBody>
      </p:sp>
    </p:spTree>
    <p:extLst>
      <p:ext uri="{BB962C8B-B14F-4D97-AF65-F5344CB8AC3E}">
        <p14:creationId xmlns:p14="http://schemas.microsoft.com/office/powerpoint/2010/main" val="3196473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3A54D-FE03-438B-B132-B3782BB4A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932" y="274638"/>
            <a:ext cx="7907867" cy="58896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GetDate</a:t>
            </a:r>
            <a:r>
              <a:rPr lang="en-IN" dirty="0"/>
              <a:t>/Time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FE9DD2-EA6D-4388-83F2-5A95E742E5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6282931"/>
              </p:ext>
            </p:extLst>
          </p:nvPr>
        </p:nvGraphicFramePr>
        <p:xfrm>
          <a:off x="1157073" y="1087624"/>
          <a:ext cx="7151584" cy="4604946"/>
        </p:xfrm>
        <a:graphic>
          <a:graphicData uri="http://schemas.openxmlformats.org/drawingml/2006/table">
            <a:tbl>
              <a:tblPr/>
              <a:tblGrid>
                <a:gridCol w="3575792">
                  <a:extLst>
                    <a:ext uri="{9D8B030D-6E8A-4147-A177-3AD203B41FA5}">
                      <a16:colId xmlns:a16="http://schemas.microsoft.com/office/drawing/2014/main" val="4055381381"/>
                    </a:ext>
                  </a:extLst>
                </a:gridCol>
                <a:gridCol w="3575792">
                  <a:extLst>
                    <a:ext uri="{9D8B030D-6E8A-4147-A177-3AD203B41FA5}">
                      <a16:colId xmlns:a16="http://schemas.microsoft.com/office/drawing/2014/main" val="1077130764"/>
                    </a:ext>
                  </a:extLst>
                </a:gridCol>
              </a:tblGrid>
              <a:tr h="318284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effectLst/>
                        </a:rPr>
                        <a:t>Method</a:t>
                      </a:r>
                    </a:p>
                  </a:txBody>
                  <a:tcPr marL="112446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effectLst/>
                        </a:rPr>
                        <a:t>Description</a:t>
                      </a:r>
                    </a:p>
                  </a:txBody>
                  <a:tcPr marL="56223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734801"/>
                  </a:ext>
                </a:extLst>
              </a:tr>
              <a:tr h="618455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effectLst/>
                        </a:rPr>
                        <a:t>getFullYear()</a:t>
                      </a:r>
                    </a:p>
                  </a:txBody>
                  <a:tcPr marL="112446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Get the </a:t>
                      </a:r>
                      <a:r>
                        <a:rPr lang="en-US" sz="1700" b="1">
                          <a:effectLst/>
                        </a:rPr>
                        <a:t>year</a:t>
                      </a:r>
                      <a:r>
                        <a:rPr lang="en-US" sz="1700">
                          <a:effectLst/>
                        </a:rPr>
                        <a:t> as a four digit number (yyyy)</a:t>
                      </a:r>
                    </a:p>
                  </a:txBody>
                  <a:tcPr marL="56223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17527"/>
                  </a:ext>
                </a:extLst>
              </a:tr>
              <a:tr h="365450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 dirty="0" err="1">
                          <a:effectLst/>
                        </a:rPr>
                        <a:t>getMonth</a:t>
                      </a:r>
                      <a:r>
                        <a:rPr lang="en-IN" sz="1700" dirty="0">
                          <a:effectLst/>
                        </a:rPr>
                        <a:t>()</a:t>
                      </a:r>
                    </a:p>
                  </a:txBody>
                  <a:tcPr marL="112446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Get the </a:t>
                      </a:r>
                      <a:r>
                        <a:rPr lang="en-US" sz="1700" b="1">
                          <a:effectLst/>
                        </a:rPr>
                        <a:t>month</a:t>
                      </a:r>
                      <a:r>
                        <a:rPr lang="en-US" sz="1700">
                          <a:effectLst/>
                        </a:rPr>
                        <a:t> as a number (0-11)</a:t>
                      </a:r>
                    </a:p>
                  </a:txBody>
                  <a:tcPr marL="56223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94388"/>
                  </a:ext>
                </a:extLst>
              </a:tr>
              <a:tr h="365450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effectLst/>
                        </a:rPr>
                        <a:t>getDate()</a:t>
                      </a:r>
                    </a:p>
                  </a:txBody>
                  <a:tcPr marL="112446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Get the </a:t>
                      </a:r>
                      <a:r>
                        <a:rPr lang="en-US" sz="1700" b="1">
                          <a:effectLst/>
                        </a:rPr>
                        <a:t>day</a:t>
                      </a:r>
                      <a:r>
                        <a:rPr lang="en-US" sz="1700">
                          <a:effectLst/>
                        </a:rPr>
                        <a:t> as a number (1-31)</a:t>
                      </a:r>
                    </a:p>
                  </a:txBody>
                  <a:tcPr marL="56223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364416"/>
                  </a:ext>
                </a:extLst>
              </a:tr>
              <a:tr h="365450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effectLst/>
                        </a:rPr>
                        <a:t>getHours()</a:t>
                      </a:r>
                    </a:p>
                  </a:txBody>
                  <a:tcPr marL="112446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 dirty="0">
                          <a:effectLst/>
                        </a:rPr>
                        <a:t>Get the </a:t>
                      </a:r>
                      <a:r>
                        <a:rPr lang="en-IN" sz="1700" b="1" dirty="0">
                          <a:effectLst/>
                        </a:rPr>
                        <a:t>hour</a:t>
                      </a:r>
                      <a:r>
                        <a:rPr lang="en-IN" sz="1700" dirty="0">
                          <a:effectLst/>
                        </a:rPr>
                        <a:t> (0-23)</a:t>
                      </a:r>
                    </a:p>
                  </a:txBody>
                  <a:tcPr marL="56223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41699"/>
                  </a:ext>
                </a:extLst>
              </a:tr>
              <a:tr h="365450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effectLst/>
                        </a:rPr>
                        <a:t>getMinutes()</a:t>
                      </a:r>
                    </a:p>
                  </a:txBody>
                  <a:tcPr marL="112446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effectLst/>
                        </a:rPr>
                        <a:t>Get the </a:t>
                      </a:r>
                      <a:r>
                        <a:rPr lang="en-IN" sz="1700" b="1">
                          <a:effectLst/>
                        </a:rPr>
                        <a:t>minute</a:t>
                      </a:r>
                      <a:r>
                        <a:rPr lang="en-IN" sz="1700">
                          <a:effectLst/>
                        </a:rPr>
                        <a:t> (0-59)</a:t>
                      </a:r>
                    </a:p>
                  </a:txBody>
                  <a:tcPr marL="56223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148541"/>
                  </a:ext>
                </a:extLst>
              </a:tr>
              <a:tr h="365450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effectLst/>
                        </a:rPr>
                        <a:t>getSeconds()</a:t>
                      </a:r>
                    </a:p>
                  </a:txBody>
                  <a:tcPr marL="112446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effectLst/>
                        </a:rPr>
                        <a:t>Get the </a:t>
                      </a:r>
                      <a:r>
                        <a:rPr lang="en-IN" sz="1700" b="1">
                          <a:effectLst/>
                        </a:rPr>
                        <a:t>second</a:t>
                      </a:r>
                      <a:r>
                        <a:rPr lang="en-IN" sz="1700">
                          <a:effectLst/>
                        </a:rPr>
                        <a:t> (0-59)</a:t>
                      </a:r>
                    </a:p>
                  </a:txBody>
                  <a:tcPr marL="56223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910641"/>
                  </a:ext>
                </a:extLst>
              </a:tr>
              <a:tr h="365450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effectLst/>
                        </a:rPr>
                        <a:t>getMilliseconds()</a:t>
                      </a:r>
                    </a:p>
                  </a:txBody>
                  <a:tcPr marL="112446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effectLst/>
                        </a:rPr>
                        <a:t>Get the </a:t>
                      </a:r>
                      <a:r>
                        <a:rPr lang="en-IN" sz="1700" b="1">
                          <a:effectLst/>
                        </a:rPr>
                        <a:t>millisecond</a:t>
                      </a:r>
                      <a:r>
                        <a:rPr lang="en-IN" sz="1700">
                          <a:effectLst/>
                        </a:rPr>
                        <a:t> (0-999)</a:t>
                      </a:r>
                    </a:p>
                  </a:txBody>
                  <a:tcPr marL="56223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501035"/>
                  </a:ext>
                </a:extLst>
              </a:tr>
              <a:tr h="618455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effectLst/>
                        </a:rPr>
                        <a:t>getTime()</a:t>
                      </a:r>
                    </a:p>
                  </a:txBody>
                  <a:tcPr marL="112446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Get the time (milliseconds since January 1, 1970)</a:t>
                      </a:r>
                    </a:p>
                  </a:txBody>
                  <a:tcPr marL="56223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379150"/>
                  </a:ext>
                </a:extLst>
              </a:tr>
              <a:tr h="365450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effectLst/>
                        </a:rPr>
                        <a:t>getDay()</a:t>
                      </a:r>
                    </a:p>
                  </a:txBody>
                  <a:tcPr marL="112446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Get the weekday as a number (0-6)</a:t>
                      </a:r>
                    </a:p>
                  </a:txBody>
                  <a:tcPr marL="56223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620699"/>
                  </a:ext>
                </a:extLst>
              </a:tr>
              <a:tr h="365450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effectLst/>
                        </a:rPr>
                        <a:t>Date.now()</a:t>
                      </a:r>
                    </a:p>
                  </a:txBody>
                  <a:tcPr marL="112446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>
                          <a:effectLst/>
                        </a:rPr>
                        <a:t>Get the time. ECMAScript 5.</a:t>
                      </a:r>
                    </a:p>
                  </a:txBody>
                  <a:tcPr marL="56223" marR="56223" marT="56223" marB="5622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71124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343BD8F-4658-4303-BE0F-E58197603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64179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65F8B8E-A814-4DB4-BA87-BD2CA81E8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933" y="5933517"/>
            <a:ext cx="8037724" cy="666809"/>
          </a:xfrm>
          <a:prstGeom prst="rect">
            <a:avLst/>
          </a:prstGeom>
          <a:solidFill>
            <a:srgbClr val="F1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getTime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() Method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getTime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 returns the number of milliseconds since January 1, 1970: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564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8AA0AE-2A37-49D9-8B30-4DFDAF8A6358}"/>
              </a:ext>
            </a:extLst>
          </p:cNvPr>
          <p:cNvSpPr txBox="1"/>
          <p:nvPr/>
        </p:nvSpPr>
        <p:spPr>
          <a:xfrm>
            <a:off x="3191933" y="-152400"/>
            <a:ext cx="616373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"Date  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"Date  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getDate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+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"Day  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getDay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+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"Hours  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getHours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+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"Minutes  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getMinutes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+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"Seconds 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getSeconds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+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"Time  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getTime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+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"Month  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getMonth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+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"the 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getMonth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 method returns values 0-11"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MillSec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 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getMilliseconds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+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FullYear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 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getFullYear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+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0C135-14A6-435D-A8DD-7B14C47B8E15}"/>
              </a:ext>
            </a:extLst>
          </p:cNvPr>
          <p:cNvSpPr txBox="1"/>
          <p:nvPr/>
        </p:nvSpPr>
        <p:spPr>
          <a:xfrm>
            <a:off x="169334" y="3365467"/>
            <a:ext cx="533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O/P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Date Mon Nov 30 2020 15:19:26 GMT+0530 (India Standard Time)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Date 30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Day 1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Hours 15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Minutes 19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Seconds 26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Time 1606729766545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Month 10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getMonth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() method returns values 0-11MillSec 545</a:t>
            </a: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FullYear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2020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0906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A1FEB4-4D03-4EF0-ADB2-5901FCF37F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7227022"/>
              </p:ext>
            </p:extLst>
          </p:nvPr>
        </p:nvGraphicFramePr>
        <p:xfrm>
          <a:off x="1309041" y="0"/>
          <a:ext cx="7754112" cy="3840480"/>
        </p:xfrm>
        <a:graphic>
          <a:graphicData uri="http://schemas.openxmlformats.org/drawingml/2006/table">
            <a:tbl>
              <a:tblPr/>
              <a:tblGrid>
                <a:gridCol w="3877056">
                  <a:extLst>
                    <a:ext uri="{9D8B030D-6E8A-4147-A177-3AD203B41FA5}">
                      <a16:colId xmlns:a16="http://schemas.microsoft.com/office/drawing/2014/main" val="4133058409"/>
                    </a:ext>
                  </a:extLst>
                </a:gridCol>
                <a:gridCol w="3877056">
                  <a:extLst>
                    <a:ext uri="{9D8B030D-6E8A-4147-A177-3AD203B41FA5}">
                      <a16:colId xmlns:a16="http://schemas.microsoft.com/office/drawing/2014/main" val="27241232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Method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049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setDate()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Set the day as a number (1-31)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403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setFullYear()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Set the year (optionally month and day)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819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setHours()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Set the hour (0-23)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09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setMilliseconds()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Set the milliseconds (0-999)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861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setMinutes()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Set the minutes (0-59)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046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setMonth()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Set the month (0-11)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293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setSeconds()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Set the seconds (0-59)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64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setTime()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Set the time (milliseconds since January 1, 1970)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1945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46B19DE-F604-45DB-A6B7-EBEA6EFE9F41}"/>
              </a:ext>
            </a:extLst>
          </p:cNvPr>
          <p:cNvSpPr txBox="1"/>
          <p:nvPr/>
        </p:nvSpPr>
        <p:spPr>
          <a:xfrm>
            <a:off x="0" y="4950138"/>
            <a:ext cx="4610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setFullYear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D76895-AEE8-409E-9262-274926EB668F}"/>
              </a:ext>
            </a:extLst>
          </p:cNvPr>
          <p:cNvSpPr txBox="1"/>
          <p:nvPr/>
        </p:nvSpPr>
        <p:spPr>
          <a:xfrm>
            <a:off x="4685473" y="4551680"/>
            <a:ext cx="4377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optionally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set month and day</a:t>
            </a:r>
            <a:endParaRPr lang="en-US" b="0" i="0" dirty="0">
              <a:solidFill>
                <a:srgbClr val="0000CD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 =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Date();</a:t>
            </a: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d.setFullYear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2020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BBE24D-1D16-405D-BCE6-81A2BB082CA3}"/>
              </a:ext>
            </a:extLst>
          </p:cNvPr>
          <p:cNvSpPr txBox="1"/>
          <p:nvPr/>
        </p:nvSpPr>
        <p:spPr>
          <a:xfrm>
            <a:off x="0" y="5870202"/>
            <a:ext cx="284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 =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Date();</a:t>
            </a: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d.setMonth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266286-21AD-489C-8948-79D23FB4DDF7}"/>
              </a:ext>
            </a:extLst>
          </p:cNvPr>
          <p:cNvSpPr txBox="1"/>
          <p:nvPr/>
        </p:nvSpPr>
        <p:spPr>
          <a:xfrm>
            <a:off x="4895850" y="5596469"/>
            <a:ext cx="32575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 =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Date();</a:t>
            </a: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d.setDate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9957E2-9DD7-453F-B8F6-94D373CD0F18}"/>
              </a:ext>
            </a:extLst>
          </p:cNvPr>
          <p:cNvSpPr txBox="1"/>
          <p:nvPr/>
        </p:nvSpPr>
        <p:spPr>
          <a:xfrm>
            <a:off x="262467" y="4157133"/>
            <a:ext cx="688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Some Demo:</a:t>
            </a:r>
          </a:p>
        </p:txBody>
      </p:sp>
    </p:spTree>
    <p:extLst>
      <p:ext uri="{BB962C8B-B14F-4D97-AF65-F5344CB8AC3E}">
        <p14:creationId xmlns:p14="http://schemas.microsoft.com/office/powerpoint/2010/main" val="1508749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9CA47-F6FB-4B10-9297-18C0360F4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399" y="0"/>
            <a:ext cx="7476067" cy="546629"/>
          </a:xfrm>
        </p:spPr>
        <p:txBody>
          <a:bodyPr>
            <a:normAutofit fontScale="90000"/>
          </a:bodyPr>
          <a:lstStyle/>
          <a:p>
            <a:r>
              <a:rPr lang="en-IN" dirty="0"/>
              <a:t>Digital clock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37463-2D45-421A-BF45-FF4148285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04333"/>
            <a:ext cx="7264400" cy="59605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startTime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	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today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	//</a:t>
            </a:r>
            <a:r>
              <a:rPr lang="en-IN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(today);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today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getHours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today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getMinutes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today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getSeconds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add a zero in front of numbers&lt;10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checkTime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checkTime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checkTime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'txt'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	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startTime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//500miliseconds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checkTime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	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	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	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onload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startTime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"txt"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686000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2083</TotalTime>
  <Words>1284</Words>
  <Application>Microsoft Office PowerPoint</Application>
  <PresentationFormat>On-screen Show (4:3)</PresentationFormat>
  <Paragraphs>165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Segoe UI</vt:lpstr>
      <vt:lpstr>Times New Roman</vt:lpstr>
      <vt:lpstr>Verdana</vt:lpstr>
      <vt:lpstr>Office Theme</vt:lpstr>
      <vt:lpstr>PowerPoint Presentation</vt:lpstr>
      <vt:lpstr>Date:function</vt:lpstr>
      <vt:lpstr>All Date()/ format</vt:lpstr>
      <vt:lpstr>Date Format</vt:lpstr>
      <vt:lpstr>DEMO</vt:lpstr>
      <vt:lpstr>String to Date/ Parsing</vt:lpstr>
      <vt:lpstr>GetDate/Time</vt:lpstr>
      <vt:lpstr>PowerPoint Presentation</vt:lpstr>
      <vt:lpstr>PowerPoint Presentation</vt:lpstr>
      <vt:lpstr>Digital clock</vt:lpstr>
    </vt:vector>
  </TitlesOfParts>
  <Company>vita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</dc:title>
  <dc:creator>ketki</dc:creator>
  <cp:lastModifiedBy>vidyanidhi school</cp:lastModifiedBy>
  <cp:revision>172</cp:revision>
  <dcterms:created xsi:type="dcterms:W3CDTF">2009-08-31T03:28:29Z</dcterms:created>
  <dcterms:modified xsi:type="dcterms:W3CDTF">2023-06-22T03:36:49Z</dcterms:modified>
</cp:coreProperties>
</file>