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67345-2826-41D5-A086-E491BC8DE5FE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27529-61A6-4D56-8001-AAA2A6445C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849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9443-FFEE-4C82-A966-BF1CE2F80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93334-666B-4F20-ACB6-61846BF65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4E580-2FB4-457A-A152-EF6B9D38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60D9B-B68C-4620-87CE-F0A18709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36A0-EDC3-4BA9-B4B6-EC9BF9D0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47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580A-668F-4970-939B-82FD72315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C0C4B-F586-4500-8F73-5AB60C98B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E74F4-FCA3-423C-8169-8DE1C052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D7A50-489D-4A36-9E70-A7CE26D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1DF1E-DB70-435B-B5B9-04642DBF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2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F664-4139-40D8-BD0C-35879E69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EF26F1-4D00-4DB5-9F33-8C620144C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FA7E-9C13-42BB-B8F5-23167082F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5A40E-26F3-49D5-8231-9CFBE0FA2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8821-1DD5-46AF-B859-E9DB767F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52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51D5B-DD80-4F4B-BB8B-3C6E40D3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43B7-8865-447C-9193-E158DC9C4A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041A5-4AA5-4584-9AFF-0D61E306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86933-95C5-4E0D-AA2B-A304FD2F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BD086-7216-419B-A6C2-5F7B78265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03E10-F0A2-45A1-9365-3ABF7463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2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F1CA-47E7-4B65-AB75-C3261008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7C2BE-930A-4711-B915-DA01FBCF3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3A3D-8034-492F-A3FC-218108F55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7BFD0-D5C1-41E3-B446-203258A7C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C35BF-C149-4790-95D1-210A40703B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650A6-80C6-405E-891A-5C08D56AF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8AE45E-EF40-40B8-A8C4-93AF497E6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4334E-6748-41DF-A0A1-B0D6C07A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07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B3E6-97E4-49A2-9744-8A16A9B3A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E765C-AE3B-4BB2-8980-1663BA2C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A86FB-C3AD-479D-B553-81ADCFC7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B2B66-F1AE-441B-8A26-046F8127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A9C74-D28D-4EB5-BD2E-6497EB28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64809-42FD-4A11-B819-AD17C8D67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2BC93-2C20-4A10-8386-5E6BBC6B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50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7F65-DBCB-4801-B4F7-01DAA9F1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DDB3-BF37-4811-AA22-0157F0F56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E616A-B6D5-4B0C-BE05-75FC81B41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50D6E-AB39-4131-931B-11AEE155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0CE22-92D3-4DAA-8BCE-0A03B688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E6409-721A-4A59-8C8C-991DFF5D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2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15F6-2CCA-471A-8A4C-B14E37B46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881F1C-8AB8-4B4B-AB87-147354B359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143F0-C23B-4B04-BC3E-09FD7FA9B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6794-29D4-48F5-AAB7-FEDE3869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6CB9B-4D4C-4ACA-A95C-383DD8CF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648DB-2CE3-4422-BA6A-7F581DD4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91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7F9C4-EC3D-4D88-916D-9C28F12E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3ECD7-301A-4007-9555-FAB7F47F1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8B08-380A-4D4C-8558-710BAA448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45EE6-7C0B-46D1-ACD2-1400C51A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7C531-6255-483B-85A2-FC2B5D91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8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72BEA0-82D9-44CE-8195-5A5B7E10A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0A67E-302F-423F-92E9-8B2E7DD36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B3939-E0C6-4AEC-B1A6-99FA8EBD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9C804-538E-4BBD-975D-7A768D3EC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03EAE-674C-4E86-883E-3AF5874E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60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14469-9391-4513-9B67-5B4CAA8F0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7ACC0-3600-409D-B5CE-5EE024B62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E5ABD-DCDA-47A0-A577-5162BFA57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3DDF5-237E-4516-A055-57F6167FD6A0}" type="datetimeFigureOut">
              <a:rPr lang="en-IN" smtClean="0"/>
              <a:t>15-01-2024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718B-B236-4E69-93D5-5A2D01725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9D5EC-A01E-4BD2-91FF-5D1045935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99C85-F5E8-48EE-B13A-6A0A32891F8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030DFE-449A-4058-8FEB-0F17D90CCD4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B921E84-7975-4E42-8D87-BD3396E8F9A7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60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>
                <a:hlinkClick r:id="rId2"/>
              </a:rPr>
              <a:t>http://www.vidyanidhi.com/</a:t>
            </a:r>
            <a:endParaRPr lang="en-IN"/>
          </a:p>
          <a:p>
            <a:pPr marL="0" indent="0" algn="ctr">
              <a:buNone/>
            </a:pPr>
            <a:r>
              <a:rPr lang="en-IN"/>
              <a:t>ketkiacharya.net@gmail.com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6B7E-51CD-4C02-BFF6-67EDFF662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919" y="0"/>
            <a:ext cx="9574161" cy="480449"/>
          </a:xfrm>
        </p:spPr>
        <p:txBody>
          <a:bodyPr>
            <a:normAutofit fontScale="90000"/>
          </a:bodyPr>
          <a:lstStyle/>
          <a:p>
            <a:r>
              <a:rPr lang="en-IN" dirty="0"/>
              <a:t>Loop in jQuery $.each()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76225-76B1-42F3-83D4-346B474A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6" y="1029213"/>
            <a:ext cx="6968612" cy="31298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[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];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"sum="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2C22D08-4E9D-4874-9FF2-7B6302E33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920947"/>
              </p:ext>
            </p:extLst>
          </p:nvPr>
        </p:nvGraphicFramePr>
        <p:xfrm>
          <a:off x="6548283" y="837653"/>
          <a:ext cx="4552335" cy="1197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467">
                  <a:extLst>
                    <a:ext uri="{9D8B030D-6E8A-4147-A177-3AD203B41FA5}">
                      <a16:colId xmlns:a16="http://schemas.microsoft.com/office/drawing/2014/main" val="607447157"/>
                    </a:ext>
                  </a:extLst>
                </a:gridCol>
                <a:gridCol w="910467">
                  <a:extLst>
                    <a:ext uri="{9D8B030D-6E8A-4147-A177-3AD203B41FA5}">
                      <a16:colId xmlns:a16="http://schemas.microsoft.com/office/drawing/2014/main" val="2294426495"/>
                    </a:ext>
                  </a:extLst>
                </a:gridCol>
                <a:gridCol w="910467">
                  <a:extLst>
                    <a:ext uri="{9D8B030D-6E8A-4147-A177-3AD203B41FA5}">
                      <a16:colId xmlns:a16="http://schemas.microsoft.com/office/drawing/2014/main" val="618086149"/>
                    </a:ext>
                  </a:extLst>
                </a:gridCol>
                <a:gridCol w="910467">
                  <a:extLst>
                    <a:ext uri="{9D8B030D-6E8A-4147-A177-3AD203B41FA5}">
                      <a16:colId xmlns:a16="http://schemas.microsoft.com/office/drawing/2014/main" val="3774786368"/>
                    </a:ext>
                  </a:extLst>
                </a:gridCol>
                <a:gridCol w="910467">
                  <a:extLst>
                    <a:ext uri="{9D8B030D-6E8A-4147-A177-3AD203B41FA5}">
                      <a16:colId xmlns:a16="http://schemas.microsoft.com/office/drawing/2014/main" val="2669213995"/>
                    </a:ext>
                  </a:extLst>
                </a:gridCol>
              </a:tblGrid>
              <a:tr h="598812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038119"/>
                  </a:ext>
                </a:extLst>
              </a:tr>
              <a:tr h="598812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546031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9028359-02B8-4C82-9555-E56B37849026}"/>
              </a:ext>
            </a:extLst>
          </p:cNvPr>
          <p:cNvCxnSpPr/>
          <p:nvPr/>
        </p:nvCxnSpPr>
        <p:spPr>
          <a:xfrm flipV="1">
            <a:off x="4424516" y="1029213"/>
            <a:ext cx="2212258" cy="1114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4EEDF7-A88D-4323-9199-EDBB27C7C774}"/>
              </a:ext>
            </a:extLst>
          </p:cNvPr>
          <p:cNvCxnSpPr/>
          <p:nvPr/>
        </p:nvCxnSpPr>
        <p:spPr>
          <a:xfrm flipV="1">
            <a:off x="5417575" y="1692480"/>
            <a:ext cx="1524000" cy="450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6C75BC-1D7F-EC82-5A2E-7806BE991267}"/>
              </a:ext>
            </a:extLst>
          </p:cNvPr>
          <p:cNvSpPr txBox="1"/>
          <p:nvPr/>
        </p:nvSpPr>
        <p:spPr>
          <a:xfrm>
            <a:off x="5530645" y="2502745"/>
            <a:ext cx="6132136" cy="504753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"../jquery-1.9.1.js"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US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"li"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":"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"sum="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});</a:t>
            </a:r>
          </a:p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hi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8B504-B047-7AF2-59FA-71F23638B16C}"/>
              </a:ext>
            </a:extLst>
          </p:cNvPr>
          <p:cNvSpPr txBox="1"/>
          <p:nvPr/>
        </p:nvSpPr>
        <p:spPr>
          <a:xfrm>
            <a:off x="914400" y="4035287"/>
            <a:ext cx="35880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each( </a:t>
            </a:r>
            <a:r>
              <a:rPr lang="en-US" dirty="0" err="1"/>
              <a:t>arr</a:t>
            </a:r>
            <a:r>
              <a:rPr lang="en-US" dirty="0"/>
              <a:t>, callback)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arr.length;i</a:t>
            </a:r>
            <a:r>
              <a:rPr lang="en-US" dirty="0"/>
              <a:t>++)</a:t>
            </a:r>
          </a:p>
          <a:p>
            <a:r>
              <a:rPr lang="en-US" dirty="0"/>
              <a:t> callback(</a:t>
            </a:r>
            <a:r>
              <a:rPr lang="en-US" dirty="0" err="1"/>
              <a:t>i,arr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05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483-8CC3-4063-A0AF-2DEB15DE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674" y="70157"/>
            <a:ext cx="9662652" cy="775417"/>
          </a:xfrm>
        </p:spPr>
        <p:txBody>
          <a:bodyPr/>
          <a:lstStyle/>
          <a:p>
            <a:r>
              <a:rPr lang="en-IN" dirty="0"/>
              <a:t>Loop over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B4DEC-3443-4796-B5B4-A28AC5293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90" y="1147199"/>
            <a:ext cx="6663813" cy="378859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bar: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"="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+=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);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89F767-341B-432F-82B9-DCA7A740349A}"/>
              </a:ext>
            </a:extLst>
          </p:cNvPr>
          <p:cNvSpPr/>
          <p:nvPr/>
        </p:nvSpPr>
        <p:spPr>
          <a:xfrm>
            <a:off x="7384026" y="1366684"/>
            <a:ext cx="1160206" cy="1101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obj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24E427-5DCC-47E8-A278-FF1DAF5DEA34}"/>
              </a:ext>
            </a:extLst>
          </p:cNvPr>
          <p:cNvCxnSpPr/>
          <p:nvPr/>
        </p:nvCxnSpPr>
        <p:spPr>
          <a:xfrm flipV="1">
            <a:off x="8544232" y="1927123"/>
            <a:ext cx="698091" cy="214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30C5F92-0859-4D34-9FB7-1117DDD10CE8}"/>
              </a:ext>
            </a:extLst>
          </p:cNvPr>
          <p:cNvSpPr/>
          <p:nvPr/>
        </p:nvSpPr>
        <p:spPr>
          <a:xfrm>
            <a:off x="9598742" y="1147199"/>
            <a:ext cx="2268794" cy="1986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Foo:1</a:t>
            </a:r>
          </a:p>
          <a:p>
            <a:pPr algn="ctr"/>
            <a:r>
              <a:rPr lang="en-IN" dirty="0"/>
              <a:t>Bar:2</a:t>
            </a:r>
          </a:p>
          <a:p>
            <a:pPr algn="ctr"/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05BFEE0-7C01-4E30-929E-EF593B6D4B44}"/>
              </a:ext>
            </a:extLst>
          </p:cNvPr>
          <p:cNvSpPr/>
          <p:nvPr/>
        </p:nvSpPr>
        <p:spPr>
          <a:xfrm>
            <a:off x="4395019" y="1818968"/>
            <a:ext cx="6027175" cy="1582993"/>
          </a:xfrm>
          <a:custGeom>
            <a:avLst/>
            <a:gdLst>
              <a:gd name="connsiteX0" fmla="*/ 0 w 6027175"/>
              <a:gd name="connsiteY0" fmla="*/ 1052051 h 1582993"/>
              <a:gd name="connsiteX1" fmla="*/ 9833 w 6027175"/>
              <a:gd name="connsiteY1" fmla="*/ 1111045 h 1582993"/>
              <a:gd name="connsiteX2" fmla="*/ 39329 w 6027175"/>
              <a:gd name="connsiteY2" fmla="*/ 1150374 h 1582993"/>
              <a:gd name="connsiteX3" fmla="*/ 88491 w 6027175"/>
              <a:gd name="connsiteY3" fmla="*/ 1219200 h 1582993"/>
              <a:gd name="connsiteX4" fmla="*/ 127820 w 6027175"/>
              <a:gd name="connsiteY4" fmla="*/ 1258529 h 1582993"/>
              <a:gd name="connsiteX5" fmla="*/ 157316 w 6027175"/>
              <a:gd name="connsiteY5" fmla="*/ 1278193 h 1582993"/>
              <a:gd name="connsiteX6" fmla="*/ 186813 w 6027175"/>
              <a:gd name="connsiteY6" fmla="*/ 1317522 h 1582993"/>
              <a:gd name="connsiteX7" fmla="*/ 285136 w 6027175"/>
              <a:gd name="connsiteY7" fmla="*/ 1376516 h 1582993"/>
              <a:gd name="connsiteX8" fmla="*/ 383458 w 6027175"/>
              <a:gd name="connsiteY8" fmla="*/ 1445342 h 1582993"/>
              <a:gd name="connsiteX9" fmla="*/ 471949 w 6027175"/>
              <a:gd name="connsiteY9" fmla="*/ 1465006 h 1582993"/>
              <a:gd name="connsiteX10" fmla="*/ 599768 w 6027175"/>
              <a:gd name="connsiteY10" fmla="*/ 1504335 h 1582993"/>
              <a:gd name="connsiteX11" fmla="*/ 668594 w 6027175"/>
              <a:gd name="connsiteY11" fmla="*/ 1533832 h 1582993"/>
              <a:gd name="connsiteX12" fmla="*/ 698091 w 6027175"/>
              <a:gd name="connsiteY12" fmla="*/ 1543664 h 1582993"/>
              <a:gd name="connsiteX13" fmla="*/ 796413 w 6027175"/>
              <a:gd name="connsiteY13" fmla="*/ 1553497 h 1582993"/>
              <a:gd name="connsiteX14" fmla="*/ 884904 w 6027175"/>
              <a:gd name="connsiteY14" fmla="*/ 1573161 h 1582993"/>
              <a:gd name="connsiteX15" fmla="*/ 943897 w 6027175"/>
              <a:gd name="connsiteY15" fmla="*/ 1582993 h 1582993"/>
              <a:gd name="connsiteX16" fmla="*/ 2998839 w 6027175"/>
              <a:gd name="connsiteY16" fmla="*/ 1573161 h 1582993"/>
              <a:gd name="connsiteX17" fmla="*/ 3048000 w 6027175"/>
              <a:gd name="connsiteY17" fmla="*/ 1563329 h 1582993"/>
              <a:gd name="connsiteX18" fmla="*/ 3106994 w 6027175"/>
              <a:gd name="connsiteY18" fmla="*/ 1553497 h 1582993"/>
              <a:gd name="connsiteX19" fmla="*/ 3156155 w 6027175"/>
              <a:gd name="connsiteY19" fmla="*/ 1524000 h 1582993"/>
              <a:gd name="connsiteX20" fmla="*/ 3313471 w 6027175"/>
              <a:gd name="connsiteY20" fmla="*/ 1494503 h 1582993"/>
              <a:gd name="connsiteX21" fmla="*/ 3411794 w 6027175"/>
              <a:gd name="connsiteY21" fmla="*/ 1465006 h 1582993"/>
              <a:gd name="connsiteX22" fmla="*/ 3460955 w 6027175"/>
              <a:gd name="connsiteY22" fmla="*/ 1445342 h 1582993"/>
              <a:gd name="connsiteX23" fmla="*/ 3500284 w 6027175"/>
              <a:gd name="connsiteY23" fmla="*/ 1435509 h 1582993"/>
              <a:gd name="connsiteX24" fmla="*/ 3598607 w 6027175"/>
              <a:gd name="connsiteY24" fmla="*/ 1386348 h 1582993"/>
              <a:gd name="connsiteX25" fmla="*/ 3706762 w 6027175"/>
              <a:gd name="connsiteY25" fmla="*/ 1347019 h 1582993"/>
              <a:gd name="connsiteX26" fmla="*/ 3893575 w 6027175"/>
              <a:gd name="connsiteY26" fmla="*/ 1268361 h 1582993"/>
              <a:gd name="connsiteX27" fmla="*/ 3923071 w 6027175"/>
              <a:gd name="connsiteY27" fmla="*/ 1248697 h 1582993"/>
              <a:gd name="connsiteX28" fmla="*/ 3972233 w 6027175"/>
              <a:gd name="connsiteY28" fmla="*/ 1238864 h 1582993"/>
              <a:gd name="connsiteX29" fmla="*/ 4001729 w 6027175"/>
              <a:gd name="connsiteY29" fmla="*/ 1209367 h 1582993"/>
              <a:gd name="connsiteX30" fmla="*/ 4080387 w 6027175"/>
              <a:gd name="connsiteY30" fmla="*/ 1170038 h 1582993"/>
              <a:gd name="connsiteX31" fmla="*/ 4109884 w 6027175"/>
              <a:gd name="connsiteY31" fmla="*/ 1150374 h 1582993"/>
              <a:gd name="connsiteX32" fmla="*/ 4149213 w 6027175"/>
              <a:gd name="connsiteY32" fmla="*/ 1130709 h 1582993"/>
              <a:gd name="connsiteX33" fmla="*/ 4227871 w 6027175"/>
              <a:gd name="connsiteY33" fmla="*/ 1091380 h 1582993"/>
              <a:gd name="connsiteX34" fmla="*/ 4306529 w 6027175"/>
              <a:gd name="connsiteY34" fmla="*/ 1032387 h 1582993"/>
              <a:gd name="connsiteX35" fmla="*/ 4365523 w 6027175"/>
              <a:gd name="connsiteY35" fmla="*/ 1012722 h 1582993"/>
              <a:gd name="connsiteX36" fmla="*/ 4444181 w 6027175"/>
              <a:gd name="connsiteY36" fmla="*/ 983226 h 1582993"/>
              <a:gd name="connsiteX37" fmla="*/ 4503175 w 6027175"/>
              <a:gd name="connsiteY37" fmla="*/ 943897 h 1582993"/>
              <a:gd name="connsiteX38" fmla="*/ 4532671 w 6027175"/>
              <a:gd name="connsiteY38" fmla="*/ 914400 h 1582993"/>
              <a:gd name="connsiteX39" fmla="*/ 4591665 w 6027175"/>
              <a:gd name="connsiteY39" fmla="*/ 884903 h 1582993"/>
              <a:gd name="connsiteX40" fmla="*/ 4621162 w 6027175"/>
              <a:gd name="connsiteY40" fmla="*/ 865238 h 1582993"/>
              <a:gd name="connsiteX41" fmla="*/ 4719484 w 6027175"/>
              <a:gd name="connsiteY41" fmla="*/ 806245 h 1582993"/>
              <a:gd name="connsiteX42" fmla="*/ 4748981 w 6027175"/>
              <a:gd name="connsiteY42" fmla="*/ 786580 h 1582993"/>
              <a:gd name="connsiteX43" fmla="*/ 4837471 w 6027175"/>
              <a:gd name="connsiteY43" fmla="*/ 727587 h 1582993"/>
              <a:gd name="connsiteX44" fmla="*/ 4906297 w 6027175"/>
              <a:gd name="connsiteY44" fmla="*/ 658761 h 1582993"/>
              <a:gd name="connsiteX45" fmla="*/ 4984955 w 6027175"/>
              <a:gd name="connsiteY45" fmla="*/ 599767 h 1582993"/>
              <a:gd name="connsiteX46" fmla="*/ 5053781 w 6027175"/>
              <a:gd name="connsiteY46" fmla="*/ 560438 h 1582993"/>
              <a:gd name="connsiteX47" fmla="*/ 5161936 w 6027175"/>
              <a:gd name="connsiteY47" fmla="*/ 471948 h 1582993"/>
              <a:gd name="connsiteX48" fmla="*/ 5250426 w 6027175"/>
              <a:gd name="connsiteY48" fmla="*/ 383458 h 1582993"/>
              <a:gd name="connsiteX49" fmla="*/ 5329084 w 6027175"/>
              <a:gd name="connsiteY49" fmla="*/ 334297 h 1582993"/>
              <a:gd name="connsiteX50" fmla="*/ 5348749 w 6027175"/>
              <a:gd name="connsiteY50" fmla="*/ 304800 h 1582993"/>
              <a:gd name="connsiteX51" fmla="*/ 5378246 w 6027175"/>
              <a:gd name="connsiteY51" fmla="*/ 294967 h 1582993"/>
              <a:gd name="connsiteX52" fmla="*/ 5388078 w 6027175"/>
              <a:gd name="connsiteY52" fmla="*/ 265471 h 1582993"/>
              <a:gd name="connsiteX53" fmla="*/ 5525729 w 6027175"/>
              <a:gd name="connsiteY53" fmla="*/ 147484 h 1582993"/>
              <a:gd name="connsiteX54" fmla="*/ 5604387 w 6027175"/>
              <a:gd name="connsiteY54" fmla="*/ 108155 h 1582993"/>
              <a:gd name="connsiteX55" fmla="*/ 5633884 w 6027175"/>
              <a:gd name="connsiteY55" fmla="*/ 98322 h 1582993"/>
              <a:gd name="connsiteX56" fmla="*/ 5663381 w 6027175"/>
              <a:gd name="connsiteY56" fmla="*/ 78658 h 1582993"/>
              <a:gd name="connsiteX57" fmla="*/ 5692878 w 6027175"/>
              <a:gd name="connsiteY57" fmla="*/ 68826 h 1582993"/>
              <a:gd name="connsiteX58" fmla="*/ 5761704 w 6027175"/>
              <a:gd name="connsiteY58" fmla="*/ 49161 h 1582993"/>
              <a:gd name="connsiteX59" fmla="*/ 5869858 w 6027175"/>
              <a:gd name="connsiteY59" fmla="*/ 19664 h 1582993"/>
              <a:gd name="connsiteX60" fmla="*/ 5958349 w 6027175"/>
              <a:gd name="connsiteY60" fmla="*/ 0 h 1582993"/>
              <a:gd name="connsiteX61" fmla="*/ 6027175 w 6027175"/>
              <a:gd name="connsiteY61" fmla="*/ 9832 h 158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6027175" h="1582993">
                <a:moveTo>
                  <a:pt x="0" y="1052051"/>
                </a:moveTo>
                <a:cubicBezTo>
                  <a:pt x="3278" y="1071716"/>
                  <a:pt x="2429" y="1092535"/>
                  <a:pt x="9833" y="1111045"/>
                </a:cubicBezTo>
                <a:cubicBezTo>
                  <a:pt x="15919" y="1126260"/>
                  <a:pt x="29804" y="1137039"/>
                  <a:pt x="39329" y="1150374"/>
                </a:cubicBezTo>
                <a:cubicBezTo>
                  <a:pt x="59720" y="1178922"/>
                  <a:pt x="63502" y="1190642"/>
                  <a:pt x="88491" y="1219200"/>
                </a:cubicBezTo>
                <a:cubicBezTo>
                  <a:pt x="100700" y="1233153"/>
                  <a:pt x="113743" y="1246463"/>
                  <a:pt x="127820" y="1258529"/>
                </a:cubicBezTo>
                <a:cubicBezTo>
                  <a:pt x="136792" y="1266219"/>
                  <a:pt x="148960" y="1269837"/>
                  <a:pt x="157316" y="1278193"/>
                </a:cubicBezTo>
                <a:cubicBezTo>
                  <a:pt x="168903" y="1289780"/>
                  <a:pt x="174565" y="1306635"/>
                  <a:pt x="186813" y="1317522"/>
                </a:cubicBezTo>
                <a:cubicBezTo>
                  <a:pt x="226791" y="1353058"/>
                  <a:pt x="244025" y="1353676"/>
                  <a:pt x="285136" y="1376516"/>
                </a:cubicBezTo>
                <a:cubicBezTo>
                  <a:pt x="456401" y="1471665"/>
                  <a:pt x="205050" y="1333838"/>
                  <a:pt x="383458" y="1445342"/>
                </a:cubicBezTo>
                <a:cubicBezTo>
                  <a:pt x="401061" y="1456344"/>
                  <a:pt x="461990" y="1463346"/>
                  <a:pt x="471949" y="1465006"/>
                </a:cubicBezTo>
                <a:cubicBezTo>
                  <a:pt x="573774" y="1526102"/>
                  <a:pt x="460659" y="1467239"/>
                  <a:pt x="599768" y="1504335"/>
                </a:cubicBezTo>
                <a:cubicBezTo>
                  <a:pt x="623885" y="1510766"/>
                  <a:pt x="645419" y="1524562"/>
                  <a:pt x="668594" y="1533832"/>
                </a:cubicBezTo>
                <a:cubicBezTo>
                  <a:pt x="678217" y="1537681"/>
                  <a:pt x="687847" y="1542088"/>
                  <a:pt x="698091" y="1543664"/>
                </a:cubicBezTo>
                <a:cubicBezTo>
                  <a:pt x="730645" y="1548673"/>
                  <a:pt x="763639" y="1550219"/>
                  <a:pt x="796413" y="1553497"/>
                </a:cubicBezTo>
                <a:cubicBezTo>
                  <a:pt x="825910" y="1560052"/>
                  <a:pt x="855274" y="1567235"/>
                  <a:pt x="884904" y="1573161"/>
                </a:cubicBezTo>
                <a:cubicBezTo>
                  <a:pt x="904452" y="1577071"/>
                  <a:pt x="923961" y="1582993"/>
                  <a:pt x="943897" y="1582993"/>
                </a:cubicBezTo>
                <a:lnTo>
                  <a:pt x="2998839" y="1573161"/>
                </a:lnTo>
                <a:lnTo>
                  <a:pt x="3048000" y="1563329"/>
                </a:lnTo>
                <a:cubicBezTo>
                  <a:pt x="3067614" y="1559763"/>
                  <a:pt x="3088258" y="1560310"/>
                  <a:pt x="3106994" y="1553497"/>
                </a:cubicBezTo>
                <a:cubicBezTo>
                  <a:pt x="3124954" y="1546966"/>
                  <a:pt x="3138318" y="1530860"/>
                  <a:pt x="3156155" y="1524000"/>
                </a:cubicBezTo>
                <a:cubicBezTo>
                  <a:pt x="3206372" y="1504686"/>
                  <a:pt x="3260865" y="1501079"/>
                  <a:pt x="3313471" y="1494503"/>
                </a:cubicBezTo>
                <a:cubicBezTo>
                  <a:pt x="3395830" y="1453323"/>
                  <a:pt x="3304068" y="1494385"/>
                  <a:pt x="3411794" y="1465006"/>
                </a:cubicBezTo>
                <a:cubicBezTo>
                  <a:pt x="3428821" y="1460362"/>
                  <a:pt x="3444211" y="1450923"/>
                  <a:pt x="3460955" y="1445342"/>
                </a:cubicBezTo>
                <a:cubicBezTo>
                  <a:pt x="3473775" y="1441069"/>
                  <a:pt x="3487863" y="1440832"/>
                  <a:pt x="3500284" y="1435509"/>
                </a:cubicBezTo>
                <a:cubicBezTo>
                  <a:pt x="3533964" y="1421075"/>
                  <a:pt x="3563845" y="1397935"/>
                  <a:pt x="3598607" y="1386348"/>
                </a:cubicBezTo>
                <a:cubicBezTo>
                  <a:pt x="3633032" y="1374873"/>
                  <a:pt x="3673532" y="1362657"/>
                  <a:pt x="3706762" y="1347019"/>
                </a:cubicBezTo>
                <a:cubicBezTo>
                  <a:pt x="3868255" y="1271022"/>
                  <a:pt x="3770442" y="1303543"/>
                  <a:pt x="3893575" y="1268361"/>
                </a:cubicBezTo>
                <a:cubicBezTo>
                  <a:pt x="3903407" y="1261806"/>
                  <a:pt x="3912007" y="1252846"/>
                  <a:pt x="3923071" y="1248697"/>
                </a:cubicBezTo>
                <a:cubicBezTo>
                  <a:pt x="3938719" y="1242829"/>
                  <a:pt x="3957285" y="1246338"/>
                  <a:pt x="3972233" y="1238864"/>
                </a:cubicBezTo>
                <a:cubicBezTo>
                  <a:pt x="3984670" y="1232645"/>
                  <a:pt x="3989998" y="1216832"/>
                  <a:pt x="4001729" y="1209367"/>
                </a:cubicBezTo>
                <a:cubicBezTo>
                  <a:pt x="4026460" y="1193629"/>
                  <a:pt x="4055996" y="1186298"/>
                  <a:pt x="4080387" y="1170038"/>
                </a:cubicBezTo>
                <a:cubicBezTo>
                  <a:pt x="4090219" y="1163483"/>
                  <a:pt x="4099624" y="1156237"/>
                  <a:pt x="4109884" y="1150374"/>
                </a:cubicBezTo>
                <a:cubicBezTo>
                  <a:pt x="4122610" y="1143102"/>
                  <a:pt x="4136784" y="1138477"/>
                  <a:pt x="4149213" y="1130709"/>
                </a:cubicBezTo>
                <a:cubicBezTo>
                  <a:pt x="4216065" y="1088927"/>
                  <a:pt x="4158863" y="1108633"/>
                  <a:pt x="4227871" y="1091380"/>
                </a:cubicBezTo>
                <a:cubicBezTo>
                  <a:pt x="4254090" y="1071716"/>
                  <a:pt x="4275437" y="1042751"/>
                  <a:pt x="4306529" y="1032387"/>
                </a:cubicBezTo>
                <a:cubicBezTo>
                  <a:pt x="4326194" y="1025832"/>
                  <a:pt x="4346043" y="1019806"/>
                  <a:pt x="4365523" y="1012722"/>
                </a:cubicBezTo>
                <a:cubicBezTo>
                  <a:pt x="4494809" y="965709"/>
                  <a:pt x="4356540" y="1012439"/>
                  <a:pt x="4444181" y="983226"/>
                </a:cubicBezTo>
                <a:cubicBezTo>
                  <a:pt x="4538283" y="889124"/>
                  <a:pt x="4417795" y="1000817"/>
                  <a:pt x="4503175" y="943897"/>
                </a:cubicBezTo>
                <a:cubicBezTo>
                  <a:pt x="4514744" y="936184"/>
                  <a:pt x="4521102" y="922113"/>
                  <a:pt x="4532671" y="914400"/>
                </a:cubicBezTo>
                <a:cubicBezTo>
                  <a:pt x="4550964" y="902204"/>
                  <a:pt x="4572446" y="895580"/>
                  <a:pt x="4591665" y="884903"/>
                </a:cubicBezTo>
                <a:cubicBezTo>
                  <a:pt x="4601995" y="879164"/>
                  <a:pt x="4611098" y="871431"/>
                  <a:pt x="4621162" y="865238"/>
                </a:cubicBezTo>
                <a:cubicBezTo>
                  <a:pt x="4653713" y="845207"/>
                  <a:pt x="4687683" y="827446"/>
                  <a:pt x="4719484" y="806245"/>
                </a:cubicBezTo>
                <a:cubicBezTo>
                  <a:pt x="4729316" y="799690"/>
                  <a:pt x="4739527" y="793670"/>
                  <a:pt x="4748981" y="786580"/>
                </a:cubicBezTo>
                <a:cubicBezTo>
                  <a:pt x="4821707" y="732035"/>
                  <a:pt x="4770907" y="760868"/>
                  <a:pt x="4837471" y="727587"/>
                </a:cubicBezTo>
                <a:cubicBezTo>
                  <a:pt x="4860413" y="704645"/>
                  <a:pt x="4880962" y="679029"/>
                  <a:pt x="4906297" y="658761"/>
                </a:cubicBezTo>
                <a:cubicBezTo>
                  <a:pt x="5010992" y="575005"/>
                  <a:pt x="4911922" y="651933"/>
                  <a:pt x="4984955" y="599767"/>
                </a:cubicBezTo>
                <a:cubicBezTo>
                  <a:pt x="5037039" y="562565"/>
                  <a:pt x="5005915" y="576394"/>
                  <a:pt x="5053781" y="560438"/>
                </a:cubicBezTo>
                <a:cubicBezTo>
                  <a:pt x="5114963" y="468669"/>
                  <a:pt x="4998057" y="635827"/>
                  <a:pt x="5161936" y="471948"/>
                </a:cubicBezTo>
                <a:cubicBezTo>
                  <a:pt x="5191433" y="442451"/>
                  <a:pt x="5214656" y="404920"/>
                  <a:pt x="5250426" y="383458"/>
                </a:cubicBezTo>
                <a:cubicBezTo>
                  <a:pt x="5309720" y="347881"/>
                  <a:pt x="5283686" y="364561"/>
                  <a:pt x="5329084" y="334297"/>
                </a:cubicBezTo>
                <a:cubicBezTo>
                  <a:pt x="5335639" y="324465"/>
                  <a:pt x="5339521" y="312182"/>
                  <a:pt x="5348749" y="304800"/>
                </a:cubicBezTo>
                <a:cubicBezTo>
                  <a:pt x="5356842" y="298325"/>
                  <a:pt x="5370917" y="302296"/>
                  <a:pt x="5378246" y="294967"/>
                </a:cubicBezTo>
                <a:cubicBezTo>
                  <a:pt x="5385574" y="287639"/>
                  <a:pt x="5381715" y="273652"/>
                  <a:pt x="5388078" y="265471"/>
                </a:cubicBezTo>
                <a:cubicBezTo>
                  <a:pt x="5413125" y="233267"/>
                  <a:pt x="5492140" y="164279"/>
                  <a:pt x="5525729" y="147484"/>
                </a:cubicBezTo>
                <a:cubicBezTo>
                  <a:pt x="5551948" y="134374"/>
                  <a:pt x="5576577" y="117425"/>
                  <a:pt x="5604387" y="108155"/>
                </a:cubicBezTo>
                <a:cubicBezTo>
                  <a:pt x="5614219" y="104877"/>
                  <a:pt x="5624614" y="102957"/>
                  <a:pt x="5633884" y="98322"/>
                </a:cubicBezTo>
                <a:cubicBezTo>
                  <a:pt x="5644453" y="93037"/>
                  <a:pt x="5652812" y="83943"/>
                  <a:pt x="5663381" y="78658"/>
                </a:cubicBezTo>
                <a:cubicBezTo>
                  <a:pt x="5672651" y="74023"/>
                  <a:pt x="5682951" y="71804"/>
                  <a:pt x="5692878" y="68826"/>
                </a:cubicBezTo>
                <a:cubicBezTo>
                  <a:pt x="5715732" y="61970"/>
                  <a:pt x="5738850" y="56017"/>
                  <a:pt x="5761704" y="49161"/>
                </a:cubicBezTo>
                <a:cubicBezTo>
                  <a:pt x="5809357" y="34865"/>
                  <a:pt x="5800657" y="31197"/>
                  <a:pt x="5869858" y="19664"/>
                </a:cubicBezTo>
                <a:cubicBezTo>
                  <a:pt x="5939075" y="8128"/>
                  <a:pt x="5909939" y="16136"/>
                  <a:pt x="5958349" y="0"/>
                </a:cubicBezTo>
                <a:lnTo>
                  <a:pt x="6027175" y="9832"/>
                </a:ln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36F1E-B14E-419A-8589-0FF0FF224185}"/>
              </a:ext>
            </a:extLst>
          </p:cNvPr>
          <p:cNvSpPr/>
          <p:nvPr/>
        </p:nvSpPr>
        <p:spPr>
          <a:xfrm>
            <a:off x="5260258" y="1877961"/>
            <a:ext cx="5968181" cy="2074607"/>
          </a:xfrm>
          <a:custGeom>
            <a:avLst/>
            <a:gdLst>
              <a:gd name="connsiteX0" fmla="*/ 0 w 5968181"/>
              <a:gd name="connsiteY0" fmla="*/ 1002891 h 2074607"/>
              <a:gd name="connsiteX1" fmla="*/ 471948 w 5968181"/>
              <a:gd name="connsiteY1" fmla="*/ 1297858 h 2074607"/>
              <a:gd name="connsiteX2" fmla="*/ 560439 w 5968181"/>
              <a:gd name="connsiteY2" fmla="*/ 1366684 h 2074607"/>
              <a:gd name="connsiteX3" fmla="*/ 599768 w 5968181"/>
              <a:gd name="connsiteY3" fmla="*/ 1386349 h 2074607"/>
              <a:gd name="connsiteX4" fmla="*/ 629265 w 5968181"/>
              <a:gd name="connsiteY4" fmla="*/ 1415845 h 2074607"/>
              <a:gd name="connsiteX5" fmla="*/ 658761 w 5968181"/>
              <a:gd name="connsiteY5" fmla="*/ 1425678 h 2074607"/>
              <a:gd name="connsiteX6" fmla="*/ 707923 w 5968181"/>
              <a:gd name="connsiteY6" fmla="*/ 1455174 h 2074607"/>
              <a:gd name="connsiteX7" fmla="*/ 796413 w 5968181"/>
              <a:gd name="connsiteY7" fmla="*/ 1514168 h 2074607"/>
              <a:gd name="connsiteX8" fmla="*/ 875071 w 5968181"/>
              <a:gd name="connsiteY8" fmla="*/ 1543665 h 2074607"/>
              <a:gd name="connsiteX9" fmla="*/ 934065 w 5968181"/>
              <a:gd name="connsiteY9" fmla="*/ 1582994 h 2074607"/>
              <a:gd name="connsiteX10" fmla="*/ 963561 w 5968181"/>
              <a:gd name="connsiteY10" fmla="*/ 1592826 h 2074607"/>
              <a:gd name="connsiteX11" fmla="*/ 1081548 w 5968181"/>
              <a:gd name="connsiteY11" fmla="*/ 1632155 h 2074607"/>
              <a:gd name="connsiteX12" fmla="*/ 1170039 w 5968181"/>
              <a:gd name="connsiteY12" fmla="*/ 1681316 h 2074607"/>
              <a:gd name="connsiteX13" fmla="*/ 1199536 w 5968181"/>
              <a:gd name="connsiteY13" fmla="*/ 1700981 h 2074607"/>
              <a:gd name="connsiteX14" fmla="*/ 1238865 w 5968181"/>
              <a:gd name="connsiteY14" fmla="*/ 1720645 h 2074607"/>
              <a:gd name="connsiteX15" fmla="*/ 1337187 w 5968181"/>
              <a:gd name="connsiteY15" fmla="*/ 1750142 h 2074607"/>
              <a:gd name="connsiteX16" fmla="*/ 1484671 w 5968181"/>
              <a:gd name="connsiteY16" fmla="*/ 1799304 h 2074607"/>
              <a:gd name="connsiteX17" fmla="*/ 1612490 w 5968181"/>
              <a:gd name="connsiteY17" fmla="*/ 1848465 h 2074607"/>
              <a:gd name="connsiteX18" fmla="*/ 1700981 w 5968181"/>
              <a:gd name="connsiteY18" fmla="*/ 1887794 h 2074607"/>
              <a:gd name="connsiteX19" fmla="*/ 1809136 w 5968181"/>
              <a:gd name="connsiteY19" fmla="*/ 1907458 h 2074607"/>
              <a:gd name="connsiteX20" fmla="*/ 1917290 w 5968181"/>
              <a:gd name="connsiteY20" fmla="*/ 1946787 h 2074607"/>
              <a:gd name="connsiteX21" fmla="*/ 1966452 w 5968181"/>
              <a:gd name="connsiteY21" fmla="*/ 1956620 h 2074607"/>
              <a:gd name="connsiteX22" fmla="*/ 2094271 w 5968181"/>
              <a:gd name="connsiteY22" fmla="*/ 2005781 h 2074607"/>
              <a:gd name="connsiteX23" fmla="*/ 2231923 w 5968181"/>
              <a:gd name="connsiteY23" fmla="*/ 2025445 h 2074607"/>
              <a:gd name="connsiteX24" fmla="*/ 2290916 w 5968181"/>
              <a:gd name="connsiteY24" fmla="*/ 2054942 h 2074607"/>
              <a:gd name="connsiteX25" fmla="*/ 2458065 w 5968181"/>
              <a:gd name="connsiteY25" fmla="*/ 2074607 h 2074607"/>
              <a:gd name="connsiteX26" fmla="*/ 4542503 w 5968181"/>
              <a:gd name="connsiteY26" fmla="*/ 2054942 h 2074607"/>
              <a:gd name="connsiteX27" fmla="*/ 4729316 w 5968181"/>
              <a:gd name="connsiteY27" fmla="*/ 2035278 h 2074607"/>
              <a:gd name="connsiteX28" fmla="*/ 4798142 w 5968181"/>
              <a:gd name="connsiteY28" fmla="*/ 2015613 h 2074607"/>
              <a:gd name="connsiteX29" fmla="*/ 4837471 w 5968181"/>
              <a:gd name="connsiteY29" fmla="*/ 1995949 h 2074607"/>
              <a:gd name="connsiteX30" fmla="*/ 4866968 w 5968181"/>
              <a:gd name="connsiteY30" fmla="*/ 1986116 h 2074607"/>
              <a:gd name="connsiteX31" fmla="*/ 4945626 w 5968181"/>
              <a:gd name="connsiteY31" fmla="*/ 1946787 h 2074607"/>
              <a:gd name="connsiteX32" fmla="*/ 5004619 w 5968181"/>
              <a:gd name="connsiteY32" fmla="*/ 1917291 h 2074607"/>
              <a:gd name="connsiteX33" fmla="*/ 5122607 w 5968181"/>
              <a:gd name="connsiteY33" fmla="*/ 1848465 h 2074607"/>
              <a:gd name="connsiteX34" fmla="*/ 5171768 w 5968181"/>
              <a:gd name="connsiteY34" fmla="*/ 1809136 h 2074607"/>
              <a:gd name="connsiteX35" fmla="*/ 5240594 w 5968181"/>
              <a:gd name="connsiteY35" fmla="*/ 1789471 h 2074607"/>
              <a:gd name="connsiteX36" fmla="*/ 5279923 w 5968181"/>
              <a:gd name="connsiteY36" fmla="*/ 1769807 h 2074607"/>
              <a:gd name="connsiteX37" fmla="*/ 5309419 w 5968181"/>
              <a:gd name="connsiteY37" fmla="*/ 1759974 h 2074607"/>
              <a:gd name="connsiteX38" fmla="*/ 5388077 w 5968181"/>
              <a:gd name="connsiteY38" fmla="*/ 1710813 h 2074607"/>
              <a:gd name="connsiteX39" fmla="*/ 5466736 w 5968181"/>
              <a:gd name="connsiteY39" fmla="*/ 1671484 h 2074607"/>
              <a:gd name="connsiteX40" fmla="*/ 5614219 w 5968181"/>
              <a:gd name="connsiteY40" fmla="*/ 1563329 h 2074607"/>
              <a:gd name="connsiteX41" fmla="*/ 5673213 w 5968181"/>
              <a:gd name="connsiteY41" fmla="*/ 1494504 h 2074607"/>
              <a:gd name="connsiteX42" fmla="*/ 5742039 w 5968181"/>
              <a:gd name="connsiteY42" fmla="*/ 1435510 h 2074607"/>
              <a:gd name="connsiteX43" fmla="*/ 5810865 w 5968181"/>
              <a:gd name="connsiteY43" fmla="*/ 1356852 h 2074607"/>
              <a:gd name="connsiteX44" fmla="*/ 5850194 w 5968181"/>
              <a:gd name="connsiteY44" fmla="*/ 1288026 h 2074607"/>
              <a:gd name="connsiteX45" fmla="*/ 5869858 w 5968181"/>
              <a:gd name="connsiteY45" fmla="*/ 1258529 h 2074607"/>
              <a:gd name="connsiteX46" fmla="*/ 5879690 w 5968181"/>
              <a:gd name="connsiteY46" fmla="*/ 1229033 h 2074607"/>
              <a:gd name="connsiteX47" fmla="*/ 5899355 w 5968181"/>
              <a:gd name="connsiteY47" fmla="*/ 1179871 h 2074607"/>
              <a:gd name="connsiteX48" fmla="*/ 5919019 w 5968181"/>
              <a:gd name="connsiteY48" fmla="*/ 1150374 h 2074607"/>
              <a:gd name="connsiteX49" fmla="*/ 5938684 w 5968181"/>
              <a:gd name="connsiteY49" fmla="*/ 1052052 h 2074607"/>
              <a:gd name="connsiteX50" fmla="*/ 5968181 w 5968181"/>
              <a:gd name="connsiteY50" fmla="*/ 973394 h 2074607"/>
              <a:gd name="connsiteX51" fmla="*/ 5958348 w 5968181"/>
              <a:gd name="connsiteY51" fmla="*/ 304800 h 2074607"/>
              <a:gd name="connsiteX52" fmla="*/ 5948516 w 5968181"/>
              <a:gd name="connsiteY52" fmla="*/ 265471 h 2074607"/>
              <a:gd name="connsiteX53" fmla="*/ 5928852 w 5968181"/>
              <a:gd name="connsiteY53" fmla="*/ 226142 h 2074607"/>
              <a:gd name="connsiteX54" fmla="*/ 5899355 w 5968181"/>
              <a:gd name="connsiteY54" fmla="*/ 108155 h 2074607"/>
              <a:gd name="connsiteX55" fmla="*/ 5879690 w 5968181"/>
              <a:gd name="connsiteY55" fmla="*/ 68826 h 2074607"/>
              <a:gd name="connsiteX56" fmla="*/ 5869858 w 5968181"/>
              <a:gd name="connsiteY56" fmla="*/ 39329 h 2074607"/>
              <a:gd name="connsiteX57" fmla="*/ 5850194 w 5968181"/>
              <a:gd name="connsiteY57" fmla="*/ 0 h 207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5968181" h="2074607">
                <a:moveTo>
                  <a:pt x="0" y="1002891"/>
                </a:moveTo>
                <a:cubicBezTo>
                  <a:pt x="157316" y="1101213"/>
                  <a:pt x="316342" y="1196851"/>
                  <a:pt x="471948" y="1297858"/>
                </a:cubicBezTo>
                <a:cubicBezTo>
                  <a:pt x="503292" y="1318204"/>
                  <a:pt x="527016" y="1349972"/>
                  <a:pt x="560439" y="1366684"/>
                </a:cubicBezTo>
                <a:cubicBezTo>
                  <a:pt x="573549" y="1373239"/>
                  <a:pt x="587841" y="1377830"/>
                  <a:pt x="599768" y="1386349"/>
                </a:cubicBezTo>
                <a:cubicBezTo>
                  <a:pt x="611083" y="1394431"/>
                  <a:pt x="617696" y="1408132"/>
                  <a:pt x="629265" y="1415845"/>
                </a:cubicBezTo>
                <a:cubicBezTo>
                  <a:pt x="637888" y="1421594"/>
                  <a:pt x="649491" y="1421043"/>
                  <a:pt x="658761" y="1425678"/>
                </a:cubicBezTo>
                <a:cubicBezTo>
                  <a:pt x="675854" y="1434224"/>
                  <a:pt x="691848" y="1444840"/>
                  <a:pt x="707923" y="1455174"/>
                </a:cubicBezTo>
                <a:cubicBezTo>
                  <a:pt x="737743" y="1474344"/>
                  <a:pt x="763220" y="1501720"/>
                  <a:pt x="796413" y="1514168"/>
                </a:cubicBezTo>
                <a:cubicBezTo>
                  <a:pt x="822632" y="1524000"/>
                  <a:pt x="850025" y="1531142"/>
                  <a:pt x="875071" y="1543665"/>
                </a:cubicBezTo>
                <a:cubicBezTo>
                  <a:pt x="896210" y="1554234"/>
                  <a:pt x="913405" y="1571516"/>
                  <a:pt x="934065" y="1582994"/>
                </a:cubicBezTo>
                <a:cubicBezTo>
                  <a:pt x="943125" y="1588027"/>
                  <a:pt x="954090" y="1588617"/>
                  <a:pt x="963561" y="1592826"/>
                </a:cubicBezTo>
                <a:cubicBezTo>
                  <a:pt x="1055750" y="1633799"/>
                  <a:pt x="986937" y="1616387"/>
                  <a:pt x="1081548" y="1632155"/>
                </a:cubicBezTo>
                <a:cubicBezTo>
                  <a:pt x="1153613" y="1704220"/>
                  <a:pt x="1083841" y="1648992"/>
                  <a:pt x="1170039" y="1681316"/>
                </a:cubicBezTo>
                <a:cubicBezTo>
                  <a:pt x="1181104" y="1685465"/>
                  <a:pt x="1189276" y="1695118"/>
                  <a:pt x="1199536" y="1700981"/>
                </a:cubicBezTo>
                <a:cubicBezTo>
                  <a:pt x="1212262" y="1708253"/>
                  <a:pt x="1225062" y="1715715"/>
                  <a:pt x="1238865" y="1720645"/>
                </a:cubicBezTo>
                <a:cubicBezTo>
                  <a:pt x="1271089" y="1732153"/>
                  <a:pt x="1305297" y="1737740"/>
                  <a:pt x="1337187" y="1750142"/>
                </a:cubicBezTo>
                <a:cubicBezTo>
                  <a:pt x="1481458" y="1806248"/>
                  <a:pt x="1351341" y="1780255"/>
                  <a:pt x="1484671" y="1799304"/>
                </a:cubicBezTo>
                <a:cubicBezTo>
                  <a:pt x="1649723" y="1893619"/>
                  <a:pt x="1467893" y="1800266"/>
                  <a:pt x="1612490" y="1848465"/>
                </a:cubicBezTo>
                <a:cubicBezTo>
                  <a:pt x="1643113" y="1858672"/>
                  <a:pt x="1670582" y="1876937"/>
                  <a:pt x="1700981" y="1887794"/>
                </a:cubicBezTo>
                <a:cubicBezTo>
                  <a:pt x="1713006" y="1892088"/>
                  <a:pt x="1801280" y="1906149"/>
                  <a:pt x="1809136" y="1907458"/>
                </a:cubicBezTo>
                <a:cubicBezTo>
                  <a:pt x="1846840" y="1922540"/>
                  <a:pt x="1877611" y="1935965"/>
                  <a:pt x="1917290" y="1946787"/>
                </a:cubicBezTo>
                <a:cubicBezTo>
                  <a:pt x="1933413" y="1951184"/>
                  <a:pt x="1950329" y="1952223"/>
                  <a:pt x="1966452" y="1956620"/>
                </a:cubicBezTo>
                <a:cubicBezTo>
                  <a:pt x="2046145" y="1978355"/>
                  <a:pt x="2009980" y="1975130"/>
                  <a:pt x="2094271" y="2005781"/>
                </a:cubicBezTo>
                <a:cubicBezTo>
                  <a:pt x="2134828" y="2020529"/>
                  <a:pt x="2195050" y="2021758"/>
                  <a:pt x="2231923" y="2025445"/>
                </a:cubicBezTo>
                <a:cubicBezTo>
                  <a:pt x="2251587" y="2035277"/>
                  <a:pt x="2270254" y="2047429"/>
                  <a:pt x="2290916" y="2054942"/>
                </a:cubicBezTo>
                <a:cubicBezTo>
                  <a:pt x="2327482" y="2068239"/>
                  <a:pt x="2444559" y="2073481"/>
                  <a:pt x="2458065" y="2074607"/>
                </a:cubicBezTo>
                <a:lnTo>
                  <a:pt x="4542503" y="2054942"/>
                </a:lnTo>
                <a:cubicBezTo>
                  <a:pt x="4607368" y="2054073"/>
                  <a:pt x="4666177" y="2044298"/>
                  <a:pt x="4729316" y="2035278"/>
                </a:cubicBezTo>
                <a:cubicBezTo>
                  <a:pt x="4752258" y="2028723"/>
                  <a:pt x="4775718" y="2023767"/>
                  <a:pt x="4798142" y="2015613"/>
                </a:cubicBezTo>
                <a:cubicBezTo>
                  <a:pt x="4811917" y="2010604"/>
                  <a:pt x="4823999" y="2001723"/>
                  <a:pt x="4837471" y="1995949"/>
                </a:cubicBezTo>
                <a:cubicBezTo>
                  <a:pt x="4846997" y="1991866"/>
                  <a:pt x="4857533" y="1990405"/>
                  <a:pt x="4866968" y="1986116"/>
                </a:cubicBezTo>
                <a:cubicBezTo>
                  <a:pt x="4893655" y="1973986"/>
                  <a:pt x="4919407" y="1959897"/>
                  <a:pt x="4945626" y="1946787"/>
                </a:cubicBezTo>
                <a:cubicBezTo>
                  <a:pt x="4965290" y="1936955"/>
                  <a:pt x="4986326" y="1929486"/>
                  <a:pt x="5004619" y="1917291"/>
                </a:cubicBezTo>
                <a:cubicBezTo>
                  <a:pt x="5101733" y="1852548"/>
                  <a:pt x="5059478" y="1869507"/>
                  <a:pt x="5122607" y="1848465"/>
                </a:cubicBezTo>
                <a:cubicBezTo>
                  <a:pt x="5138994" y="1835355"/>
                  <a:pt x="5152998" y="1818521"/>
                  <a:pt x="5171768" y="1809136"/>
                </a:cubicBezTo>
                <a:cubicBezTo>
                  <a:pt x="5193109" y="1798465"/>
                  <a:pt x="5218170" y="1797625"/>
                  <a:pt x="5240594" y="1789471"/>
                </a:cubicBezTo>
                <a:cubicBezTo>
                  <a:pt x="5254369" y="1784462"/>
                  <a:pt x="5266451" y="1775581"/>
                  <a:pt x="5279923" y="1769807"/>
                </a:cubicBezTo>
                <a:cubicBezTo>
                  <a:pt x="5289449" y="1765724"/>
                  <a:pt x="5300321" y="1764937"/>
                  <a:pt x="5309419" y="1759974"/>
                </a:cubicBezTo>
                <a:cubicBezTo>
                  <a:pt x="5336563" y="1745168"/>
                  <a:pt x="5361129" y="1725971"/>
                  <a:pt x="5388077" y="1710813"/>
                </a:cubicBezTo>
                <a:cubicBezTo>
                  <a:pt x="5413627" y="1696441"/>
                  <a:pt x="5442345" y="1687745"/>
                  <a:pt x="5466736" y="1671484"/>
                </a:cubicBezTo>
                <a:cubicBezTo>
                  <a:pt x="5511648" y="1641543"/>
                  <a:pt x="5578500" y="1599047"/>
                  <a:pt x="5614219" y="1563329"/>
                </a:cubicBezTo>
                <a:cubicBezTo>
                  <a:pt x="5687405" y="1490145"/>
                  <a:pt x="5597541" y="1582788"/>
                  <a:pt x="5673213" y="1494504"/>
                </a:cubicBezTo>
                <a:cubicBezTo>
                  <a:pt x="5697864" y="1465745"/>
                  <a:pt x="5710953" y="1458825"/>
                  <a:pt x="5742039" y="1435510"/>
                </a:cubicBezTo>
                <a:cubicBezTo>
                  <a:pt x="5787923" y="1366684"/>
                  <a:pt x="5761703" y="1389625"/>
                  <a:pt x="5810865" y="1356852"/>
                </a:cubicBezTo>
                <a:cubicBezTo>
                  <a:pt x="5882185" y="1261756"/>
                  <a:pt x="5812659" y="1363096"/>
                  <a:pt x="5850194" y="1288026"/>
                </a:cubicBezTo>
                <a:cubicBezTo>
                  <a:pt x="5855479" y="1277457"/>
                  <a:pt x="5864573" y="1269098"/>
                  <a:pt x="5869858" y="1258529"/>
                </a:cubicBezTo>
                <a:cubicBezTo>
                  <a:pt x="5874493" y="1249259"/>
                  <a:pt x="5876051" y="1238737"/>
                  <a:pt x="5879690" y="1229033"/>
                </a:cubicBezTo>
                <a:cubicBezTo>
                  <a:pt x="5885887" y="1212507"/>
                  <a:pt x="5891462" y="1195657"/>
                  <a:pt x="5899355" y="1179871"/>
                </a:cubicBezTo>
                <a:cubicBezTo>
                  <a:pt x="5904640" y="1169302"/>
                  <a:pt x="5912464" y="1160206"/>
                  <a:pt x="5919019" y="1150374"/>
                </a:cubicBezTo>
                <a:cubicBezTo>
                  <a:pt x="5925574" y="1117600"/>
                  <a:pt x="5923737" y="1081947"/>
                  <a:pt x="5938684" y="1052052"/>
                </a:cubicBezTo>
                <a:cubicBezTo>
                  <a:pt x="5964391" y="1000636"/>
                  <a:pt x="5954793" y="1026942"/>
                  <a:pt x="5968181" y="973394"/>
                </a:cubicBezTo>
                <a:cubicBezTo>
                  <a:pt x="5964903" y="750529"/>
                  <a:pt x="5964537" y="527603"/>
                  <a:pt x="5958348" y="304800"/>
                </a:cubicBezTo>
                <a:cubicBezTo>
                  <a:pt x="5957973" y="291292"/>
                  <a:pt x="5953261" y="278124"/>
                  <a:pt x="5948516" y="265471"/>
                </a:cubicBezTo>
                <a:cubicBezTo>
                  <a:pt x="5943370" y="251747"/>
                  <a:pt x="5935407" y="239252"/>
                  <a:pt x="5928852" y="226142"/>
                </a:cubicBezTo>
                <a:cubicBezTo>
                  <a:pt x="5921856" y="184172"/>
                  <a:pt x="5918829" y="147103"/>
                  <a:pt x="5899355" y="108155"/>
                </a:cubicBezTo>
                <a:cubicBezTo>
                  <a:pt x="5892800" y="95045"/>
                  <a:pt x="5885464" y="82298"/>
                  <a:pt x="5879690" y="68826"/>
                </a:cubicBezTo>
                <a:cubicBezTo>
                  <a:pt x="5875607" y="59300"/>
                  <a:pt x="5874493" y="48599"/>
                  <a:pt x="5869858" y="39329"/>
                </a:cubicBezTo>
                <a:cubicBezTo>
                  <a:pt x="5848376" y="-3636"/>
                  <a:pt x="5850194" y="24629"/>
                  <a:pt x="5850194" y="0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4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5D745-BCCF-4F79-8FF1-1CAF4D964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523" y="217641"/>
            <a:ext cx="9151374" cy="706591"/>
          </a:xfrm>
        </p:spPr>
        <p:txBody>
          <a:bodyPr/>
          <a:lstStyle/>
          <a:p>
            <a:r>
              <a:rPr lang="en-IN"/>
              <a:t>iterate </a:t>
            </a:r>
            <a:r>
              <a:rPr lang="en-IN" dirty="0"/>
              <a:t>over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2BE6-DDE8-4D38-A833-E8161E2D1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1334012"/>
            <a:ext cx="3763297" cy="20089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'li'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': '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US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});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113A3-834E-442A-8DD3-BBE90AF97433}"/>
              </a:ext>
            </a:extLst>
          </p:cNvPr>
          <p:cNvSpPr txBox="1"/>
          <p:nvPr/>
        </p:nvSpPr>
        <p:spPr>
          <a:xfrm>
            <a:off x="4473678" y="1461327"/>
            <a:ext cx="61353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&lt;ul&gt;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lang="it-IT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it-IT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bar</a:t>
            </a:r>
            <a:r>
              <a:rPr lang="it-IT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it-IT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it-IT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65080E-0E44-4E5B-8F95-F548289EED48}"/>
              </a:ext>
            </a:extLst>
          </p:cNvPr>
          <p:cNvCxnSpPr/>
          <p:nvPr/>
        </p:nvCxnSpPr>
        <p:spPr>
          <a:xfrm>
            <a:off x="1415845" y="3342968"/>
            <a:ext cx="2615381" cy="1494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4117D1C-9288-4A7A-9C59-0DB572A11394}"/>
              </a:ext>
            </a:extLst>
          </p:cNvPr>
          <p:cNvSpPr txBox="1"/>
          <p:nvPr/>
        </p:nvSpPr>
        <p:spPr>
          <a:xfrm>
            <a:off x="4257368" y="4286865"/>
            <a:ext cx="5043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O/P</a:t>
            </a:r>
          </a:p>
          <a:p>
            <a:r>
              <a:rPr lang="en-IN" dirty="0"/>
              <a:t>0 :foo</a:t>
            </a:r>
          </a:p>
          <a:p>
            <a:r>
              <a:rPr lang="en-IN" dirty="0"/>
              <a:t>1: bar</a:t>
            </a:r>
          </a:p>
        </p:txBody>
      </p:sp>
    </p:spTree>
    <p:extLst>
      <p:ext uri="{BB962C8B-B14F-4D97-AF65-F5344CB8AC3E}">
        <p14:creationId xmlns:p14="http://schemas.microsoft.com/office/powerpoint/2010/main" val="362801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400</Words>
  <Application>Microsoft Office PowerPoint</Application>
  <PresentationFormat>Widescreen</PresentationFormat>
  <Paragraphs>81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Loop in jQuery $.each()</vt:lpstr>
      <vt:lpstr>Loop over object</vt:lpstr>
      <vt:lpstr>iterate over collection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vidyanidhi school</cp:lastModifiedBy>
  <cp:revision>73</cp:revision>
  <dcterms:created xsi:type="dcterms:W3CDTF">2020-12-08T04:28:35Z</dcterms:created>
  <dcterms:modified xsi:type="dcterms:W3CDTF">2024-01-15T08:16:19Z</dcterms:modified>
</cp:coreProperties>
</file>