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60" r:id="rId2"/>
    <p:sldId id="257" r:id="rId3"/>
    <p:sldId id="261" r:id="rId4"/>
    <p:sldId id="262" r:id="rId5"/>
    <p:sldId id="263" r:id="rId6"/>
    <p:sldId id="264" r:id="rId7"/>
    <p:sldId id="265" r:id="rId8"/>
    <p:sldId id="266" r:id="rId9"/>
    <p:sldId id="277" r:id="rId10"/>
    <p:sldId id="267" r:id="rId11"/>
    <p:sldId id="268" r:id="rId12"/>
    <p:sldId id="269" r:id="rId13"/>
    <p:sldId id="270" r:id="rId14"/>
    <p:sldId id="272" r:id="rId15"/>
    <p:sldId id="275" r:id="rId16"/>
    <p:sldId id="273" r:id="rId17"/>
    <p:sldId id="276" r:id="rId18"/>
    <p:sldId id="27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06"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667345-2826-41D5-A086-E491BC8DE5FE}" type="datetimeFigureOut">
              <a:rPr lang="en-IN" smtClean="0"/>
              <a:t>13-01-2024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827529-61A6-4D56-8001-AAA2A6445CCD}" type="slidenum">
              <a:rPr lang="en-IN" smtClean="0"/>
              <a:t>‹#›</a:t>
            </a:fld>
            <a:endParaRPr lang="en-IN"/>
          </a:p>
        </p:txBody>
      </p:sp>
    </p:spTree>
    <p:extLst>
      <p:ext uri="{BB962C8B-B14F-4D97-AF65-F5344CB8AC3E}">
        <p14:creationId xmlns:p14="http://schemas.microsoft.com/office/powerpoint/2010/main" val="2310849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E827529-61A6-4D56-8001-AAA2A6445CCD}" type="slidenum">
              <a:rPr lang="en-IN" smtClean="0"/>
              <a:t>7</a:t>
            </a:fld>
            <a:endParaRPr lang="en-IN"/>
          </a:p>
        </p:txBody>
      </p:sp>
    </p:spTree>
    <p:extLst>
      <p:ext uri="{BB962C8B-B14F-4D97-AF65-F5344CB8AC3E}">
        <p14:creationId xmlns:p14="http://schemas.microsoft.com/office/powerpoint/2010/main" val="27791827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89443-FFEE-4C82-A966-BF1CE2F8074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8C93334-666B-4F20-ACB6-61846BF651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1E4E580-2FB4-457A-A152-EF6B9D382E45}"/>
              </a:ext>
            </a:extLst>
          </p:cNvPr>
          <p:cNvSpPr>
            <a:spLocks noGrp="1"/>
          </p:cNvSpPr>
          <p:nvPr>
            <p:ph type="dt" sz="half" idx="10"/>
          </p:nvPr>
        </p:nvSpPr>
        <p:spPr/>
        <p:txBody>
          <a:bodyPr/>
          <a:lstStyle/>
          <a:p>
            <a:fld id="{DC63DDF5-237E-4516-A055-57F6167FD6A0}" type="datetimeFigureOut">
              <a:rPr lang="en-IN" smtClean="0"/>
              <a:t>13-01-2024</a:t>
            </a:fld>
            <a:endParaRPr lang="en-IN"/>
          </a:p>
        </p:txBody>
      </p:sp>
      <p:sp>
        <p:nvSpPr>
          <p:cNvPr id="5" name="Footer Placeholder 4">
            <a:extLst>
              <a:ext uri="{FF2B5EF4-FFF2-40B4-BE49-F238E27FC236}">
                <a16:creationId xmlns:a16="http://schemas.microsoft.com/office/drawing/2014/main" id="{0B260D9B-B68C-4620-87CE-F0A1870983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C136A0-EDC3-4BA9-B4B6-EC9BF9D03A88}"/>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978479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C580A-668F-4970-939B-82FD7231502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3C0C4B-F586-4500-8F73-5AB60C98B4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EE74F4-FCA3-423C-8169-8DE1C05217AC}"/>
              </a:ext>
            </a:extLst>
          </p:cNvPr>
          <p:cNvSpPr>
            <a:spLocks noGrp="1"/>
          </p:cNvSpPr>
          <p:nvPr>
            <p:ph type="dt" sz="half" idx="10"/>
          </p:nvPr>
        </p:nvSpPr>
        <p:spPr/>
        <p:txBody>
          <a:bodyPr/>
          <a:lstStyle/>
          <a:p>
            <a:fld id="{DC63DDF5-237E-4516-A055-57F6167FD6A0}" type="datetimeFigureOut">
              <a:rPr lang="en-IN" smtClean="0"/>
              <a:t>13-01-2024</a:t>
            </a:fld>
            <a:endParaRPr lang="en-IN"/>
          </a:p>
        </p:txBody>
      </p:sp>
      <p:sp>
        <p:nvSpPr>
          <p:cNvPr id="5" name="Footer Placeholder 4">
            <a:extLst>
              <a:ext uri="{FF2B5EF4-FFF2-40B4-BE49-F238E27FC236}">
                <a16:creationId xmlns:a16="http://schemas.microsoft.com/office/drawing/2014/main" id="{5DFD7A50-489D-4A36-9E70-A7CE26DD3F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D1DF1E-DB70-435B-B5B9-04642DBFF9DD}"/>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17288223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6F664-4139-40D8-BD0C-35879E6993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9EF26F1-4D00-4DB5-9F33-8C620144C5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5AFA7E-9C13-42BB-B8F5-23167082F65C}"/>
              </a:ext>
            </a:extLst>
          </p:cNvPr>
          <p:cNvSpPr>
            <a:spLocks noGrp="1"/>
          </p:cNvSpPr>
          <p:nvPr>
            <p:ph type="dt" sz="half" idx="10"/>
          </p:nvPr>
        </p:nvSpPr>
        <p:spPr/>
        <p:txBody>
          <a:bodyPr/>
          <a:lstStyle/>
          <a:p>
            <a:fld id="{DC63DDF5-237E-4516-A055-57F6167FD6A0}" type="datetimeFigureOut">
              <a:rPr lang="en-IN" smtClean="0"/>
              <a:t>13-01-2024</a:t>
            </a:fld>
            <a:endParaRPr lang="en-IN"/>
          </a:p>
        </p:txBody>
      </p:sp>
      <p:sp>
        <p:nvSpPr>
          <p:cNvPr id="5" name="Footer Placeholder 4">
            <a:extLst>
              <a:ext uri="{FF2B5EF4-FFF2-40B4-BE49-F238E27FC236}">
                <a16:creationId xmlns:a16="http://schemas.microsoft.com/office/drawing/2014/main" id="{0FB5A40E-26F3-49D5-8231-9CFBE0FA2C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CA8821-1DD5-46AF-B859-E9DB767FCD9C}"/>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137652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51D5B-DD80-4F4B-BB8B-3C6E40D3569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86A43B7-8865-447C-9193-E158DC9C4A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59041A5-4AA5-4584-9AFF-0D61E3065E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A986933-95C5-4E0D-AA2B-A304FD2F5E41}"/>
              </a:ext>
            </a:extLst>
          </p:cNvPr>
          <p:cNvSpPr>
            <a:spLocks noGrp="1"/>
          </p:cNvSpPr>
          <p:nvPr>
            <p:ph type="dt" sz="half" idx="10"/>
          </p:nvPr>
        </p:nvSpPr>
        <p:spPr/>
        <p:txBody>
          <a:bodyPr/>
          <a:lstStyle/>
          <a:p>
            <a:fld id="{DC63DDF5-237E-4516-A055-57F6167FD6A0}" type="datetimeFigureOut">
              <a:rPr lang="en-IN" smtClean="0"/>
              <a:t>13-01-2024</a:t>
            </a:fld>
            <a:endParaRPr lang="en-IN"/>
          </a:p>
        </p:txBody>
      </p:sp>
      <p:sp>
        <p:nvSpPr>
          <p:cNvPr id="6" name="Footer Placeholder 5">
            <a:extLst>
              <a:ext uri="{FF2B5EF4-FFF2-40B4-BE49-F238E27FC236}">
                <a16:creationId xmlns:a16="http://schemas.microsoft.com/office/drawing/2014/main" id="{067BD086-7216-419B-A6C2-5F7B782659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7603E10-F0A2-45A1-9365-3ABF74638A13}"/>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333729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1F1CA-47E7-4B65-AB75-C3261008F3F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427C2BE-930A-4711-B915-DA01FBCF39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323A3D-8034-492F-A3FC-218108F551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BF7BFD0-D5C1-41E3-B446-203258A7CD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8C35BF-C149-4790-95D1-210A40703B8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88650A6-80C6-405E-891A-5C08D56AFFCE}"/>
              </a:ext>
            </a:extLst>
          </p:cNvPr>
          <p:cNvSpPr>
            <a:spLocks noGrp="1"/>
          </p:cNvSpPr>
          <p:nvPr>
            <p:ph type="dt" sz="half" idx="10"/>
          </p:nvPr>
        </p:nvSpPr>
        <p:spPr/>
        <p:txBody>
          <a:bodyPr/>
          <a:lstStyle/>
          <a:p>
            <a:fld id="{DC63DDF5-237E-4516-A055-57F6167FD6A0}" type="datetimeFigureOut">
              <a:rPr lang="en-IN" smtClean="0"/>
              <a:t>13-01-2024</a:t>
            </a:fld>
            <a:endParaRPr lang="en-IN"/>
          </a:p>
        </p:txBody>
      </p:sp>
      <p:sp>
        <p:nvSpPr>
          <p:cNvPr id="8" name="Footer Placeholder 7">
            <a:extLst>
              <a:ext uri="{FF2B5EF4-FFF2-40B4-BE49-F238E27FC236}">
                <a16:creationId xmlns:a16="http://schemas.microsoft.com/office/drawing/2014/main" id="{F48AE45E-EF40-40B8-A8C4-93AF497E661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7C4334E-6748-41DF-A0A1-B0D6C07A55D6}"/>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34190766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5B3E6-97E4-49A2-9744-8A16A9B3A22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BDE765C-AE3B-4BB2-8980-1663BA2C5017}"/>
              </a:ext>
            </a:extLst>
          </p:cNvPr>
          <p:cNvSpPr>
            <a:spLocks noGrp="1"/>
          </p:cNvSpPr>
          <p:nvPr>
            <p:ph type="dt" sz="half" idx="10"/>
          </p:nvPr>
        </p:nvSpPr>
        <p:spPr/>
        <p:txBody>
          <a:bodyPr/>
          <a:lstStyle/>
          <a:p>
            <a:fld id="{DC63DDF5-237E-4516-A055-57F6167FD6A0}" type="datetimeFigureOut">
              <a:rPr lang="en-IN" smtClean="0"/>
              <a:t>13-01-2024</a:t>
            </a:fld>
            <a:endParaRPr lang="en-IN"/>
          </a:p>
        </p:txBody>
      </p:sp>
      <p:sp>
        <p:nvSpPr>
          <p:cNvPr id="4" name="Footer Placeholder 3">
            <a:extLst>
              <a:ext uri="{FF2B5EF4-FFF2-40B4-BE49-F238E27FC236}">
                <a16:creationId xmlns:a16="http://schemas.microsoft.com/office/drawing/2014/main" id="{6E4A86FB-C3AD-479D-B553-81ADCFC776F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38B2B66-F1AE-441B-8A26-046F8127DC6F}"/>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148688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9A9C74-D28D-4EB5-BD2E-6497EB289B2C}"/>
              </a:ext>
            </a:extLst>
          </p:cNvPr>
          <p:cNvSpPr>
            <a:spLocks noGrp="1"/>
          </p:cNvSpPr>
          <p:nvPr>
            <p:ph type="dt" sz="half" idx="10"/>
          </p:nvPr>
        </p:nvSpPr>
        <p:spPr/>
        <p:txBody>
          <a:bodyPr/>
          <a:lstStyle/>
          <a:p>
            <a:fld id="{DC63DDF5-237E-4516-A055-57F6167FD6A0}" type="datetimeFigureOut">
              <a:rPr lang="en-IN" smtClean="0"/>
              <a:t>13-01-2024</a:t>
            </a:fld>
            <a:endParaRPr lang="en-IN"/>
          </a:p>
        </p:txBody>
      </p:sp>
      <p:sp>
        <p:nvSpPr>
          <p:cNvPr id="3" name="Footer Placeholder 2">
            <a:extLst>
              <a:ext uri="{FF2B5EF4-FFF2-40B4-BE49-F238E27FC236}">
                <a16:creationId xmlns:a16="http://schemas.microsoft.com/office/drawing/2014/main" id="{47D64809-42FD-4A11-B819-AD17C8D6725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002BC93-2C20-4A10-8386-5E6BBC6B7584}"/>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1811505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27F65-DBCB-4801-B4F7-01DAA9F1EA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492DDB3-BF37-4811-AA22-0157F0F566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22E616A-B6D5-4B0C-BE05-75FC81B410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D50D6E-AB39-4131-931B-11AEE1558B50}"/>
              </a:ext>
            </a:extLst>
          </p:cNvPr>
          <p:cNvSpPr>
            <a:spLocks noGrp="1"/>
          </p:cNvSpPr>
          <p:nvPr>
            <p:ph type="dt" sz="half" idx="10"/>
          </p:nvPr>
        </p:nvSpPr>
        <p:spPr/>
        <p:txBody>
          <a:bodyPr/>
          <a:lstStyle/>
          <a:p>
            <a:fld id="{DC63DDF5-237E-4516-A055-57F6167FD6A0}" type="datetimeFigureOut">
              <a:rPr lang="en-IN" smtClean="0"/>
              <a:t>13-01-2024</a:t>
            </a:fld>
            <a:endParaRPr lang="en-IN"/>
          </a:p>
        </p:txBody>
      </p:sp>
      <p:sp>
        <p:nvSpPr>
          <p:cNvPr id="6" name="Footer Placeholder 5">
            <a:extLst>
              <a:ext uri="{FF2B5EF4-FFF2-40B4-BE49-F238E27FC236}">
                <a16:creationId xmlns:a16="http://schemas.microsoft.com/office/drawing/2014/main" id="{50E0CE22-92D3-4DAA-8BCE-0A03B688A6F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FE6409-721A-4A59-8C8C-991DFF5DB60D}"/>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703529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215F6-2CCA-471A-8A4C-B14E37B46C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5881F1C-8AB8-4B4B-AB87-147354B359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3F143F0-C23B-4B04-BC3E-09FD7FA9BF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A86794-29D4-48F5-AAB7-FEDE38699205}"/>
              </a:ext>
            </a:extLst>
          </p:cNvPr>
          <p:cNvSpPr>
            <a:spLocks noGrp="1"/>
          </p:cNvSpPr>
          <p:nvPr>
            <p:ph type="dt" sz="half" idx="10"/>
          </p:nvPr>
        </p:nvSpPr>
        <p:spPr/>
        <p:txBody>
          <a:bodyPr/>
          <a:lstStyle/>
          <a:p>
            <a:fld id="{DC63DDF5-237E-4516-A055-57F6167FD6A0}" type="datetimeFigureOut">
              <a:rPr lang="en-IN" smtClean="0"/>
              <a:t>13-01-2024</a:t>
            </a:fld>
            <a:endParaRPr lang="en-IN"/>
          </a:p>
        </p:txBody>
      </p:sp>
      <p:sp>
        <p:nvSpPr>
          <p:cNvPr id="6" name="Footer Placeholder 5">
            <a:extLst>
              <a:ext uri="{FF2B5EF4-FFF2-40B4-BE49-F238E27FC236}">
                <a16:creationId xmlns:a16="http://schemas.microsoft.com/office/drawing/2014/main" id="{0806CB9B-4D4C-4ACA-A95C-383DD8CF224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11648DB-2CE3-4422-BA6A-7F581DD4ECCD}"/>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2582913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7F9C4-EC3D-4D88-916D-9C28F12E07A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DF3ECD7-301A-4007-9555-FAB7F47F16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9D8B08-380A-4D4C-8558-710BAA448F51}"/>
              </a:ext>
            </a:extLst>
          </p:cNvPr>
          <p:cNvSpPr>
            <a:spLocks noGrp="1"/>
          </p:cNvSpPr>
          <p:nvPr>
            <p:ph type="dt" sz="half" idx="10"/>
          </p:nvPr>
        </p:nvSpPr>
        <p:spPr/>
        <p:txBody>
          <a:bodyPr/>
          <a:lstStyle/>
          <a:p>
            <a:fld id="{DC63DDF5-237E-4516-A055-57F6167FD6A0}" type="datetimeFigureOut">
              <a:rPr lang="en-IN" smtClean="0"/>
              <a:t>13-01-2024</a:t>
            </a:fld>
            <a:endParaRPr lang="en-IN"/>
          </a:p>
        </p:txBody>
      </p:sp>
      <p:sp>
        <p:nvSpPr>
          <p:cNvPr id="5" name="Footer Placeholder 4">
            <a:extLst>
              <a:ext uri="{FF2B5EF4-FFF2-40B4-BE49-F238E27FC236}">
                <a16:creationId xmlns:a16="http://schemas.microsoft.com/office/drawing/2014/main" id="{FAA45EE6-7C0B-46D1-ACD2-1400C51A81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87C531-6255-483B-85A2-FC2B5D915DB6}"/>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22003827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72BEA0-82D9-44CE-8195-5A5B7E10AA2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F70A67E-302F-423F-92E9-8B2E7DD36AB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6B3939-E0C6-4AEC-B1A6-99FA8EBD67C4}"/>
              </a:ext>
            </a:extLst>
          </p:cNvPr>
          <p:cNvSpPr>
            <a:spLocks noGrp="1"/>
          </p:cNvSpPr>
          <p:nvPr>
            <p:ph type="dt" sz="half" idx="10"/>
          </p:nvPr>
        </p:nvSpPr>
        <p:spPr/>
        <p:txBody>
          <a:bodyPr/>
          <a:lstStyle/>
          <a:p>
            <a:fld id="{DC63DDF5-237E-4516-A055-57F6167FD6A0}" type="datetimeFigureOut">
              <a:rPr lang="en-IN" smtClean="0"/>
              <a:t>13-01-2024</a:t>
            </a:fld>
            <a:endParaRPr lang="en-IN"/>
          </a:p>
        </p:txBody>
      </p:sp>
      <p:sp>
        <p:nvSpPr>
          <p:cNvPr id="5" name="Footer Placeholder 4">
            <a:extLst>
              <a:ext uri="{FF2B5EF4-FFF2-40B4-BE49-F238E27FC236}">
                <a16:creationId xmlns:a16="http://schemas.microsoft.com/office/drawing/2014/main" id="{F329C804-538E-4BBD-975D-7A768D3ECC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803EAE-674C-4E86-883E-3AF5874ED180}"/>
              </a:ext>
            </a:extLst>
          </p:cNvPr>
          <p:cNvSpPr>
            <a:spLocks noGrp="1"/>
          </p:cNvSpPr>
          <p:nvPr>
            <p:ph type="sldNum" sz="quarter" idx="12"/>
          </p:nvPr>
        </p:nvSpPr>
        <p:spPr/>
        <p:txBody>
          <a:bodyPr/>
          <a:lstStyle/>
          <a:p>
            <a:fld id="{0B299C85-F5E8-48EE-B13A-6A0A32891F88}" type="slidenum">
              <a:rPr lang="en-IN" smtClean="0"/>
              <a:t>‹#›</a:t>
            </a:fld>
            <a:endParaRPr lang="en-IN"/>
          </a:p>
        </p:txBody>
      </p:sp>
    </p:spTree>
    <p:extLst>
      <p:ext uri="{BB962C8B-B14F-4D97-AF65-F5344CB8AC3E}">
        <p14:creationId xmlns:p14="http://schemas.microsoft.com/office/powerpoint/2010/main" val="7696031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314469-9391-4513-9B67-5B4CAA8F02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807ACC0-3600-409D-B5CE-5EE024B627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CAE5ABD-DCDA-47A0-A577-5162BFA578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63DDF5-237E-4516-A055-57F6167FD6A0}" type="datetimeFigureOut">
              <a:rPr lang="en-IN" smtClean="0"/>
              <a:t>13-01-2024</a:t>
            </a:fld>
            <a:endParaRPr lang="en-IN"/>
          </a:p>
        </p:txBody>
      </p:sp>
      <p:sp>
        <p:nvSpPr>
          <p:cNvPr id="5" name="Footer Placeholder 4">
            <a:extLst>
              <a:ext uri="{FF2B5EF4-FFF2-40B4-BE49-F238E27FC236}">
                <a16:creationId xmlns:a16="http://schemas.microsoft.com/office/drawing/2014/main" id="{0CA5718B-B236-4E69-93D5-5A2D017259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B99D5EC-A01E-4BD2-91FF-5D1045935C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299C85-F5E8-48EE-B13A-6A0A32891F88}" type="slidenum">
              <a:rPr lang="en-IN" smtClean="0"/>
              <a:t>‹#›</a:t>
            </a:fld>
            <a:endParaRPr lang="en-IN"/>
          </a:p>
        </p:txBody>
      </p:sp>
      <p:pic>
        <p:nvPicPr>
          <p:cNvPr id="7" name="Picture 6">
            <a:extLst>
              <a:ext uri="{FF2B5EF4-FFF2-40B4-BE49-F238E27FC236}">
                <a16:creationId xmlns:a16="http://schemas.microsoft.com/office/drawing/2014/main" id="{E6030DFE-449A-4058-8FEB-0F17D90CCD43}"/>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200" y="-76200"/>
            <a:ext cx="1282699" cy="857534"/>
          </a:xfrm>
          <a:prstGeom prst="rect">
            <a:avLst/>
          </a:prstGeom>
        </p:spPr>
      </p:pic>
      <p:sp>
        <p:nvSpPr>
          <p:cNvPr id="8" name="Rectangle 7">
            <a:extLst>
              <a:ext uri="{FF2B5EF4-FFF2-40B4-BE49-F238E27FC236}">
                <a16:creationId xmlns:a16="http://schemas.microsoft.com/office/drawing/2014/main" id="{9B921E84-7975-4E42-8D87-BD3396E8F9A7}"/>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33966015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5EF16-D9C0-4FE5-8D1B-11CCA71B5106}"/>
              </a:ext>
            </a:extLst>
          </p:cNvPr>
          <p:cNvSpPr>
            <a:spLocks noGrp="1"/>
          </p:cNvSpPr>
          <p:nvPr>
            <p:ph type="title"/>
          </p:nvPr>
        </p:nvSpPr>
        <p:spPr>
          <a:xfrm>
            <a:off x="907025" y="0"/>
            <a:ext cx="10016613" cy="667262"/>
          </a:xfrm>
        </p:spPr>
        <p:txBody>
          <a:bodyPr>
            <a:normAutofit fontScale="90000"/>
          </a:bodyPr>
          <a:lstStyle/>
          <a:p>
            <a:r>
              <a:rPr lang="en-US" dirty="0"/>
              <a:t>What is jQuery</a:t>
            </a:r>
            <a:endParaRPr lang="en-IN" dirty="0"/>
          </a:p>
        </p:txBody>
      </p:sp>
      <p:sp>
        <p:nvSpPr>
          <p:cNvPr id="3" name="Content Placeholder 2">
            <a:extLst>
              <a:ext uri="{FF2B5EF4-FFF2-40B4-BE49-F238E27FC236}">
                <a16:creationId xmlns:a16="http://schemas.microsoft.com/office/drawing/2014/main" id="{B86D91F1-A18E-442D-BEDB-41D60313B61C}"/>
              </a:ext>
            </a:extLst>
          </p:cNvPr>
          <p:cNvSpPr>
            <a:spLocks noGrp="1"/>
          </p:cNvSpPr>
          <p:nvPr>
            <p:ph idx="1"/>
          </p:nvPr>
        </p:nvSpPr>
        <p:spPr>
          <a:xfrm>
            <a:off x="221225" y="571046"/>
            <a:ext cx="11970775" cy="1330530"/>
          </a:xfrm>
        </p:spPr>
        <p:txBody>
          <a:bodyPr>
            <a:normAutofit/>
          </a:bodyPr>
          <a:lstStyle/>
          <a:p>
            <a:r>
              <a:rPr lang="en-US" sz="2000" b="0" i="0" dirty="0">
                <a:solidFill>
                  <a:srgbClr val="414141"/>
                </a:solidFill>
                <a:effectLst/>
                <a:latin typeface="-apple-system"/>
              </a:rPr>
              <a:t>jQuery is a fast, lightweight, and feature-rich JavaScript library that is based on the principle </a:t>
            </a:r>
            <a:r>
              <a:rPr lang="en-US" sz="2000" b="0" i="1" dirty="0">
                <a:solidFill>
                  <a:srgbClr val="414141"/>
                </a:solidFill>
                <a:effectLst/>
                <a:latin typeface="-apple-system"/>
              </a:rPr>
              <a:t>"write less, do more"</a:t>
            </a:r>
            <a:r>
              <a:rPr lang="en-US" sz="2000" b="0" i="0" dirty="0">
                <a:solidFill>
                  <a:srgbClr val="414141"/>
                </a:solidFill>
                <a:effectLst/>
                <a:latin typeface="-apple-system"/>
              </a:rPr>
              <a:t>. </a:t>
            </a:r>
          </a:p>
          <a:p>
            <a:r>
              <a:rPr lang="en-US" sz="2000" b="0" i="0" dirty="0">
                <a:solidFill>
                  <a:srgbClr val="414141"/>
                </a:solidFill>
                <a:effectLst/>
                <a:latin typeface="-apple-system"/>
              </a:rPr>
              <a:t>jQuery was originally created by John </a:t>
            </a:r>
            <a:r>
              <a:rPr lang="en-US" sz="2000" b="0" i="0" dirty="0" err="1">
                <a:solidFill>
                  <a:srgbClr val="414141"/>
                </a:solidFill>
                <a:effectLst/>
                <a:latin typeface="-apple-system"/>
              </a:rPr>
              <a:t>Resig</a:t>
            </a:r>
            <a:r>
              <a:rPr lang="en-US" sz="2000" b="0" i="0" dirty="0">
                <a:solidFill>
                  <a:srgbClr val="414141"/>
                </a:solidFill>
                <a:effectLst/>
                <a:latin typeface="-apple-system"/>
              </a:rPr>
              <a:t> in early 2006. The jQuery project is currently run and maintained by a distributed group of developers as an open-source project.</a:t>
            </a:r>
            <a:endParaRPr lang="en-IN" sz="2000" dirty="0"/>
          </a:p>
        </p:txBody>
      </p:sp>
      <p:sp>
        <p:nvSpPr>
          <p:cNvPr id="5" name="TextBox 4">
            <a:extLst>
              <a:ext uri="{FF2B5EF4-FFF2-40B4-BE49-F238E27FC236}">
                <a16:creationId xmlns:a16="http://schemas.microsoft.com/office/drawing/2014/main" id="{7C301249-4B76-4F6B-BA79-DF6D2D7EEFDA}"/>
              </a:ext>
            </a:extLst>
          </p:cNvPr>
          <p:cNvSpPr txBox="1"/>
          <p:nvPr/>
        </p:nvSpPr>
        <p:spPr>
          <a:xfrm>
            <a:off x="353958" y="2084438"/>
            <a:ext cx="6096000" cy="369332"/>
          </a:xfrm>
          <a:prstGeom prst="rect">
            <a:avLst/>
          </a:prstGeom>
          <a:noFill/>
        </p:spPr>
        <p:txBody>
          <a:bodyPr wrap="square">
            <a:spAutoFit/>
          </a:bodyPr>
          <a:lstStyle/>
          <a:p>
            <a:pPr algn="l" fontAlgn="base"/>
            <a:r>
              <a:rPr lang="en-US" b="1" i="0" dirty="0">
                <a:solidFill>
                  <a:srgbClr val="262626"/>
                </a:solidFill>
                <a:effectLst/>
                <a:latin typeface="-apple-system"/>
              </a:rPr>
              <a:t>What You Can Do with jQuery</a:t>
            </a:r>
          </a:p>
        </p:txBody>
      </p:sp>
      <p:sp>
        <p:nvSpPr>
          <p:cNvPr id="7" name="TextBox 6">
            <a:extLst>
              <a:ext uri="{FF2B5EF4-FFF2-40B4-BE49-F238E27FC236}">
                <a16:creationId xmlns:a16="http://schemas.microsoft.com/office/drawing/2014/main" id="{673C21CC-A11F-4DB1-BCC0-26A1B70991DC}"/>
              </a:ext>
            </a:extLst>
          </p:cNvPr>
          <p:cNvSpPr txBox="1"/>
          <p:nvPr/>
        </p:nvSpPr>
        <p:spPr>
          <a:xfrm>
            <a:off x="0" y="2679911"/>
            <a:ext cx="6228734" cy="3693319"/>
          </a:xfrm>
          <a:prstGeom prst="rect">
            <a:avLst/>
          </a:prstGeom>
          <a:noFill/>
        </p:spPr>
        <p:txBody>
          <a:bodyPr wrap="square">
            <a:spAutoFit/>
          </a:bodyPr>
          <a:lstStyle/>
          <a:p>
            <a:pPr algn="l">
              <a:buFont typeface="Arial" panose="020B0604020202020204" pitchFamily="34" charset="0"/>
              <a:buChar char="•"/>
            </a:pPr>
            <a:r>
              <a:rPr lang="en-US" b="0" i="0" dirty="0">
                <a:solidFill>
                  <a:srgbClr val="414141"/>
                </a:solidFill>
                <a:effectLst/>
                <a:latin typeface="-apple-system"/>
              </a:rPr>
              <a:t>You can easily select elements to perform manipulation.</a:t>
            </a:r>
          </a:p>
          <a:p>
            <a:pPr algn="l">
              <a:buFont typeface="Arial" panose="020B0604020202020204" pitchFamily="34" charset="0"/>
              <a:buChar char="•"/>
            </a:pPr>
            <a:r>
              <a:rPr lang="en-US" b="0" i="0" dirty="0">
                <a:solidFill>
                  <a:srgbClr val="414141"/>
                </a:solidFill>
                <a:effectLst/>
                <a:latin typeface="-apple-system"/>
              </a:rPr>
              <a:t>You can easily create effect like show or hide elements, sliding transition, and so on.</a:t>
            </a:r>
          </a:p>
          <a:p>
            <a:pPr algn="l">
              <a:buFont typeface="Arial" panose="020B0604020202020204" pitchFamily="34" charset="0"/>
              <a:buChar char="•"/>
            </a:pPr>
            <a:r>
              <a:rPr lang="en-US" b="0" i="0" dirty="0">
                <a:solidFill>
                  <a:srgbClr val="414141"/>
                </a:solidFill>
                <a:effectLst/>
                <a:latin typeface="-apple-system"/>
              </a:rPr>
              <a:t>You can easily create complex CSS animation with fewer lines of code.</a:t>
            </a:r>
          </a:p>
          <a:p>
            <a:pPr algn="l">
              <a:buFont typeface="Arial" panose="020B0604020202020204" pitchFamily="34" charset="0"/>
              <a:buChar char="•"/>
            </a:pPr>
            <a:r>
              <a:rPr lang="en-US" b="0" i="0" dirty="0">
                <a:solidFill>
                  <a:srgbClr val="414141"/>
                </a:solidFill>
                <a:effectLst/>
                <a:latin typeface="-apple-system"/>
              </a:rPr>
              <a:t>You can easily manipulate DOM elements and their attributes.</a:t>
            </a:r>
          </a:p>
          <a:p>
            <a:pPr algn="l">
              <a:buFont typeface="Arial" panose="020B0604020202020204" pitchFamily="34" charset="0"/>
              <a:buChar char="•"/>
            </a:pPr>
            <a:r>
              <a:rPr lang="en-US" b="0" i="0" dirty="0">
                <a:solidFill>
                  <a:srgbClr val="414141"/>
                </a:solidFill>
                <a:effectLst/>
                <a:latin typeface="-apple-system"/>
              </a:rPr>
              <a:t>You can easily implement Ajax to enable asynchronous data exchange between client and server.</a:t>
            </a:r>
          </a:p>
          <a:p>
            <a:pPr algn="l">
              <a:buFont typeface="Arial" panose="020B0604020202020204" pitchFamily="34" charset="0"/>
              <a:buChar char="•"/>
            </a:pPr>
            <a:r>
              <a:rPr lang="en-US" b="0" i="0" dirty="0">
                <a:solidFill>
                  <a:srgbClr val="414141"/>
                </a:solidFill>
                <a:effectLst/>
                <a:latin typeface="-apple-system"/>
              </a:rPr>
              <a:t>You can easily traverse all around the DOM tree to locate any element.</a:t>
            </a:r>
          </a:p>
          <a:p>
            <a:pPr algn="l">
              <a:buFont typeface="Arial" panose="020B0604020202020204" pitchFamily="34" charset="0"/>
              <a:buChar char="•"/>
            </a:pPr>
            <a:r>
              <a:rPr lang="en-US" b="0" i="0" dirty="0">
                <a:solidFill>
                  <a:srgbClr val="414141"/>
                </a:solidFill>
                <a:effectLst/>
                <a:latin typeface="-apple-system"/>
              </a:rPr>
              <a:t>You can easily perform multiple actions on an element with a single line of code.</a:t>
            </a:r>
          </a:p>
          <a:p>
            <a:pPr algn="l">
              <a:buFont typeface="Arial" panose="020B0604020202020204" pitchFamily="34" charset="0"/>
              <a:buChar char="•"/>
            </a:pPr>
            <a:r>
              <a:rPr lang="en-US" b="0" i="0" dirty="0">
                <a:solidFill>
                  <a:srgbClr val="414141"/>
                </a:solidFill>
                <a:effectLst/>
                <a:latin typeface="-apple-system"/>
              </a:rPr>
              <a:t>You can easily get or set dimensions of the HTML elements.</a:t>
            </a:r>
          </a:p>
        </p:txBody>
      </p:sp>
      <p:sp>
        <p:nvSpPr>
          <p:cNvPr id="9" name="TextBox 8">
            <a:extLst>
              <a:ext uri="{FF2B5EF4-FFF2-40B4-BE49-F238E27FC236}">
                <a16:creationId xmlns:a16="http://schemas.microsoft.com/office/drawing/2014/main" id="{0C465375-961B-4033-BC05-6428812DC428}"/>
              </a:ext>
            </a:extLst>
          </p:cNvPr>
          <p:cNvSpPr txBox="1"/>
          <p:nvPr/>
        </p:nvSpPr>
        <p:spPr>
          <a:xfrm>
            <a:off x="7836310" y="1622773"/>
            <a:ext cx="3657600" cy="369332"/>
          </a:xfrm>
          <a:prstGeom prst="rect">
            <a:avLst/>
          </a:prstGeom>
          <a:noFill/>
        </p:spPr>
        <p:txBody>
          <a:bodyPr wrap="square">
            <a:spAutoFit/>
          </a:bodyPr>
          <a:lstStyle/>
          <a:p>
            <a:pPr algn="l" fontAlgn="base"/>
            <a:r>
              <a:rPr lang="en-IN" b="1" i="0" dirty="0">
                <a:solidFill>
                  <a:srgbClr val="262626"/>
                </a:solidFill>
                <a:effectLst/>
                <a:latin typeface="-apple-system"/>
              </a:rPr>
              <a:t>Advantages of Using jQuery</a:t>
            </a:r>
          </a:p>
        </p:txBody>
      </p:sp>
      <p:sp>
        <p:nvSpPr>
          <p:cNvPr id="11" name="TextBox 10">
            <a:extLst>
              <a:ext uri="{FF2B5EF4-FFF2-40B4-BE49-F238E27FC236}">
                <a16:creationId xmlns:a16="http://schemas.microsoft.com/office/drawing/2014/main" id="{1C5FBE72-3A9B-4A80-AE7C-0322C12F141C}"/>
              </a:ext>
            </a:extLst>
          </p:cNvPr>
          <p:cNvSpPr txBox="1"/>
          <p:nvPr/>
        </p:nvSpPr>
        <p:spPr>
          <a:xfrm>
            <a:off x="6331971" y="2125913"/>
            <a:ext cx="5742042" cy="4801314"/>
          </a:xfrm>
          <a:prstGeom prst="rect">
            <a:avLst/>
          </a:prstGeom>
          <a:noFill/>
        </p:spPr>
        <p:txBody>
          <a:bodyPr wrap="square">
            <a:spAutoFit/>
          </a:bodyPr>
          <a:lstStyle/>
          <a:p>
            <a:pPr algn="l">
              <a:buFont typeface="Arial" panose="020B0604020202020204" pitchFamily="34" charset="0"/>
              <a:buChar char="•"/>
            </a:pPr>
            <a:r>
              <a:rPr lang="en-US" b="1" i="0" dirty="0">
                <a:solidFill>
                  <a:srgbClr val="414141"/>
                </a:solidFill>
                <a:effectLst/>
                <a:latin typeface="-apple-system"/>
              </a:rPr>
              <a:t>Save lots of time</a:t>
            </a:r>
            <a:r>
              <a:rPr lang="en-US" b="0" i="0" dirty="0">
                <a:solidFill>
                  <a:srgbClr val="414141"/>
                </a:solidFill>
                <a:effectLst/>
                <a:latin typeface="-apple-system"/>
              </a:rPr>
              <a:t> — You can save lots of time and efforts by using the jQuery inbuilt effects and selectors and concentrate on other development work.</a:t>
            </a:r>
          </a:p>
          <a:p>
            <a:pPr algn="l">
              <a:buFont typeface="Arial" panose="020B0604020202020204" pitchFamily="34" charset="0"/>
              <a:buChar char="•"/>
            </a:pPr>
            <a:r>
              <a:rPr lang="en-US" b="1" i="0" dirty="0">
                <a:solidFill>
                  <a:srgbClr val="414141"/>
                </a:solidFill>
                <a:effectLst/>
                <a:latin typeface="-apple-system"/>
              </a:rPr>
              <a:t>Simplify common JavaScript tasks</a:t>
            </a:r>
            <a:r>
              <a:rPr lang="en-US" b="0" i="0" dirty="0">
                <a:solidFill>
                  <a:srgbClr val="414141"/>
                </a:solidFill>
                <a:effectLst/>
                <a:latin typeface="-apple-system"/>
              </a:rPr>
              <a:t> — jQuery considerably simplifies the common JavaScript tasks. Now you can easily create feature rich and interactive web pages with fewer lines of codes, a typical example is implementing Ajax to update the content of a page without refreshing it.</a:t>
            </a:r>
          </a:p>
          <a:p>
            <a:pPr algn="l">
              <a:buFont typeface="Arial" panose="020B0604020202020204" pitchFamily="34" charset="0"/>
              <a:buChar char="•"/>
            </a:pPr>
            <a:r>
              <a:rPr lang="en-US" b="1" i="0" dirty="0">
                <a:solidFill>
                  <a:srgbClr val="414141"/>
                </a:solidFill>
                <a:effectLst/>
                <a:latin typeface="-apple-system"/>
              </a:rPr>
              <a:t>Easy to use</a:t>
            </a:r>
            <a:r>
              <a:rPr lang="en-US" b="0" i="0" dirty="0">
                <a:solidFill>
                  <a:srgbClr val="414141"/>
                </a:solidFill>
                <a:effectLst/>
                <a:latin typeface="-apple-system"/>
              </a:rPr>
              <a:t> — jQuery is very easy to use. Anybody with the basic working knowledge of HTML, CSS and JavaScript can start development with jQuery.</a:t>
            </a:r>
          </a:p>
          <a:p>
            <a:pPr algn="l">
              <a:buFont typeface="Arial" panose="020B0604020202020204" pitchFamily="34" charset="0"/>
              <a:buChar char="•"/>
            </a:pPr>
            <a:r>
              <a:rPr lang="en-US" b="1" i="0" dirty="0">
                <a:solidFill>
                  <a:srgbClr val="414141"/>
                </a:solidFill>
                <a:effectLst/>
                <a:latin typeface="-apple-system"/>
              </a:rPr>
              <a:t>Compatible with browsers</a:t>
            </a:r>
            <a:r>
              <a:rPr lang="en-US" b="0" i="0" dirty="0">
                <a:solidFill>
                  <a:srgbClr val="414141"/>
                </a:solidFill>
                <a:effectLst/>
                <a:latin typeface="-apple-system"/>
              </a:rPr>
              <a:t> — jQuery is created with modern browsers in mind and it is compatible with all major modern browsers such as Chrome, Firefox, Safari, Internet Explorer, etc.</a:t>
            </a:r>
          </a:p>
          <a:p>
            <a:pPr algn="l">
              <a:buFont typeface="Arial" panose="020B0604020202020204" pitchFamily="34" charset="0"/>
              <a:buChar char="•"/>
            </a:pPr>
            <a:r>
              <a:rPr lang="en-US" b="1" i="0" dirty="0">
                <a:solidFill>
                  <a:srgbClr val="414141"/>
                </a:solidFill>
                <a:effectLst/>
                <a:latin typeface="-apple-system"/>
              </a:rPr>
              <a:t>Absolutely Free</a:t>
            </a:r>
            <a:r>
              <a:rPr lang="en-US" b="0" i="0" dirty="0">
                <a:solidFill>
                  <a:srgbClr val="414141"/>
                </a:solidFill>
                <a:effectLst/>
                <a:latin typeface="-apple-system"/>
              </a:rPr>
              <a:t> — And the best part is, it is completely free to download and use.</a:t>
            </a:r>
          </a:p>
        </p:txBody>
      </p:sp>
    </p:spTree>
    <p:extLst>
      <p:ext uri="{BB962C8B-B14F-4D97-AF65-F5344CB8AC3E}">
        <p14:creationId xmlns:p14="http://schemas.microsoft.com/office/powerpoint/2010/main" val="872074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91266-5EA5-4075-ACE5-D0844A049A4A}"/>
              </a:ext>
            </a:extLst>
          </p:cNvPr>
          <p:cNvSpPr>
            <a:spLocks noGrp="1"/>
          </p:cNvSpPr>
          <p:nvPr>
            <p:ph type="title"/>
          </p:nvPr>
        </p:nvSpPr>
        <p:spPr>
          <a:xfrm>
            <a:off x="7246374" y="19665"/>
            <a:ext cx="4729316" cy="500114"/>
          </a:xfrm>
        </p:spPr>
        <p:txBody>
          <a:bodyPr>
            <a:normAutofit fontScale="90000"/>
          </a:bodyPr>
          <a:lstStyle/>
          <a:p>
            <a:pPr fontAlgn="base"/>
            <a:r>
              <a:rPr lang="en-IN" b="1" i="0" dirty="0">
                <a:solidFill>
                  <a:srgbClr val="262626"/>
                </a:solidFill>
                <a:effectLst/>
                <a:latin typeface="-apple-system"/>
              </a:rPr>
              <a:t>Downloading jQuery</a:t>
            </a:r>
            <a:endParaRPr lang="en-IN" dirty="0"/>
          </a:p>
        </p:txBody>
      </p:sp>
      <p:sp>
        <p:nvSpPr>
          <p:cNvPr id="3" name="Content Placeholder 2">
            <a:extLst>
              <a:ext uri="{FF2B5EF4-FFF2-40B4-BE49-F238E27FC236}">
                <a16:creationId xmlns:a16="http://schemas.microsoft.com/office/drawing/2014/main" id="{89D915D4-2A45-4564-A45C-3761AFF7615F}"/>
              </a:ext>
            </a:extLst>
          </p:cNvPr>
          <p:cNvSpPr>
            <a:spLocks noGrp="1"/>
          </p:cNvSpPr>
          <p:nvPr>
            <p:ph idx="1"/>
          </p:nvPr>
        </p:nvSpPr>
        <p:spPr>
          <a:xfrm>
            <a:off x="363794" y="599768"/>
            <a:ext cx="11019503" cy="2380029"/>
          </a:xfrm>
        </p:spPr>
        <p:txBody>
          <a:bodyPr>
            <a:normAutofit lnSpcReduction="10000"/>
          </a:bodyPr>
          <a:lstStyle/>
          <a:p>
            <a:r>
              <a:rPr lang="en-US" sz="1600" b="0" i="0" dirty="0">
                <a:solidFill>
                  <a:srgbClr val="414141"/>
                </a:solidFill>
                <a:effectLst/>
                <a:latin typeface="Garamond" panose="02020404030301010803" pitchFamily="18" charset="0"/>
              </a:rPr>
              <a:t>To get started, first download a copy of jQuery and include it in your document.</a:t>
            </a:r>
          </a:p>
          <a:p>
            <a:r>
              <a:rPr lang="en-US" sz="1600" dirty="0">
                <a:latin typeface="Garamond" panose="02020404030301010803" pitchFamily="18" charset="0"/>
              </a:rPr>
              <a:t>There are two versions of jQuery available for downloading — compressed and uncompressed.</a:t>
            </a:r>
          </a:p>
          <a:p>
            <a:r>
              <a:rPr lang="en-US" sz="1600" dirty="0">
                <a:latin typeface="Garamond" panose="02020404030301010803" pitchFamily="18" charset="0"/>
              </a:rPr>
              <a:t>The uncompressed file is best suited for development or debugging; while, the minified and compressed file is recommended for production because it saves the precious bandwidth and improves the performance due to small file size.</a:t>
            </a:r>
          </a:p>
          <a:p>
            <a:r>
              <a:rPr lang="en-US" sz="1600" dirty="0">
                <a:latin typeface="Garamond" panose="02020404030301010803" pitchFamily="18" charset="0"/>
              </a:rPr>
              <a:t>You can download jQuery from here: https://jquery.com/download/</a:t>
            </a:r>
          </a:p>
          <a:p>
            <a:r>
              <a:rPr lang="en-US" sz="1600" dirty="0">
                <a:latin typeface="Garamond" panose="02020404030301010803" pitchFamily="18" charset="0"/>
              </a:rPr>
              <a:t>Once you've downloaded the jQuery file you can see it has .</a:t>
            </a:r>
            <a:r>
              <a:rPr lang="en-US" sz="1600" dirty="0" err="1">
                <a:latin typeface="Garamond" panose="02020404030301010803" pitchFamily="18" charset="0"/>
              </a:rPr>
              <a:t>js</a:t>
            </a:r>
            <a:r>
              <a:rPr lang="en-US" sz="1600" dirty="0">
                <a:latin typeface="Garamond" panose="02020404030301010803" pitchFamily="18" charset="0"/>
              </a:rPr>
              <a:t> extension, because the jQuery is just a JavaScript library, therefore you can include the jQuery file in your HTML document with the &lt;script&gt; element just like you include normal JavaScript files.</a:t>
            </a:r>
          </a:p>
          <a:p>
            <a:r>
              <a:rPr lang="en-IN" sz="1100" b="0" i="0" dirty="0">
                <a:solidFill>
                  <a:srgbClr val="5F6364"/>
                </a:solidFill>
                <a:effectLst/>
                <a:latin typeface="Consolas" panose="020B0609020204030204" pitchFamily="49" charset="0"/>
              </a:rPr>
              <a:t>&lt;</a:t>
            </a:r>
            <a:r>
              <a:rPr lang="en-IN" sz="1100" b="0" i="0" dirty="0">
                <a:solidFill>
                  <a:srgbClr val="990055"/>
                </a:solidFill>
                <a:effectLst/>
                <a:latin typeface="Consolas" panose="020B0609020204030204" pitchFamily="49" charset="0"/>
              </a:rPr>
              <a:t>script </a:t>
            </a:r>
            <a:r>
              <a:rPr lang="en-IN" sz="1100" b="0" i="0" dirty="0" err="1">
                <a:solidFill>
                  <a:srgbClr val="669900"/>
                </a:solidFill>
                <a:effectLst/>
                <a:latin typeface="Consolas" panose="020B0609020204030204" pitchFamily="49" charset="0"/>
              </a:rPr>
              <a:t>src</a:t>
            </a:r>
            <a:r>
              <a:rPr lang="en-IN" sz="1100" b="0" i="0" dirty="0">
                <a:solidFill>
                  <a:srgbClr val="5F6364"/>
                </a:solidFill>
                <a:effectLst/>
                <a:latin typeface="Consolas" panose="020B0609020204030204" pitchFamily="49" charset="0"/>
              </a:rPr>
              <a:t>="</a:t>
            </a:r>
            <a:r>
              <a:rPr lang="en-IN" sz="1100" b="0" i="0" dirty="0" err="1">
                <a:solidFill>
                  <a:srgbClr val="0077AA"/>
                </a:solidFill>
                <a:effectLst/>
                <a:latin typeface="Consolas" panose="020B0609020204030204" pitchFamily="49" charset="0"/>
              </a:rPr>
              <a:t>js</a:t>
            </a:r>
            <a:r>
              <a:rPr lang="en-IN" sz="1100" b="0" i="0" dirty="0">
                <a:solidFill>
                  <a:srgbClr val="0077AA"/>
                </a:solidFill>
                <a:effectLst/>
                <a:latin typeface="Consolas" panose="020B0609020204030204" pitchFamily="49" charset="0"/>
              </a:rPr>
              <a:t>/jquery-3.5.1.min.js</a:t>
            </a:r>
            <a:r>
              <a:rPr lang="en-IN" sz="1100" b="0" i="0" dirty="0">
                <a:solidFill>
                  <a:srgbClr val="5F6364"/>
                </a:solidFill>
                <a:effectLst/>
                <a:latin typeface="Consolas" panose="020B0609020204030204" pitchFamily="49" charset="0"/>
              </a:rPr>
              <a:t>"&gt;&lt;/</a:t>
            </a:r>
            <a:r>
              <a:rPr lang="en-IN" sz="1100" b="0" i="0" dirty="0">
                <a:solidFill>
                  <a:srgbClr val="990055"/>
                </a:solidFill>
                <a:effectLst/>
                <a:latin typeface="Consolas" panose="020B0609020204030204" pitchFamily="49" charset="0"/>
              </a:rPr>
              <a:t>script</a:t>
            </a:r>
            <a:r>
              <a:rPr lang="en-IN" sz="1100" b="0" i="0" dirty="0">
                <a:solidFill>
                  <a:srgbClr val="5F6364"/>
                </a:solidFill>
                <a:effectLst/>
                <a:latin typeface="Consolas" panose="020B0609020204030204" pitchFamily="49" charset="0"/>
              </a:rPr>
              <a:t>&gt;</a:t>
            </a:r>
            <a:endParaRPr lang="en-IN" sz="1600" dirty="0">
              <a:latin typeface="Garamond" panose="02020404030301010803" pitchFamily="18" charset="0"/>
            </a:endParaRPr>
          </a:p>
        </p:txBody>
      </p:sp>
      <p:sp>
        <p:nvSpPr>
          <p:cNvPr id="7" name="TextBox 6">
            <a:extLst>
              <a:ext uri="{FF2B5EF4-FFF2-40B4-BE49-F238E27FC236}">
                <a16:creationId xmlns:a16="http://schemas.microsoft.com/office/drawing/2014/main" id="{C3D3F674-E781-4B35-AA39-FED31D3A7C5E}"/>
              </a:ext>
            </a:extLst>
          </p:cNvPr>
          <p:cNvSpPr txBox="1"/>
          <p:nvPr/>
        </p:nvSpPr>
        <p:spPr>
          <a:xfrm>
            <a:off x="7541342" y="2795131"/>
            <a:ext cx="3913238" cy="369332"/>
          </a:xfrm>
          <a:prstGeom prst="rect">
            <a:avLst/>
          </a:prstGeom>
          <a:noFill/>
        </p:spPr>
        <p:txBody>
          <a:bodyPr wrap="square">
            <a:spAutoFit/>
          </a:bodyPr>
          <a:lstStyle/>
          <a:p>
            <a:pPr algn="l" fontAlgn="base"/>
            <a:r>
              <a:rPr lang="en-IN" b="1" i="0" dirty="0">
                <a:solidFill>
                  <a:srgbClr val="262626"/>
                </a:solidFill>
                <a:effectLst/>
                <a:latin typeface="-apple-system"/>
              </a:rPr>
              <a:t>Including jQuery from CDN</a:t>
            </a:r>
          </a:p>
        </p:txBody>
      </p:sp>
      <p:sp>
        <p:nvSpPr>
          <p:cNvPr id="9" name="TextBox 8">
            <a:extLst>
              <a:ext uri="{FF2B5EF4-FFF2-40B4-BE49-F238E27FC236}">
                <a16:creationId xmlns:a16="http://schemas.microsoft.com/office/drawing/2014/main" id="{E861684A-E7CA-4E1D-AE5B-25A8F30B9A8C}"/>
              </a:ext>
            </a:extLst>
          </p:cNvPr>
          <p:cNvSpPr txBox="1"/>
          <p:nvPr/>
        </p:nvSpPr>
        <p:spPr>
          <a:xfrm>
            <a:off x="442452" y="3429000"/>
            <a:ext cx="11749548" cy="2862322"/>
          </a:xfrm>
          <a:prstGeom prst="rect">
            <a:avLst/>
          </a:prstGeom>
          <a:noFill/>
        </p:spPr>
        <p:txBody>
          <a:bodyPr wrap="square">
            <a:spAutoFit/>
          </a:bodyPr>
          <a:lstStyle/>
          <a:p>
            <a:pPr algn="l" fontAlgn="base"/>
            <a:r>
              <a:rPr lang="en-US" b="0" i="0" dirty="0">
                <a:solidFill>
                  <a:srgbClr val="414141"/>
                </a:solidFill>
                <a:effectLst/>
                <a:latin typeface="-apple-system"/>
              </a:rPr>
              <a:t>Alternatively, you can include jQuery in your document through freely available CDN (Content Delivery Network) links, if you don't want to download and host jQuery yourself.</a:t>
            </a:r>
          </a:p>
          <a:p>
            <a:pPr algn="l" fontAlgn="base"/>
            <a:endParaRPr lang="en-US" b="0" i="0" dirty="0">
              <a:solidFill>
                <a:srgbClr val="414141"/>
              </a:solidFill>
              <a:effectLst/>
              <a:latin typeface="-apple-system"/>
            </a:endParaRPr>
          </a:p>
          <a:p>
            <a:pPr algn="l" fontAlgn="base"/>
            <a:r>
              <a:rPr lang="en-US" b="0" i="0" dirty="0">
                <a:solidFill>
                  <a:srgbClr val="414141"/>
                </a:solidFill>
                <a:effectLst/>
                <a:latin typeface="-apple-system"/>
              </a:rPr>
              <a:t>CDNs can offer a performance benefit by reducing the loading time, because they are hosting jQuery on multiple servers spread across the globe and when a user requests the file, it will be served from the server nearest to them.</a:t>
            </a:r>
          </a:p>
          <a:p>
            <a:pPr algn="l" fontAlgn="base"/>
            <a:endParaRPr lang="en-US" b="0" i="0" dirty="0">
              <a:solidFill>
                <a:srgbClr val="414141"/>
              </a:solidFill>
              <a:effectLst/>
              <a:latin typeface="-apple-system"/>
            </a:endParaRPr>
          </a:p>
          <a:p>
            <a:pPr algn="l" fontAlgn="base"/>
            <a:r>
              <a:rPr lang="en-US" b="0" i="0" dirty="0">
                <a:solidFill>
                  <a:srgbClr val="414141"/>
                </a:solidFill>
                <a:effectLst/>
                <a:latin typeface="-apple-system"/>
              </a:rPr>
              <a:t>This also offers an advantage that if the visitor to your webpage has already downloaded a copy of jQuery from the same CDN while visiting other sites, it won't have to be re-downloaded since it is already there in the browser's cache.</a:t>
            </a:r>
          </a:p>
          <a:p>
            <a:pPr algn="l" fontAlgn="base"/>
            <a:endParaRPr lang="en-US" dirty="0">
              <a:solidFill>
                <a:srgbClr val="414141"/>
              </a:solidFill>
              <a:latin typeface="-apple-system"/>
            </a:endParaRPr>
          </a:p>
          <a:p>
            <a:pPr algn="l" fontAlgn="base"/>
            <a:r>
              <a:rPr lang="en-IN" b="0" i="0" dirty="0">
                <a:solidFill>
                  <a:srgbClr val="2F4959"/>
                </a:solidFill>
                <a:effectLst/>
                <a:latin typeface="Consolas" panose="020B0609020204030204" pitchFamily="49" charset="0"/>
              </a:rPr>
              <a:t>script </a:t>
            </a:r>
            <a:r>
              <a:rPr lang="en-IN" b="0" i="0" dirty="0" err="1">
                <a:solidFill>
                  <a:srgbClr val="2F4959"/>
                </a:solidFill>
                <a:effectLst/>
                <a:latin typeface="Consolas" panose="020B0609020204030204" pitchFamily="49" charset="0"/>
              </a:rPr>
              <a:t>src</a:t>
            </a:r>
            <a:r>
              <a:rPr lang="en-IN" b="0" i="0" dirty="0">
                <a:solidFill>
                  <a:srgbClr val="2F4959"/>
                </a:solidFill>
                <a:effectLst/>
                <a:latin typeface="Consolas" panose="020B0609020204030204" pitchFamily="49" charset="0"/>
              </a:rPr>
              <a:t>="https://code.jquery.com/jquery-3.5.1.min.js"&gt;&lt;/script&gt;</a:t>
            </a:r>
            <a:endParaRPr lang="en-US" b="0" i="0" dirty="0">
              <a:solidFill>
                <a:srgbClr val="414141"/>
              </a:solidFill>
              <a:effectLst/>
              <a:latin typeface="-apple-system"/>
            </a:endParaRPr>
          </a:p>
        </p:txBody>
      </p:sp>
    </p:spTree>
    <p:extLst>
      <p:ext uri="{BB962C8B-B14F-4D97-AF65-F5344CB8AC3E}">
        <p14:creationId xmlns:p14="http://schemas.microsoft.com/office/powerpoint/2010/main" val="3780757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BBAAB-150D-4690-B3E5-5CA900B4AF6F}"/>
              </a:ext>
            </a:extLst>
          </p:cNvPr>
          <p:cNvSpPr>
            <a:spLocks noGrp="1"/>
          </p:cNvSpPr>
          <p:nvPr>
            <p:ph type="title"/>
          </p:nvPr>
        </p:nvSpPr>
        <p:spPr>
          <a:xfrm>
            <a:off x="1140542" y="131762"/>
            <a:ext cx="10213258" cy="549275"/>
          </a:xfrm>
        </p:spPr>
        <p:txBody>
          <a:bodyPr>
            <a:normAutofit fontScale="90000"/>
          </a:bodyPr>
          <a:lstStyle/>
          <a:p>
            <a:r>
              <a:rPr lang="en-US" dirty="0"/>
              <a:t>Demo1: Using CDN</a:t>
            </a:r>
            <a:endParaRPr lang="en-IN" dirty="0"/>
          </a:p>
        </p:txBody>
      </p:sp>
      <p:sp>
        <p:nvSpPr>
          <p:cNvPr id="3" name="Content Placeholder 2">
            <a:extLst>
              <a:ext uri="{FF2B5EF4-FFF2-40B4-BE49-F238E27FC236}">
                <a16:creationId xmlns:a16="http://schemas.microsoft.com/office/drawing/2014/main" id="{0CA65456-544D-4BB7-A3B9-25F936475F44}"/>
              </a:ext>
            </a:extLst>
          </p:cNvPr>
          <p:cNvSpPr>
            <a:spLocks noGrp="1"/>
          </p:cNvSpPr>
          <p:nvPr>
            <p:ph idx="1"/>
          </p:nvPr>
        </p:nvSpPr>
        <p:spPr>
          <a:xfrm>
            <a:off x="324466" y="816077"/>
            <a:ext cx="6105832" cy="4906297"/>
          </a:xfrm>
        </p:spPr>
        <p:txBody>
          <a:bodyPr>
            <a:noAutofit/>
          </a:bodyPr>
          <a:lstStyle/>
          <a:p>
            <a:pPr marL="0" indent="0">
              <a:buNone/>
            </a:pPr>
            <a:r>
              <a:rPr lang="en-IN" sz="1400" b="0" dirty="0">
                <a:solidFill>
                  <a:srgbClr val="800000"/>
                </a:solidFill>
                <a:effectLst/>
                <a:latin typeface="Consolas" panose="020B0609020204030204" pitchFamily="49" charset="0"/>
              </a:rPr>
              <a:t>&lt;!DOCTYPE</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html</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pPr marL="0" indent="0">
              <a:buNone/>
            </a:pPr>
            <a:r>
              <a:rPr lang="en-IN" sz="1400" b="0" dirty="0">
                <a:solidFill>
                  <a:srgbClr val="800000"/>
                </a:solidFill>
                <a:effectLst/>
                <a:latin typeface="Consolas" panose="020B0609020204030204" pitchFamily="49" charset="0"/>
              </a:rPr>
              <a:t>&lt;html&gt;</a:t>
            </a:r>
            <a:endParaRPr lang="en-IN" sz="1400" b="0" dirty="0">
              <a:solidFill>
                <a:srgbClr val="000000"/>
              </a:solidFill>
              <a:effectLst/>
              <a:latin typeface="Consolas" panose="020B0609020204030204" pitchFamily="49" charset="0"/>
            </a:endParaRPr>
          </a:p>
          <a:p>
            <a:pPr marL="0" indent="0">
              <a:buNone/>
            </a:pPr>
            <a:r>
              <a:rPr lang="en-IN" sz="1400" b="0" dirty="0">
                <a:solidFill>
                  <a:srgbClr val="800000"/>
                </a:solidFill>
                <a:effectLst/>
                <a:latin typeface="Consolas" panose="020B0609020204030204" pitchFamily="49" charset="0"/>
              </a:rPr>
              <a:t>&lt;head&gt;</a:t>
            </a:r>
            <a:endParaRPr lang="en-IN" sz="1400" b="0" dirty="0">
              <a:solidFill>
                <a:srgbClr val="000000"/>
              </a:solidFill>
              <a:effectLst/>
              <a:latin typeface="Consolas" panose="020B0609020204030204" pitchFamily="49" charset="0"/>
            </a:endParaRPr>
          </a:p>
          <a:p>
            <a:pPr marL="0" indent="0">
              <a:buNone/>
            </a:pPr>
            <a:r>
              <a:rPr lang="en-IN" sz="1400" b="0" dirty="0">
                <a:solidFill>
                  <a:srgbClr val="800000"/>
                </a:solidFill>
                <a:effectLst/>
                <a:latin typeface="Consolas" panose="020B0609020204030204" pitchFamily="49" charset="0"/>
              </a:rPr>
              <a:t>&lt;script</a:t>
            </a:r>
            <a:r>
              <a:rPr lang="en-IN" sz="1400" b="0" dirty="0">
                <a:solidFill>
                  <a:srgbClr val="000000"/>
                </a:solidFill>
                <a:effectLst/>
                <a:latin typeface="Consolas" panose="020B0609020204030204" pitchFamily="49" charset="0"/>
              </a:rPr>
              <a:t> </a:t>
            </a:r>
            <a:r>
              <a:rPr lang="en-IN" sz="1400" b="0" dirty="0" err="1">
                <a:solidFill>
                  <a:srgbClr val="FF0000"/>
                </a:solidFill>
                <a:effectLst/>
                <a:latin typeface="Consolas" panose="020B0609020204030204" pitchFamily="49" charset="0"/>
              </a:rPr>
              <a:t>src</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"https://ajax.googleapis.com/ajax/libs/</a:t>
            </a:r>
            <a:r>
              <a:rPr lang="en-IN" sz="1400" b="0" dirty="0" err="1">
                <a:solidFill>
                  <a:srgbClr val="0000FF"/>
                </a:solidFill>
                <a:effectLst/>
                <a:latin typeface="Consolas" panose="020B0609020204030204" pitchFamily="49" charset="0"/>
              </a:rPr>
              <a:t>jquery</a:t>
            </a:r>
            <a:r>
              <a:rPr lang="en-IN" sz="1400" b="0" dirty="0">
                <a:solidFill>
                  <a:srgbClr val="0000FF"/>
                </a:solidFill>
                <a:effectLst/>
                <a:latin typeface="Consolas" panose="020B0609020204030204" pitchFamily="49" charset="0"/>
              </a:rPr>
              <a:t>/3.5.1/jquery.min.js"</a:t>
            </a:r>
            <a:r>
              <a:rPr lang="en-IN" sz="1400" b="0" dirty="0">
                <a:solidFill>
                  <a:srgbClr val="800000"/>
                </a:solidFill>
                <a:effectLst/>
                <a:latin typeface="Consolas" panose="020B0609020204030204" pitchFamily="49" charset="0"/>
              </a:rPr>
              <a:t>&gt;&lt;/script&gt;</a:t>
            </a:r>
            <a:endParaRPr lang="en-IN" sz="1400" b="0" dirty="0">
              <a:solidFill>
                <a:srgbClr val="000000"/>
              </a:solidFill>
              <a:effectLst/>
              <a:latin typeface="Consolas" panose="020B0609020204030204" pitchFamily="49" charset="0"/>
            </a:endParaRPr>
          </a:p>
          <a:p>
            <a:pPr marL="0" indent="0">
              <a:buNone/>
            </a:pPr>
            <a:r>
              <a:rPr lang="en-IN" sz="1400" b="0" dirty="0">
                <a:solidFill>
                  <a:srgbClr val="800000"/>
                </a:solidFill>
                <a:effectLst/>
                <a:latin typeface="Consolas" panose="020B0609020204030204" pitchFamily="49" charset="0"/>
              </a:rPr>
              <a:t>&lt;script&gt;</a:t>
            </a:r>
            <a:endParaRPr lang="en-IN" sz="1400" b="0" dirty="0">
              <a:solidFill>
                <a:srgbClr val="000000"/>
              </a:solidFill>
              <a:effectLst/>
              <a:latin typeface="Consolas" panose="020B0609020204030204" pitchFamily="49" charset="0"/>
            </a:endParaRPr>
          </a:p>
          <a:p>
            <a:pPr marL="0" indent="0">
              <a:buNone/>
            </a:pPr>
            <a:r>
              <a:rPr lang="en-IN" sz="1400" b="0" dirty="0">
                <a:solidFill>
                  <a:srgbClr val="0070C1"/>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document</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ready</a:t>
            </a:r>
            <a:r>
              <a:rPr lang="en-IN" sz="1400" b="1" dirty="0">
                <a:solidFill>
                  <a:srgbClr val="FF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a:t>
            </a:r>
            <a:r>
              <a:rPr lang="en-IN" sz="1400" b="1" dirty="0">
                <a:solidFill>
                  <a:srgbClr val="00B05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a:solidFill>
                  <a:srgbClr val="0070C1"/>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btn</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click</a:t>
            </a:r>
            <a:r>
              <a:rPr lang="en-IN" sz="1400" b="1" dirty="0">
                <a:solidFill>
                  <a:srgbClr val="FFC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0" dirty="0">
                <a:solidFill>
                  <a:srgbClr val="0070C1"/>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"#test"</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hide</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  }</a:t>
            </a:r>
            <a:r>
              <a:rPr lang="en-IN" sz="1400" b="1" dirty="0">
                <a:solidFill>
                  <a:srgbClr val="FFC000"/>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pPr marL="0" indent="0">
              <a:buNone/>
            </a:pPr>
            <a:r>
              <a:rPr lang="en-IN" sz="1400" b="1" dirty="0">
                <a:solidFill>
                  <a:srgbClr val="00B050"/>
                </a:solidFill>
                <a:effectLst/>
                <a:latin typeface="Consolas" panose="020B0609020204030204" pitchFamily="49" charset="0"/>
              </a:rPr>
              <a:t>}</a:t>
            </a:r>
            <a:r>
              <a:rPr lang="en-IN" sz="1400" b="0" dirty="0">
                <a:solidFill>
                  <a:srgbClr val="FF0000"/>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pPr marL="0" indent="0">
              <a:buNone/>
            </a:pPr>
            <a:r>
              <a:rPr lang="en-IN" sz="1400" b="0" dirty="0">
                <a:solidFill>
                  <a:srgbClr val="800000"/>
                </a:solidFill>
                <a:effectLst/>
                <a:latin typeface="Consolas" panose="020B0609020204030204" pitchFamily="49" charset="0"/>
              </a:rPr>
              <a:t>&lt;/script&gt;&lt;/head&gt;&lt;body&gt;</a:t>
            </a:r>
            <a:endParaRPr lang="en-IN" sz="1400" b="0" dirty="0">
              <a:solidFill>
                <a:srgbClr val="000000"/>
              </a:solidFill>
              <a:effectLst/>
              <a:latin typeface="Consolas" panose="020B0609020204030204" pitchFamily="49" charset="0"/>
            </a:endParaRPr>
          </a:p>
          <a:p>
            <a:pPr marL="0" indent="0">
              <a:buNone/>
            </a:pPr>
            <a:r>
              <a:rPr lang="en-IN" sz="1400" b="0" dirty="0">
                <a:solidFill>
                  <a:srgbClr val="800000"/>
                </a:solidFill>
                <a:effectLst/>
                <a:latin typeface="Consolas" panose="020B0609020204030204" pitchFamily="49" charset="0"/>
              </a:rPr>
              <a:t>&lt;p</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id</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"test"</a:t>
            </a:r>
            <a:r>
              <a:rPr lang="en-IN" sz="1400" b="0" dirty="0">
                <a:solidFill>
                  <a:srgbClr val="800000"/>
                </a:solidFill>
                <a:effectLst/>
                <a:latin typeface="Consolas" panose="020B0609020204030204" pitchFamily="49" charset="0"/>
              </a:rPr>
              <a:t>&gt;</a:t>
            </a:r>
            <a:r>
              <a:rPr lang="en-IN" sz="1400" b="0" dirty="0">
                <a:solidFill>
                  <a:srgbClr val="000000"/>
                </a:solidFill>
                <a:effectLst/>
                <a:latin typeface="Consolas" panose="020B0609020204030204" pitchFamily="49" charset="0"/>
              </a:rPr>
              <a:t>This is another paragraph.</a:t>
            </a:r>
            <a:r>
              <a:rPr lang="en-IN" sz="1400" b="0" dirty="0">
                <a:solidFill>
                  <a:srgbClr val="800000"/>
                </a:solidFill>
                <a:effectLst/>
                <a:latin typeface="Consolas" panose="020B0609020204030204" pitchFamily="49" charset="0"/>
              </a:rPr>
              <a:t>&lt;/p&gt;</a:t>
            </a:r>
            <a:endParaRPr lang="en-IN" sz="1400" b="0" dirty="0">
              <a:solidFill>
                <a:srgbClr val="000000"/>
              </a:solidFill>
              <a:effectLst/>
              <a:latin typeface="Consolas" panose="020B0609020204030204" pitchFamily="49" charset="0"/>
            </a:endParaRPr>
          </a:p>
          <a:p>
            <a:pPr marL="0" indent="0">
              <a:buNone/>
            </a:pPr>
            <a:r>
              <a:rPr lang="en-IN" sz="1400" b="0" dirty="0">
                <a:solidFill>
                  <a:srgbClr val="800000"/>
                </a:solidFill>
                <a:effectLst/>
                <a:latin typeface="Consolas" panose="020B0609020204030204" pitchFamily="49" charset="0"/>
              </a:rPr>
              <a:t>&lt;button</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id</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err="1">
                <a:solidFill>
                  <a:srgbClr val="0000FF"/>
                </a:solidFill>
                <a:effectLst/>
                <a:latin typeface="Consolas" panose="020B0609020204030204" pitchFamily="49" charset="0"/>
              </a:rPr>
              <a:t>btn</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&gt;</a:t>
            </a:r>
            <a:r>
              <a:rPr lang="en-IN" sz="1400" b="0" dirty="0">
                <a:solidFill>
                  <a:srgbClr val="000000"/>
                </a:solidFill>
                <a:effectLst/>
                <a:latin typeface="Consolas" panose="020B0609020204030204" pitchFamily="49" charset="0"/>
              </a:rPr>
              <a:t>Click me</a:t>
            </a:r>
            <a:r>
              <a:rPr lang="en-IN" sz="1400" b="0" dirty="0">
                <a:solidFill>
                  <a:srgbClr val="800000"/>
                </a:solidFill>
                <a:effectLst/>
                <a:latin typeface="Consolas" panose="020B0609020204030204" pitchFamily="49" charset="0"/>
              </a:rPr>
              <a:t>&lt;/button&gt;</a:t>
            </a:r>
            <a:endParaRPr lang="en-IN" sz="1400" b="0" dirty="0">
              <a:solidFill>
                <a:srgbClr val="000000"/>
              </a:solidFill>
              <a:effectLst/>
              <a:latin typeface="Consolas" panose="020B0609020204030204" pitchFamily="49" charset="0"/>
            </a:endParaRPr>
          </a:p>
          <a:p>
            <a:pPr marL="0" indent="0">
              <a:buNone/>
            </a:pPr>
            <a:r>
              <a:rPr lang="en-IN" sz="1400" b="0" dirty="0">
                <a:solidFill>
                  <a:srgbClr val="800000"/>
                </a:solidFill>
                <a:effectLst/>
                <a:latin typeface="Consolas" panose="020B0609020204030204" pitchFamily="49" charset="0"/>
              </a:rPr>
              <a:t>&lt;/body&gt;&lt;/html&gt;</a:t>
            </a:r>
            <a:endParaRPr lang="en-IN" sz="1400" b="0" dirty="0">
              <a:solidFill>
                <a:srgbClr val="000000"/>
              </a:solidFill>
              <a:effectLst/>
              <a:latin typeface="Consolas" panose="020B0609020204030204" pitchFamily="49" charset="0"/>
            </a:endParaRPr>
          </a:p>
          <a:p>
            <a:pPr marL="0" indent="0">
              <a:buNone/>
            </a:pPr>
            <a:br>
              <a:rPr lang="en-IN" sz="1400" b="0" dirty="0">
                <a:solidFill>
                  <a:srgbClr val="000000"/>
                </a:solidFill>
                <a:effectLst/>
                <a:latin typeface="Consolas" panose="020B0609020204030204" pitchFamily="49" charset="0"/>
              </a:rPr>
            </a:br>
            <a:r>
              <a:rPr lang="en-US" sz="1400" b="0" dirty="0">
                <a:solidFill>
                  <a:srgbClr val="000000"/>
                </a:solidFill>
                <a:effectLst/>
                <a:latin typeface="Consolas" panose="020B0609020204030204" pitchFamily="49" charset="0"/>
              </a:rPr>
              <a:t>01_css_addclass.html:11 </a:t>
            </a:r>
            <a:r>
              <a:rPr lang="en-US" sz="1400" b="1" i="1" dirty="0">
                <a:solidFill>
                  <a:schemeClr val="accent2">
                    <a:lumMod val="75000"/>
                  </a:schemeClr>
                </a:solidFill>
                <a:effectLst/>
                <a:latin typeface="Consolas" panose="020B0609020204030204" pitchFamily="49" charset="0"/>
              </a:rPr>
              <a:t>Uncaught </a:t>
            </a:r>
            <a:r>
              <a:rPr lang="en-US" sz="1400" b="1" i="1" dirty="0" err="1">
                <a:solidFill>
                  <a:schemeClr val="accent2">
                    <a:lumMod val="75000"/>
                  </a:schemeClr>
                </a:solidFill>
                <a:effectLst/>
                <a:latin typeface="Consolas" panose="020B0609020204030204" pitchFamily="49" charset="0"/>
              </a:rPr>
              <a:t>ReferenceError</a:t>
            </a:r>
            <a:r>
              <a:rPr lang="en-US" sz="1400" b="1" i="1" dirty="0">
                <a:solidFill>
                  <a:schemeClr val="accent2">
                    <a:lumMod val="75000"/>
                  </a:schemeClr>
                </a:solidFill>
                <a:effectLst/>
                <a:latin typeface="Consolas" panose="020B0609020204030204" pitchFamily="49" charset="0"/>
              </a:rPr>
              <a:t>: $ </a:t>
            </a:r>
            <a:r>
              <a:rPr lang="en-US" sz="1400" b="0" dirty="0">
                <a:solidFill>
                  <a:srgbClr val="000000"/>
                </a:solidFill>
                <a:effectLst/>
                <a:latin typeface="Consolas" panose="020B0609020204030204" pitchFamily="49" charset="0"/>
              </a:rPr>
              <a:t>is not defined    at 01_css_addclass.html:11</a:t>
            </a:r>
            <a:endParaRPr lang="en-IN" sz="1400" b="0" dirty="0">
              <a:solidFill>
                <a:srgbClr val="000000"/>
              </a:solidFill>
              <a:effectLst/>
              <a:latin typeface="Consolas" panose="020B0609020204030204" pitchFamily="49" charset="0"/>
            </a:endParaRPr>
          </a:p>
          <a:p>
            <a:pPr marL="0" indent="0">
              <a:buNone/>
            </a:pPr>
            <a:r>
              <a:rPr lang="en-IN" sz="1400" b="1" dirty="0"/>
              <a:t>You will get this error if it can not find jQuery file.</a:t>
            </a:r>
          </a:p>
        </p:txBody>
      </p:sp>
      <p:sp>
        <p:nvSpPr>
          <p:cNvPr id="4" name="TextBox 3">
            <a:extLst>
              <a:ext uri="{FF2B5EF4-FFF2-40B4-BE49-F238E27FC236}">
                <a16:creationId xmlns:a16="http://schemas.microsoft.com/office/drawing/2014/main" id="{7187F9C1-7A11-4457-A5EB-A65B755892AA}"/>
              </a:ext>
            </a:extLst>
          </p:cNvPr>
          <p:cNvSpPr txBox="1"/>
          <p:nvPr/>
        </p:nvSpPr>
        <p:spPr>
          <a:xfrm>
            <a:off x="7039897" y="1720645"/>
            <a:ext cx="4827638" cy="5078313"/>
          </a:xfrm>
          <a:prstGeom prst="rect">
            <a:avLst/>
          </a:prstGeom>
          <a:noFill/>
        </p:spPr>
        <p:txBody>
          <a:bodyPr wrap="square" rtlCol="0">
            <a:spAutoFit/>
          </a:bodyPr>
          <a:lstStyle/>
          <a:p>
            <a:r>
              <a:rPr lang="en-US" dirty="0"/>
              <a:t>Here we are selecting button using id, on click is event attached with button </a:t>
            </a:r>
            <a:r>
              <a:rPr lang="en-US" dirty="0" err="1"/>
              <a:t>btn</a:t>
            </a:r>
            <a:r>
              <a:rPr lang="en-US" dirty="0"/>
              <a:t>.</a:t>
            </a:r>
          </a:p>
          <a:p>
            <a:r>
              <a:rPr lang="en-US" dirty="0"/>
              <a:t>Observe anonymous function is passed in click method call.</a:t>
            </a:r>
          </a:p>
          <a:p>
            <a:endParaRPr lang="en-US" dirty="0"/>
          </a:p>
          <a:p>
            <a:r>
              <a:rPr lang="en-IN" sz="1800" b="0" dirty="0">
                <a:solidFill>
                  <a:srgbClr val="0070C1"/>
                </a:solidFill>
                <a:effectLst/>
                <a:latin typeface="Consolas" panose="020B0609020204030204" pitchFamily="49" charset="0"/>
              </a:rPr>
              <a:t>$</a:t>
            </a:r>
            <a:r>
              <a:rPr lang="en-IN" sz="1800" b="0" dirty="0">
                <a:solidFill>
                  <a:srgbClr val="000000"/>
                </a:solidFill>
                <a:effectLst/>
                <a:latin typeface="Consolas" panose="020B0609020204030204" pitchFamily="49" charset="0"/>
              </a:rPr>
              <a:t>(</a:t>
            </a:r>
            <a:r>
              <a:rPr lang="en-IN" sz="1800" b="0" dirty="0">
                <a:solidFill>
                  <a:srgbClr val="001080"/>
                </a:solidFill>
                <a:effectLst/>
                <a:latin typeface="Consolas" panose="020B0609020204030204" pitchFamily="49" charset="0"/>
              </a:rPr>
              <a:t>document</a:t>
            </a:r>
            <a:r>
              <a:rPr lang="en-IN" sz="1800" b="0" dirty="0">
                <a:solidFill>
                  <a:srgbClr val="000000"/>
                </a:solidFill>
                <a:effectLst/>
                <a:latin typeface="Consolas" panose="020B0609020204030204" pitchFamily="49" charset="0"/>
              </a:rPr>
              <a:t>).</a:t>
            </a:r>
            <a:r>
              <a:rPr lang="en-IN" sz="1800" b="0" dirty="0">
                <a:solidFill>
                  <a:srgbClr val="795E26"/>
                </a:solidFill>
                <a:effectLst/>
                <a:latin typeface="Consolas" panose="020B0609020204030204" pitchFamily="49" charset="0"/>
              </a:rPr>
              <a:t>ready</a:t>
            </a:r>
            <a:r>
              <a:rPr lang="en-IN" sz="1800" b="0" dirty="0">
                <a:solidFill>
                  <a:srgbClr val="000000"/>
                </a:solidFill>
                <a:effectLst/>
                <a:latin typeface="Consolas" panose="020B0609020204030204" pitchFamily="49" charset="0"/>
              </a:rPr>
              <a:t>(</a:t>
            </a:r>
            <a:r>
              <a:rPr lang="en-US" sz="1800" b="0" dirty="0">
                <a:solidFill>
                  <a:srgbClr val="000000"/>
                </a:solidFill>
                <a:effectLst/>
                <a:latin typeface="Consolas" panose="020B0609020204030204" pitchFamily="49" charset="0"/>
              </a:rPr>
              <a:t>) method ensure that all node get loaded then only it will execute further.</a:t>
            </a:r>
          </a:p>
          <a:p>
            <a:r>
              <a:rPr lang="en-IN" sz="1800" b="0" dirty="0">
                <a:solidFill>
                  <a:srgbClr val="0000FF"/>
                </a:solidFill>
                <a:effectLst/>
                <a:latin typeface="Consolas" panose="020B0609020204030204" pitchFamily="49" charset="0"/>
              </a:rPr>
              <a:t>function</a:t>
            </a:r>
            <a:r>
              <a:rPr lang="en-IN" sz="1800" b="0" dirty="0">
                <a:solidFill>
                  <a:srgbClr val="000000"/>
                </a:solidFill>
                <a:effectLst/>
                <a:latin typeface="Consolas" panose="020B0609020204030204" pitchFamily="49" charset="0"/>
              </a:rPr>
              <a:t>(){</a:t>
            </a:r>
            <a:endParaRPr lang="en-US" dirty="0">
              <a:solidFill>
                <a:srgbClr val="000000"/>
              </a:solidFill>
              <a:latin typeface="Consolas" panose="020B0609020204030204" pitchFamily="49" charset="0"/>
            </a:endParaRPr>
          </a:p>
          <a:p>
            <a:r>
              <a:rPr lang="en-IN" sz="1800" b="0" dirty="0">
                <a:solidFill>
                  <a:srgbClr val="0070C1"/>
                </a:solidFill>
                <a:effectLst/>
                <a:latin typeface="Consolas" panose="020B0609020204030204" pitchFamily="49" charset="0"/>
              </a:rPr>
              <a:t>$</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a:t>
            </a:r>
            <a:r>
              <a:rPr lang="en-IN" sz="1800" b="0" dirty="0" err="1">
                <a:solidFill>
                  <a:srgbClr val="A31515"/>
                </a:solidFill>
                <a:effectLst/>
                <a:latin typeface="Consolas" panose="020B0609020204030204" pitchFamily="49" charset="0"/>
              </a:rPr>
              <a:t>btn</a:t>
            </a:r>
            <a:r>
              <a:rPr lang="en-IN" sz="1800" b="0" dirty="0">
                <a:solidFill>
                  <a:srgbClr val="A31515"/>
                </a:solidFill>
                <a:effectLst/>
                <a:latin typeface="Consolas" panose="020B0609020204030204" pitchFamily="49" charset="0"/>
              </a:rPr>
              <a:t>"</a:t>
            </a:r>
            <a:r>
              <a:rPr lang="en-IN" sz="1800" b="0" dirty="0">
                <a:solidFill>
                  <a:srgbClr val="000000"/>
                </a:solidFill>
                <a:effectLst/>
                <a:latin typeface="Consolas" panose="020B0609020204030204" pitchFamily="49" charset="0"/>
              </a:rPr>
              <a:t>).</a:t>
            </a:r>
            <a:r>
              <a:rPr lang="en-IN" sz="1800" b="0" dirty="0">
                <a:solidFill>
                  <a:srgbClr val="795E26"/>
                </a:solidFill>
                <a:effectLst/>
                <a:latin typeface="Consolas" panose="020B0609020204030204" pitchFamily="49" charset="0"/>
              </a:rPr>
              <a:t>click</a:t>
            </a:r>
            <a:r>
              <a:rPr lang="en-IN" sz="1800" b="0" dirty="0">
                <a:solidFill>
                  <a:srgbClr val="000000"/>
                </a:solidFill>
                <a:effectLst/>
                <a:latin typeface="Consolas" panose="020B0609020204030204" pitchFamily="49" charset="0"/>
              </a:rPr>
              <a:t>(</a:t>
            </a:r>
            <a:r>
              <a:rPr lang="en-US" sz="1800" b="0" dirty="0">
                <a:solidFill>
                  <a:srgbClr val="000000"/>
                </a:solidFill>
                <a:effectLst/>
                <a:latin typeface="Consolas" panose="020B0609020204030204" pitchFamily="49" charset="0"/>
              </a:rPr>
              <a:t>)</a:t>
            </a:r>
          </a:p>
          <a:p>
            <a:r>
              <a:rPr lang="en-US" dirty="0">
                <a:solidFill>
                  <a:srgbClr val="000000"/>
                </a:solidFill>
                <a:latin typeface="Consolas" panose="020B0609020204030204" pitchFamily="49" charset="0"/>
              </a:rPr>
              <a:t>}</a:t>
            </a:r>
            <a:endParaRPr lang="en-US" sz="1800" b="0" dirty="0">
              <a:solidFill>
                <a:srgbClr val="000000"/>
              </a:solidFill>
              <a:effectLst/>
              <a:latin typeface="Consolas" panose="020B0609020204030204" pitchFamily="49" charset="0"/>
            </a:endParaRPr>
          </a:p>
          <a:p>
            <a:endParaRPr lang="en-US" dirty="0">
              <a:solidFill>
                <a:srgbClr val="000000"/>
              </a:solidFill>
              <a:latin typeface="Consolas" panose="020B0609020204030204" pitchFamily="49" charset="0"/>
            </a:endParaRPr>
          </a:p>
          <a:p>
            <a:endParaRPr lang="en-US" dirty="0">
              <a:solidFill>
                <a:srgbClr val="000000"/>
              </a:solidFill>
              <a:latin typeface="Consolas" panose="020B0609020204030204" pitchFamily="49" charset="0"/>
            </a:endParaRPr>
          </a:p>
          <a:p>
            <a:pPr marL="0" indent="0">
              <a:buNone/>
            </a:pPr>
            <a:r>
              <a:rPr lang="en-IN" sz="1800" b="0" dirty="0">
                <a:solidFill>
                  <a:srgbClr val="0000FF"/>
                </a:solidFill>
                <a:effectLst/>
                <a:latin typeface="Consolas" panose="020B0609020204030204" pitchFamily="49" charset="0"/>
              </a:rPr>
              <a:t>function</a:t>
            </a:r>
            <a:r>
              <a:rPr lang="en-IN" sz="1800" b="0" dirty="0">
                <a:solidFill>
                  <a:srgbClr val="000000"/>
                </a:solidFill>
                <a:effectLst/>
                <a:latin typeface="Consolas" panose="020B0609020204030204" pitchFamily="49" charset="0"/>
              </a:rPr>
              <a:t>(){</a:t>
            </a:r>
          </a:p>
          <a:p>
            <a:pPr marL="0" indent="0">
              <a:buNone/>
            </a:pPr>
            <a:r>
              <a:rPr lang="en-IN" sz="1800" b="0" dirty="0">
                <a:solidFill>
                  <a:srgbClr val="000000"/>
                </a:solidFill>
                <a:effectLst/>
                <a:latin typeface="Consolas" panose="020B0609020204030204" pitchFamily="49" charset="0"/>
              </a:rPr>
              <a:t>    </a:t>
            </a:r>
            <a:r>
              <a:rPr lang="en-IN" sz="1800" b="0" dirty="0">
                <a:solidFill>
                  <a:srgbClr val="0070C1"/>
                </a:solidFill>
                <a:effectLst/>
                <a:latin typeface="Consolas" panose="020B0609020204030204" pitchFamily="49" charset="0"/>
              </a:rPr>
              <a:t>$</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"#test"</a:t>
            </a:r>
            <a:r>
              <a:rPr lang="en-IN" sz="1800" b="0" dirty="0">
                <a:solidFill>
                  <a:srgbClr val="000000"/>
                </a:solidFill>
                <a:effectLst/>
                <a:latin typeface="Consolas" panose="020B0609020204030204" pitchFamily="49" charset="0"/>
              </a:rPr>
              <a:t>).</a:t>
            </a:r>
            <a:r>
              <a:rPr lang="en-IN" sz="1800" b="0" dirty="0">
                <a:solidFill>
                  <a:srgbClr val="795E26"/>
                </a:solidFill>
                <a:effectLst/>
                <a:latin typeface="Consolas" panose="020B0609020204030204" pitchFamily="49" charset="0"/>
              </a:rPr>
              <a:t>hide</a:t>
            </a:r>
            <a:r>
              <a:rPr lang="en-IN" sz="1800" b="0" dirty="0">
                <a:solidFill>
                  <a:srgbClr val="000000"/>
                </a:solidFill>
                <a:effectLst/>
                <a:latin typeface="Consolas" panose="020B0609020204030204" pitchFamily="49" charset="0"/>
              </a:rPr>
              <a:t>();</a:t>
            </a:r>
          </a:p>
          <a:p>
            <a:pPr marL="0" indent="0">
              <a:buNone/>
            </a:pPr>
            <a:r>
              <a:rPr lang="en-IN" sz="1800" b="0" dirty="0">
                <a:solidFill>
                  <a:srgbClr val="000000"/>
                </a:solidFill>
                <a:effectLst/>
                <a:latin typeface="Consolas" panose="020B0609020204030204" pitchFamily="49" charset="0"/>
              </a:rPr>
              <a:t>  }</a:t>
            </a:r>
            <a:endParaRPr lang="en-US" dirty="0"/>
          </a:p>
          <a:p>
            <a:endParaRPr lang="en-US" dirty="0"/>
          </a:p>
          <a:p>
            <a:r>
              <a:rPr lang="en-IN" dirty="0"/>
              <a:t>Hide will hide the p tag having id #test</a:t>
            </a:r>
          </a:p>
        </p:txBody>
      </p:sp>
      <p:cxnSp>
        <p:nvCxnSpPr>
          <p:cNvPr id="6" name="Straight Arrow Connector 5">
            <a:extLst>
              <a:ext uri="{FF2B5EF4-FFF2-40B4-BE49-F238E27FC236}">
                <a16:creationId xmlns:a16="http://schemas.microsoft.com/office/drawing/2014/main" id="{7FCC6488-31BB-49DD-853B-DC3E772A4DBB}"/>
              </a:ext>
            </a:extLst>
          </p:cNvPr>
          <p:cNvCxnSpPr>
            <a:cxnSpLocks/>
          </p:cNvCxnSpPr>
          <p:nvPr/>
        </p:nvCxnSpPr>
        <p:spPr>
          <a:xfrm flipV="1">
            <a:off x="8121445" y="3313471"/>
            <a:ext cx="1258529" cy="71775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0" name="Straight Arrow Connector 9">
            <a:extLst>
              <a:ext uri="{FF2B5EF4-FFF2-40B4-BE49-F238E27FC236}">
                <a16:creationId xmlns:a16="http://schemas.microsoft.com/office/drawing/2014/main" id="{53163A80-2368-4898-B422-E5CA04D94D40}"/>
              </a:ext>
            </a:extLst>
          </p:cNvPr>
          <p:cNvCxnSpPr>
            <a:cxnSpLocks/>
          </p:cNvCxnSpPr>
          <p:nvPr/>
        </p:nvCxnSpPr>
        <p:spPr>
          <a:xfrm flipV="1">
            <a:off x="7801896" y="4473677"/>
            <a:ext cx="1312607" cy="95603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5608883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DB27A-41FB-4F00-AB30-50B002AFE14C}"/>
              </a:ext>
            </a:extLst>
          </p:cNvPr>
          <p:cNvSpPr>
            <a:spLocks noGrp="1"/>
          </p:cNvSpPr>
          <p:nvPr>
            <p:ph type="title"/>
          </p:nvPr>
        </p:nvSpPr>
        <p:spPr>
          <a:xfrm>
            <a:off x="1189703" y="43272"/>
            <a:ext cx="9977284" cy="637765"/>
          </a:xfrm>
        </p:spPr>
        <p:txBody>
          <a:bodyPr>
            <a:normAutofit fontScale="90000"/>
          </a:bodyPr>
          <a:lstStyle/>
          <a:p>
            <a:r>
              <a:rPr lang="en-US" dirty="0"/>
              <a:t>Some selectors</a:t>
            </a:r>
            <a:endParaRPr lang="en-IN" dirty="0"/>
          </a:p>
        </p:txBody>
      </p:sp>
      <p:graphicFrame>
        <p:nvGraphicFramePr>
          <p:cNvPr id="4" name="Content Placeholder 3">
            <a:extLst>
              <a:ext uri="{FF2B5EF4-FFF2-40B4-BE49-F238E27FC236}">
                <a16:creationId xmlns:a16="http://schemas.microsoft.com/office/drawing/2014/main" id="{5AC92CE0-4D81-45A2-A306-2E36FEAAD600}"/>
              </a:ext>
            </a:extLst>
          </p:cNvPr>
          <p:cNvGraphicFramePr>
            <a:graphicFrameLocks noGrp="1"/>
          </p:cNvGraphicFramePr>
          <p:nvPr>
            <p:ph idx="1"/>
            <p:extLst>
              <p:ext uri="{D42A27DB-BD31-4B8C-83A1-F6EECF244321}">
                <p14:modId xmlns:p14="http://schemas.microsoft.com/office/powerpoint/2010/main" val="4007900791"/>
              </p:ext>
            </p:extLst>
          </p:nvPr>
        </p:nvGraphicFramePr>
        <p:xfrm>
          <a:off x="334297" y="865240"/>
          <a:ext cx="11661058" cy="5525728"/>
        </p:xfrm>
        <a:graphic>
          <a:graphicData uri="http://schemas.openxmlformats.org/drawingml/2006/table">
            <a:tbl>
              <a:tblPr/>
              <a:tblGrid>
                <a:gridCol w="3234082">
                  <a:extLst>
                    <a:ext uri="{9D8B030D-6E8A-4147-A177-3AD203B41FA5}">
                      <a16:colId xmlns:a16="http://schemas.microsoft.com/office/drawing/2014/main" val="52800358"/>
                    </a:ext>
                  </a:extLst>
                </a:gridCol>
                <a:gridCol w="8426976">
                  <a:extLst>
                    <a:ext uri="{9D8B030D-6E8A-4147-A177-3AD203B41FA5}">
                      <a16:colId xmlns:a16="http://schemas.microsoft.com/office/drawing/2014/main" val="341305190"/>
                    </a:ext>
                  </a:extLst>
                </a:gridCol>
              </a:tblGrid>
              <a:tr h="593005">
                <a:tc>
                  <a:txBody>
                    <a:bodyPr/>
                    <a:lstStyle/>
                    <a:p>
                      <a:pPr algn="l" fontAlgn="t"/>
                      <a:r>
                        <a:rPr lang="en-IN" sz="1500">
                          <a:effectLst/>
                        </a:rPr>
                        <a:t>Syntax</a:t>
                      </a:r>
                    </a:p>
                  </a:txBody>
                  <a:tcPr marL="102684" marR="51342" marT="51342" marB="5134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IN" sz="1500">
                          <a:effectLst/>
                        </a:rPr>
                        <a:t>Description</a:t>
                      </a:r>
                    </a:p>
                  </a:txBody>
                  <a:tcPr marL="51342" marR="51342" marT="51342" marB="5134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425569676"/>
                  </a:ext>
                </a:extLst>
              </a:tr>
              <a:tr h="350412">
                <a:tc>
                  <a:txBody>
                    <a:bodyPr/>
                    <a:lstStyle/>
                    <a:p>
                      <a:pPr algn="l" fontAlgn="t"/>
                      <a:r>
                        <a:rPr lang="en-IN" sz="1500">
                          <a:effectLst/>
                        </a:rPr>
                        <a:t>$("*")</a:t>
                      </a:r>
                    </a:p>
                  </a:txBody>
                  <a:tcPr marL="102684" marR="51342" marT="51342" marB="5134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tc>
                  <a:txBody>
                    <a:bodyPr/>
                    <a:lstStyle/>
                    <a:p>
                      <a:pPr algn="l" fontAlgn="t"/>
                      <a:r>
                        <a:rPr lang="en-IN" sz="1500">
                          <a:effectLst/>
                        </a:rPr>
                        <a:t>Selects all elements</a:t>
                      </a:r>
                    </a:p>
                  </a:txBody>
                  <a:tcPr marL="51342" marR="51342" marT="51342" marB="5134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54198913"/>
                  </a:ext>
                </a:extLst>
              </a:tr>
              <a:tr h="350412">
                <a:tc>
                  <a:txBody>
                    <a:bodyPr/>
                    <a:lstStyle/>
                    <a:p>
                      <a:pPr algn="l" fontAlgn="t"/>
                      <a:r>
                        <a:rPr lang="en-IN" sz="1500">
                          <a:effectLst/>
                        </a:rPr>
                        <a:t>$(this)</a:t>
                      </a:r>
                    </a:p>
                  </a:txBody>
                  <a:tcPr marL="102684" marR="51342" marT="51342" marB="5134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500">
                          <a:effectLst/>
                        </a:rPr>
                        <a:t>Selects the current HTML element</a:t>
                      </a:r>
                    </a:p>
                  </a:txBody>
                  <a:tcPr marL="51342" marR="51342" marT="51342" marB="5134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760788841"/>
                  </a:ext>
                </a:extLst>
              </a:tr>
              <a:tr h="350412">
                <a:tc>
                  <a:txBody>
                    <a:bodyPr/>
                    <a:lstStyle/>
                    <a:p>
                      <a:pPr algn="l" fontAlgn="t"/>
                      <a:r>
                        <a:rPr lang="en-IN" sz="1500">
                          <a:effectLst/>
                        </a:rPr>
                        <a:t>$("p.intro")</a:t>
                      </a:r>
                    </a:p>
                  </a:txBody>
                  <a:tcPr marL="102684" marR="51342" marT="51342" marB="5134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500">
                          <a:effectLst/>
                        </a:rPr>
                        <a:t>Selects all &lt;p&gt; elements with class="intro"</a:t>
                      </a:r>
                    </a:p>
                  </a:txBody>
                  <a:tcPr marL="51342" marR="51342" marT="51342" marB="5134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162359414"/>
                  </a:ext>
                </a:extLst>
              </a:tr>
              <a:tr h="350412">
                <a:tc>
                  <a:txBody>
                    <a:bodyPr/>
                    <a:lstStyle/>
                    <a:p>
                      <a:pPr algn="l" fontAlgn="t"/>
                      <a:r>
                        <a:rPr lang="en-IN" sz="1500">
                          <a:effectLst/>
                        </a:rPr>
                        <a:t>$("p:first")</a:t>
                      </a:r>
                    </a:p>
                  </a:txBody>
                  <a:tcPr marL="102684" marR="51342" marT="51342" marB="5134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500">
                          <a:effectLst/>
                        </a:rPr>
                        <a:t>Selects the first &lt;p&gt; element</a:t>
                      </a:r>
                    </a:p>
                  </a:txBody>
                  <a:tcPr marL="51342" marR="51342" marT="51342" marB="5134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04936452"/>
                  </a:ext>
                </a:extLst>
              </a:tr>
              <a:tr h="350412">
                <a:tc>
                  <a:txBody>
                    <a:bodyPr/>
                    <a:lstStyle/>
                    <a:p>
                      <a:pPr algn="l" fontAlgn="t"/>
                      <a:r>
                        <a:rPr lang="en-IN" sz="1500">
                          <a:effectLst/>
                        </a:rPr>
                        <a:t>$("ul li:first")</a:t>
                      </a:r>
                    </a:p>
                  </a:txBody>
                  <a:tcPr marL="102684" marR="51342" marT="51342" marB="5134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500">
                          <a:effectLst/>
                        </a:rPr>
                        <a:t>Selects the first &lt;li&gt; element of the first &lt;ul&gt;</a:t>
                      </a:r>
                    </a:p>
                  </a:txBody>
                  <a:tcPr marL="51342" marR="51342" marT="51342" marB="5134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1048046788"/>
                  </a:ext>
                </a:extLst>
              </a:tr>
              <a:tr h="350412">
                <a:tc>
                  <a:txBody>
                    <a:bodyPr/>
                    <a:lstStyle/>
                    <a:p>
                      <a:pPr algn="l" fontAlgn="t"/>
                      <a:r>
                        <a:rPr lang="en-IN" sz="1500">
                          <a:effectLst/>
                        </a:rPr>
                        <a:t>$("ul li:first-child")</a:t>
                      </a:r>
                    </a:p>
                  </a:txBody>
                  <a:tcPr marL="102684" marR="51342" marT="51342" marB="5134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500">
                          <a:effectLst/>
                        </a:rPr>
                        <a:t>Selects the first &lt;li&gt; element of every &lt;ul&gt;</a:t>
                      </a:r>
                    </a:p>
                  </a:txBody>
                  <a:tcPr marL="51342" marR="51342" marT="51342" marB="5134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612731889"/>
                  </a:ext>
                </a:extLst>
              </a:tr>
              <a:tr h="350412">
                <a:tc>
                  <a:txBody>
                    <a:bodyPr/>
                    <a:lstStyle/>
                    <a:p>
                      <a:pPr algn="l" fontAlgn="t"/>
                      <a:r>
                        <a:rPr lang="en-IN" sz="1500">
                          <a:effectLst/>
                        </a:rPr>
                        <a:t>$("[href]")</a:t>
                      </a:r>
                    </a:p>
                  </a:txBody>
                  <a:tcPr marL="102684" marR="51342" marT="51342" marB="5134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500">
                          <a:effectLst/>
                        </a:rPr>
                        <a:t>Selects all elements with an href attribute</a:t>
                      </a:r>
                    </a:p>
                  </a:txBody>
                  <a:tcPr marL="51342" marR="51342" marT="51342" marB="5134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1671551434"/>
                  </a:ext>
                </a:extLst>
              </a:tr>
              <a:tr h="593005">
                <a:tc>
                  <a:txBody>
                    <a:bodyPr/>
                    <a:lstStyle/>
                    <a:p>
                      <a:pPr algn="l" fontAlgn="t"/>
                      <a:r>
                        <a:rPr lang="en-IN" sz="1500">
                          <a:effectLst/>
                        </a:rPr>
                        <a:t>$("a[target='_blank']")</a:t>
                      </a:r>
                    </a:p>
                  </a:txBody>
                  <a:tcPr marL="102684" marR="51342" marT="51342" marB="5134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500">
                          <a:effectLst/>
                        </a:rPr>
                        <a:t>Selects all &lt;a&gt; elements with a target attribute value equal to "_blank"</a:t>
                      </a:r>
                    </a:p>
                  </a:txBody>
                  <a:tcPr marL="51342" marR="51342" marT="51342" marB="5134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2137805330"/>
                  </a:ext>
                </a:extLst>
              </a:tr>
              <a:tr h="593005">
                <a:tc>
                  <a:txBody>
                    <a:bodyPr/>
                    <a:lstStyle/>
                    <a:p>
                      <a:pPr algn="l" fontAlgn="t"/>
                      <a:r>
                        <a:rPr lang="en-IN" sz="1500">
                          <a:effectLst/>
                        </a:rPr>
                        <a:t>$("a[target!='_blank']")</a:t>
                      </a:r>
                    </a:p>
                  </a:txBody>
                  <a:tcPr marL="102684" marR="51342" marT="51342" marB="5134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500">
                          <a:effectLst/>
                        </a:rPr>
                        <a:t>Selects all &lt;a&gt; elements with a target attribute value NOT equal to "_blank"</a:t>
                      </a:r>
                    </a:p>
                  </a:txBody>
                  <a:tcPr marL="51342" marR="51342" marT="51342" marB="5134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2201202196"/>
                  </a:ext>
                </a:extLst>
              </a:tr>
              <a:tr h="593005">
                <a:tc>
                  <a:txBody>
                    <a:bodyPr/>
                    <a:lstStyle/>
                    <a:p>
                      <a:pPr algn="l" fontAlgn="t"/>
                      <a:r>
                        <a:rPr lang="en-IN" sz="1500">
                          <a:effectLst/>
                        </a:rPr>
                        <a:t>$(":button")</a:t>
                      </a:r>
                    </a:p>
                  </a:txBody>
                  <a:tcPr marL="102684" marR="51342" marT="51342" marB="5134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500">
                          <a:effectLst/>
                        </a:rPr>
                        <a:t>Selects all &lt;button&gt; elements and &lt;input&gt; elements of type="button"</a:t>
                      </a:r>
                    </a:p>
                  </a:txBody>
                  <a:tcPr marL="51342" marR="51342" marT="51342" marB="5134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3350769887"/>
                  </a:ext>
                </a:extLst>
              </a:tr>
              <a:tr h="350412">
                <a:tc>
                  <a:txBody>
                    <a:bodyPr/>
                    <a:lstStyle/>
                    <a:p>
                      <a:pPr algn="l" fontAlgn="t"/>
                      <a:r>
                        <a:rPr lang="en-IN" sz="1500">
                          <a:effectLst/>
                        </a:rPr>
                        <a:t>$("tr:even")</a:t>
                      </a:r>
                    </a:p>
                  </a:txBody>
                  <a:tcPr marL="102684" marR="51342" marT="51342" marB="5134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tc>
                  <a:txBody>
                    <a:bodyPr/>
                    <a:lstStyle/>
                    <a:p>
                      <a:pPr algn="l" fontAlgn="t"/>
                      <a:r>
                        <a:rPr lang="en-US" sz="1500">
                          <a:effectLst/>
                        </a:rPr>
                        <a:t>Selects all even &lt;tr&gt; elements</a:t>
                      </a:r>
                    </a:p>
                  </a:txBody>
                  <a:tcPr marL="51342" marR="51342" marT="51342" marB="5134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CCCCCC"/>
                      </a:solidFill>
                      <a:prstDash val="solid"/>
                      <a:round/>
                      <a:headEnd type="none" w="med" len="med"/>
                      <a:tailEnd type="none" w="med" len="med"/>
                    </a:lnB>
                    <a:solidFill>
                      <a:srgbClr val="F1F1F1"/>
                    </a:solidFill>
                  </a:tcPr>
                </a:tc>
                <a:extLst>
                  <a:ext uri="{0D108BD9-81ED-4DB2-BD59-A6C34878D82A}">
                    <a16:rowId xmlns:a16="http://schemas.microsoft.com/office/drawing/2014/main" val="1852606017"/>
                  </a:ext>
                </a:extLst>
              </a:tr>
              <a:tr h="350412">
                <a:tc>
                  <a:txBody>
                    <a:bodyPr/>
                    <a:lstStyle/>
                    <a:p>
                      <a:pPr algn="l" fontAlgn="t"/>
                      <a:r>
                        <a:rPr lang="en-IN" sz="1500">
                          <a:effectLst/>
                        </a:rPr>
                        <a:t>$("tr:odd")</a:t>
                      </a:r>
                    </a:p>
                  </a:txBody>
                  <a:tcPr marL="102684" marR="51342" marT="51342" marB="5134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500" dirty="0">
                          <a:effectLst/>
                        </a:rPr>
                        <a:t>Selects all odd &lt;tr&gt; elements</a:t>
                      </a:r>
                    </a:p>
                  </a:txBody>
                  <a:tcPr marL="51342" marR="51342" marT="51342" marB="51342">
                    <a:lnL w="7620" cap="flat" cmpd="sng" algn="ctr">
                      <a:solidFill>
                        <a:srgbClr val="CCCCCC"/>
                      </a:solidFill>
                      <a:prstDash val="solid"/>
                      <a:round/>
                      <a:headEnd type="none" w="med" len="med"/>
                      <a:tailEnd type="none" w="med" len="med"/>
                    </a:lnL>
                    <a:lnR w="7620" cap="flat" cmpd="sng" algn="ctr">
                      <a:solidFill>
                        <a:srgbClr val="CCCCCC"/>
                      </a:solidFill>
                      <a:prstDash val="solid"/>
                      <a:round/>
                      <a:headEnd type="none" w="med" len="med"/>
                      <a:tailEnd type="none" w="med" len="med"/>
                    </a:lnR>
                    <a:lnT w="7620" cap="flat" cmpd="sng" algn="ctr">
                      <a:solidFill>
                        <a:srgbClr val="CCCCCC"/>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427451564"/>
                  </a:ext>
                </a:extLst>
              </a:tr>
            </a:tbl>
          </a:graphicData>
        </a:graphic>
      </p:graphicFrame>
    </p:spTree>
    <p:extLst>
      <p:ext uri="{BB962C8B-B14F-4D97-AF65-F5344CB8AC3E}">
        <p14:creationId xmlns:p14="http://schemas.microsoft.com/office/powerpoint/2010/main" val="26365761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9944A-23FF-4089-A291-11C3FA1B3E23}"/>
              </a:ext>
            </a:extLst>
          </p:cNvPr>
          <p:cNvSpPr>
            <a:spLocks noGrp="1"/>
          </p:cNvSpPr>
          <p:nvPr>
            <p:ph type="title"/>
          </p:nvPr>
        </p:nvSpPr>
        <p:spPr>
          <a:xfrm>
            <a:off x="1366684" y="0"/>
            <a:ext cx="6489290" cy="686927"/>
          </a:xfrm>
        </p:spPr>
        <p:txBody>
          <a:bodyPr>
            <a:normAutofit fontScale="90000"/>
          </a:bodyPr>
          <a:lstStyle/>
          <a:p>
            <a:r>
              <a:rPr lang="en-IN" b="0" i="0" dirty="0">
                <a:solidFill>
                  <a:srgbClr val="000000"/>
                </a:solidFill>
                <a:effectLst/>
                <a:latin typeface="Segoe UI" panose="020B0502040204020203" pitchFamily="34" charset="0"/>
              </a:rPr>
              <a:t>The Document Ready Event</a:t>
            </a:r>
            <a:endParaRPr lang="en-IN" dirty="0"/>
          </a:p>
        </p:txBody>
      </p:sp>
      <p:sp>
        <p:nvSpPr>
          <p:cNvPr id="3" name="Content Placeholder 2">
            <a:extLst>
              <a:ext uri="{FF2B5EF4-FFF2-40B4-BE49-F238E27FC236}">
                <a16:creationId xmlns:a16="http://schemas.microsoft.com/office/drawing/2014/main" id="{A50BA8B4-0AED-43BC-A0FB-E8977BF2624E}"/>
              </a:ext>
            </a:extLst>
          </p:cNvPr>
          <p:cNvSpPr>
            <a:spLocks noGrp="1"/>
          </p:cNvSpPr>
          <p:nvPr>
            <p:ph idx="1"/>
          </p:nvPr>
        </p:nvSpPr>
        <p:spPr>
          <a:xfrm>
            <a:off x="226142" y="775417"/>
            <a:ext cx="10400071" cy="896067"/>
          </a:xfrm>
        </p:spPr>
        <p:style>
          <a:lnRef idx="2">
            <a:schemeClr val="accent3"/>
          </a:lnRef>
          <a:fillRef idx="1">
            <a:schemeClr val="lt1"/>
          </a:fillRef>
          <a:effectRef idx="0">
            <a:schemeClr val="accent3"/>
          </a:effectRef>
          <a:fontRef idx="minor">
            <a:schemeClr val="dk1"/>
          </a:fontRef>
        </p:style>
        <p:txBody>
          <a:bodyPr>
            <a:normAutofit lnSpcReduction="10000"/>
          </a:bodyPr>
          <a:lstStyle/>
          <a:p>
            <a:r>
              <a:rPr lang="en-US" sz="1800" dirty="0">
                <a:latin typeface="Garamond" panose="02020404030301010803" pitchFamily="18" charset="0"/>
              </a:rPr>
              <a:t>This is to prevent any jQuery code from running before the document is finished loading (is ready).</a:t>
            </a:r>
          </a:p>
          <a:p>
            <a:r>
              <a:rPr lang="en-US" sz="1800" dirty="0">
                <a:latin typeface="Garamond" panose="02020404030301010803" pitchFamily="18" charset="0"/>
              </a:rPr>
              <a:t>It is good practice to wait for the document to be fully loaded and ready before working with it. This also allows you to have your JavaScript code before the body of your document, in the head section.</a:t>
            </a:r>
            <a:endParaRPr lang="en-IN" sz="1800" dirty="0">
              <a:latin typeface="Garamond" panose="02020404030301010803" pitchFamily="18" charset="0"/>
            </a:endParaRPr>
          </a:p>
        </p:txBody>
      </p:sp>
      <p:sp>
        <p:nvSpPr>
          <p:cNvPr id="7" name="TextBox 6">
            <a:extLst>
              <a:ext uri="{FF2B5EF4-FFF2-40B4-BE49-F238E27FC236}">
                <a16:creationId xmlns:a16="http://schemas.microsoft.com/office/drawing/2014/main" id="{86EA4C03-C78D-4D8E-8814-DED19565FA0E}"/>
              </a:ext>
            </a:extLst>
          </p:cNvPr>
          <p:cNvSpPr txBox="1"/>
          <p:nvPr/>
        </p:nvSpPr>
        <p:spPr>
          <a:xfrm>
            <a:off x="137653" y="1782773"/>
            <a:ext cx="6135328" cy="147732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b="0" i="0" dirty="0">
                <a:solidFill>
                  <a:srgbClr val="000000"/>
                </a:solidFill>
                <a:effectLst/>
                <a:latin typeface="Consolas" panose="020B0609020204030204" pitchFamily="49" charset="0"/>
              </a:rPr>
              <a:t>$(document).ready(</a:t>
            </a:r>
            <a:r>
              <a:rPr lang="en-US" b="0" i="0" dirty="0">
                <a:solidFill>
                  <a:srgbClr val="0000CD"/>
                </a:solidFill>
                <a:effectLst/>
                <a:latin typeface="Consolas" panose="020B0609020204030204" pitchFamily="49" charset="0"/>
              </a:rPr>
              <a:t>function</a:t>
            </a:r>
            <a:r>
              <a:rPr lang="en-US" b="0" i="0" dirty="0">
                <a:solidFill>
                  <a:srgbClr val="000000"/>
                </a:solidFill>
                <a:effectLst/>
                <a:latin typeface="Consolas" panose="020B0609020204030204" pitchFamily="49" charset="0"/>
              </a:rPr>
              <a:t>(){</a:t>
            </a:r>
            <a:br>
              <a:rPr lang="en-US" dirty="0"/>
            </a:br>
            <a:br>
              <a:rPr lang="en-US" dirty="0"/>
            </a:br>
            <a:r>
              <a:rPr lang="en-US" b="0" i="0" dirty="0">
                <a:solidFill>
                  <a:srgbClr val="000000"/>
                </a:solidFill>
                <a:effectLst/>
                <a:latin typeface="Consolas" panose="020B0609020204030204" pitchFamily="49" charset="0"/>
              </a:rPr>
              <a:t>  </a:t>
            </a:r>
            <a:r>
              <a:rPr lang="en-US" b="0" i="1" dirty="0">
                <a:solidFill>
                  <a:srgbClr val="008000"/>
                </a:solidFill>
                <a:effectLst/>
                <a:latin typeface="Consolas" panose="020B0609020204030204" pitchFamily="49" charset="0"/>
              </a:rPr>
              <a:t>// jQuery methods go here...</a:t>
            </a:r>
            <a:br>
              <a:rPr lang="en-US" dirty="0"/>
            </a:br>
            <a:br>
              <a:rPr lang="en-US" dirty="0"/>
            </a:br>
            <a:r>
              <a:rPr lang="en-US" b="0" i="0" dirty="0">
                <a:solidFill>
                  <a:srgbClr val="000000"/>
                </a:solidFill>
                <a:effectLst/>
                <a:latin typeface="Consolas" panose="020B0609020204030204" pitchFamily="49" charset="0"/>
              </a:rPr>
              <a:t>});</a:t>
            </a:r>
            <a:endParaRPr lang="en-IN" dirty="0"/>
          </a:p>
        </p:txBody>
      </p:sp>
      <p:sp>
        <p:nvSpPr>
          <p:cNvPr id="9" name="TextBox 8">
            <a:extLst>
              <a:ext uri="{FF2B5EF4-FFF2-40B4-BE49-F238E27FC236}">
                <a16:creationId xmlns:a16="http://schemas.microsoft.com/office/drawing/2014/main" id="{5F2A241A-8016-473D-83C6-0BF60261F6DA}"/>
              </a:ext>
            </a:extLst>
          </p:cNvPr>
          <p:cNvSpPr txBox="1"/>
          <p:nvPr/>
        </p:nvSpPr>
        <p:spPr>
          <a:xfrm>
            <a:off x="6912078" y="3146238"/>
            <a:ext cx="4817805" cy="64633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dirty="0"/>
              <a:t>Tip: The jQuery team has also created an even shorter method for the document ready event:</a:t>
            </a:r>
            <a:endParaRPr lang="en-IN" dirty="0"/>
          </a:p>
        </p:txBody>
      </p:sp>
      <p:sp>
        <p:nvSpPr>
          <p:cNvPr id="11" name="TextBox 10">
            <a:extLst>
              <a:ext uri="{FF2B5EF4-FFF2-40B4-BE49-F238E27FC236}">
                <a16:creationId xmlns:a16="http://schemas.microsoft.com/office/drawing/2014/main" id="{BFA70C83-2139-4955-80F2-5D9781A4323C}"/>
              </a:ext>
            </a:extLst>
          </p:cNvPr>
          <p:cNvSpPr txBox="1"/>
          <p:nvPr/>
        </p:nvSpPr>
        <p:spPr>
          <a:xfrm>
            <a:off x="6735098" y="1668910"/>
            <a:ext cx="4660489" cy="1477328"/>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function</a:t>
            </a:r>
            <a:r>
              <a:rPr lang="en-US" b="0" i="0" dirty="0">
                <a:solidFill>
                  <a:srgbClr val="000000"/>
                </a:solidFill>
                <a:effectLst/>
                <a:latin typeface="Consolas" panose="020B0609020204030204" pitchFamily="49" charset="0"/>
              </a:rPr>
              <a:t>(){</a:t>
            </a:r>
            <a:br>
              <a:rPr lang="en-US" dirty="0"/>
            </a:br>
            <a:br>
              <a:rPr lang="en-US" dirty="0"/>
            </a:br>
            <a:r>
              <a:rPr lang="en-US" b="0" i="0" dirty="0">
                <a:solidFill>
                  <a:srgbClr val="000000"/>
                </a:solidFill>
                <a:effectLst/>
                <a:latin typeface="Consolas" panose="020B0609020204030204" pitchFamily="49" charset="0"/>
              </a:rPr>
              <a:t>  </a:t>
            </a:r>
            <a:r>
              <a:rPr lang="en-US" b="0" i="1" dirty="0">
                <a:solidFill>
                  <a:srgbClr val="008000"/>
                </a:solidFill>
                <a:effectLst/>
                <a:latin typeface="Consolas" panose="020B0609020204030204" pitchFamily="49" charset="0"/>
              </a:rPr>
              <a:t>// jQuery methods go here...</a:t>
            </a:r>
            <a:br>
              <a:rPr lang="en-US" dirty="0"/>
            </a:br>
            <a:br>
              <a:rPr lang="en-US" dirty="0"/>
            </a:br>
            <a:r>
              <a:rPr lang="en-US" b="0" i="0" dirty="0">
                <a:solidFill>
                  <a:srgbClr val="000000"/>
                </a:solidFill>
                <a:effectLst/>
                <a:latin typeface="Consolas" panose="020B0609020204030204" pitchFamily="49" charset="0"/>
              </a:rPr>
              <a:t>});</a:t>
            </a:r>
            <a:endParaRPr lang="en-IN" dirty="0"/>
          </a:p>
        </p:txBody>
      </p:sp>
      <p:sp>
        <p:nvSpPr>
          <p:cNvPr id="13" name="TextBox 12">
            <a:extLst>
              <a:ext uri="{FF2B5EF4-FFF2-40B4-BE49-F238E27FC236}">
                <a16:creationId xmlns:a16="http://schemas.microsoft.com/office/drawing/2014/main" id="{BBFAECBC-7227-4A27-8BF4-24F213D2DED9}"/>
              </a:ext>
            </a:extLst>
          </p:cNvPr>
          <p:cNvSpPr txBox="1"/>
          <p:nvPr/>
        </p:nvSpPr>
        <p:spPr>
          <a:xfrm>
            <a:off x="181897" y="3350654"/>
            <a:ext cx="5914103" cy="3416320"/>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IN" b="0" dirty="0">
                <a:solidFill>
                  <a:srgbClr val="800000"/>
                </a:solidFill>
                <a:effectLst/>
                <a:latin typeface="Consolas" panose="020B0609020204030204" pitchFamily="49" charset="0"/>
              </a:rPr>
              <a:t>&lt;!DOCTYPE</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html</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&lt;html&gt;&lt;head&gt;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&lt;script</a:t>
            </a:r>
            <a:r>
              <a:rPr lang="en-IN" b="0" dirty="0">
                <a:solidFill>
                  <a:srgbClr val="000000"/>
                </a:solidFill>
                <a:effectLst/>
                <a:latin typeface="Consolas" panose="020B0609020204030204" pitchFamily="49" charset="0"/>
              </a:rPr>
              <a:t> </a:t>
            </a:r>
            <a:r>
              <a:rPr lang="en-IN" b="0" dirty="0" err="1">
                <a:solidFill>
                  <a:srgbClr val="FF0000"/>
                </a:solidFill>
                <a:effectLst/>
                <a:latin typeface="Consolas" panose="020B0609020204030204" pitchFamily="49" charset="0"/>
              </a:rPr>
              <a:t>src</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"jquery-1.9.1.js"</a:t>
            </a:r>
            <a:r>
              <a:rPr lang="en-IN" b="0" dirty="0">
                <a:solidFill>
                  <a:srgbClr val="800000"/>
                </a:solidFill>
                <a:effectLst/>
                <a:latin typeface="Consolas" panose="020B0609020204030204" pitchFamily="49" charset="0"/>
              </a:rPr>
              <a:t>&gt;&lt;/script&gt;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r>
              <a:rPr lang="en-IN" b="0" dirty="0">
                <a:solidFill>
                  <a:srgbClr val="795E26"/>
                </a:solidFill>
                <a:effectLst/>
                <a:latin typeface="Consolas" panose="020B0609020204030204" pitchFamily="49" charset="0"/>
              </a:rPr>
              <a:t>alert</a:t>
            </a:r>
            <a:r>
              <a:rPr lang="en-IN" b="0" dirty="0">
                <a:solidFill>
                  <a:srgbClr val="000000"/>
                </a:solidFill>
                <a:effectLst/>
                <a:latin typeface="Consolas" panose="020B0609020204030204" pitchFamily="49" charset="0"/>
              </a:rPr>
              <a:t>(</a:t>
            </a:r>
            <a:r>
              <a:rPr lang="en-IN" b="0" dirty="0">
                <a:solidFill>
                  <a:srgbClr val="0070C1"/>
                </a:solidFill>
                <a:effectLst/>
                <a:latin typeface="Consolas" panose="020B0609020204030204" pitchFamily="49" charset="0"/>
              </a:rPr>
              <a:t>jQuery</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"p"</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length</a:t>
            </a:r>
            <a:r>
              <a:rPr lang="en-IN" b="0" dirty="0">
                <a:solidFill>
                  <a:srgbClr val="000000"/>
                </a:solidFill>
                <a:effectLst/>
                <a:latin typeface="Consolas" panose="020B0609020204030204" pitchFamily="49" charset="0"/>
              </a:rPr>
              <a:t>);</a:t>
            </a:r>
          </a:p>
          <a:p>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&lt;/head&gt;&lt;body&gt;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&lt;p&gt;</a:t>
            </a:r>
            <a:r>
              <a:rPr lang="en-IN" b="0" dirty="0">
                <a:solidFill>
                  <a:srgbClr val="000000"/>
                </a:solidFill>
                <a:effectLst/>
                <a:latin typeface="Consolas" panose="020B0609020204030204" pitchFamily="49" charset="0"/>
              </a:rPr>
              <a:t>para 1</a:t>
            </a:r>
            <a:r>
              <a:rPr lang="en-IN" b="0" dirty="0">
                <a:solidFill>
                  <a:srgbClr val="800000"/>
                </a:solidFill>
                <a:effectLst/>
                <a:latin typeface="Consolas" panose="020B0609020204030204" pitchFamily="49" charset="0"/>
              </a:rPr>
              <a:t>&lt;/p&gt;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&lt;p&gt;</a:t>
            </a:r>
            <a:r>
              <a:rPr lang="en-IN" b="0" dirty="0">
                <a:solidFill>
                  <a:srgbClr val="000000"/>
                </a:solidFill>
                <a:effectLst/>
                <a:latin typeface="Consolas" panose="020B0609020204030204" pitchFamily="49" charset="0"/>
              </a:rPr>
              <a:t>para 2</a:t>
            </a:r>
            <a:r>
              <a:rPr lang="en-IN" b="0" dirty="0">
                <a:solidFill>
                  <a:srgbClr val="800000"/>
                </a:solidFill>
                <a:effectLst/>
                <a:latin typeface="Consolas" panose="020B0609020204030204" pitchFamily="49" charset="0"/>
              </a:rPr>
              <a:t>&lt;/p&gt;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&lt;p&gt;</a:t>
            </a:r>
            <a:r>
              <a:rPr lang="en-IN" b="0" dirty="0">
                <a:solidFill>
                  <a:srgbClr val="000000"/>
                </a:solidFill>
                <a:effectLst/>
                <a:latin typeface="Consolas" panose="020B0609020204030204" pitchFamily="49" charset="0"/>
              </a:rPr>
              <a:t>para 3</a:t>
            </a:r>
            <a:r>
              <a:rPr lang="en-IN" b="0" dirty="0">
                <a:solidFill>
                  <a:srgbClr val="800000"/>
                </a:solidFill>
                <a:effectLst/>
                <a:latin typeface="Consolas" panose="020B0609020204030204" pitchFamily="49" charset="0"/>
              </a:rPr>
              <a:t>&lt;/p&gt;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&lt;/body&gt;&lt;/html&gt;</a:t>
            </a:r>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p:txBody>
      </p:sp>
      <p:cxnSp>
        <p:nvCxnSpPr>
          <p:cNvPr id="15" name="Straight Arrow Connector 14">
            <a:extLst>
              <a:ext uri="{FF2B5EF4-FFF2-40B4-BE49-F238E27FC236}">
                <a16:creationId xmlns:a16="http://schemas.microsoft.com/office/drawing/2014/main" id="{2609F8B5-CA82-48B2-AE94-A6DA134B64F2}"/>
              </a:ext>
            </a:extLst>
          </p:cNvPr>
          <p:cNvCxnSpPr/>
          <p:nvPr/>
        </p:nvCxnSpPr>
        <p:spPr>
          <a:xfrm flipV="1">
            <a:off x="2576052" y="4960492"/>
            <a:ext cx="3392129" cy="983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28D5ACD-E757-4CE2-8637-5F64A6DE83B6}"/>
              </a:ext>
            </a:extLst>
          </p:cNvPr>
          <p:cNvSpPr txBox="1"/>
          <p:nvPr/>
        </p:nvSpPr>
        <p:spPr>
          <a:xfrm>
            <a:off x="6454877" y="3974661"/>
            <a:ext cx="4070555" cy="2585323"/>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dirty="0"/>
              <a:t>Alert will display 0. why??</a:t>
            </a:r>
          </a:p>
          <a:p>
            <a:endParaRPr lang="en-US" dirty="0"/>
          </a:p>
          <a:p>
            <a:r>
              <a:rPr lang="en-IN" dirty="0"/>
              <a:t>Because </a:t>
            </a:r>
          </a:p>
          <a:p>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r>
              <a:rPr lang="en-IN" b="0" dirty="0">
                <a:solidFill>
                  <a:srgbClr val="795E26"/>
                </a:solidFill>
                <a:effectLst/>
                <a:latin typeface="Consolas" panose="020B0609020204030204" pitchFamily="49" charset="0"/>
              </a:rPr>
              <a:t>alert</a:t>
            </a:r>
            <a:r>
              <a:rPr lang="en-IN" b="0" dirty="0">
                <a:solidFill>
                  <a:srgbClr val="000000"/>
                </a:solidFill>
                <a:effectLst/>
                <a:latin typeface="Consolas" panose="020B0609020204030204" pitchFamily="49" charset="0"/>
              </a:rPr>
              <a:t>(</a:t>
            </a:r>
            <a:r>
              <a:rPr lang="en-IN" b="0" dirty="0">
                <a:solidFill>
                  <a:srgbClr val="0070C1"/>
                </a:solidFill>
                <a:effectLst/>
                <a:latin typeface="Consolas" panose="020B0609020204030204" pitchFamily="49" charset="0"/>
              </a:rPr>
              <a:t>jQuery</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"p"</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length</a:t>
            </a:r>
            <a:r>
              <a:rPr lang="en-IN" b="0" dirty="0">
                <a:solidFill>
                  <a:srgbClr val="000000"/>
                </a:solidFill>
                <a:effectLst/>
                <a:latin typeface="Consolas" panose="020B0609020204030204" pitchFamily="49" charset="0"/>
              </a:rPr>
              <a:t>);</a:t>
            </a:r>
          </a:p>
          <a:p>
            <a:r>
              <a:rPr lang="en-IN" b="0" dirty="0">
                <a:solidFill>
                  <a:srgbClr val="800000"/>
                </a:solidFill>
                <a:effectLst/>
                <a:latin typeface="Consolas" panose="020B0609020204030204" pitchFamily="49" charset="0"/>
              </a:rPr>
              <a:t>&lt;/script&gt;</a:t>
            </a:r>
          </a:p>
          <a:p>
            <a:r>
              <a:rPr lang="en-IN" b="0" dirty="0">
                <a:solidFill>
                  <a:schemeClr val="tx1"/>
                </a:solidFill>
                <a:effectLst/>
                <a:latin typeface="Consolas" panose="020B0609020204030204" pitchFamily="49" charset="0"/>
              </a:rPr>
              <a:t>this code executed before the p tag got loaded.</a:t>
            </a:r>
          </a:p>
          <a:p>
            <a:endParaRPr lang="en-IN" dirty="0"/>
          </a:p>
        </p:txBody>
      </p:sp>
      <p:sp>
        <p:nvSpPr>
          <p:cNvPr id="17" name="TextBox 16">
            <a:extLst>
              <a:ext uri="{FF2B5EF4-FFF2-40B4-BE49-F238E27FC236}">
                <a16:creationId xmlns:a16="http://schemas.microsoft.com/office/drawing/2014/main" id="{CF3239A6-7F8E-4220-B225-DA1BF8F43925}"/>
              </a:ext>
            </a:extLst>
          </p:cNvPr>
          <p:cNvSpPr txBox="1"/>
          <p:nvPr/>
        </p:nvSpPr>
        <p:spPr>
          <a:xfrm>
            <a:off x="10545097" y="4031593"/>
            <a:ext cx="1465006" cy="2031325"/>
          </a:xfrm>
          <a:prstGeom prst="rect">
            <a:avLst/>
          </a:prstGeom>
          <a:noFill/>
        </p:spPr>
        <p:txBody>
          <a:bodyPr wrap="square" rtlCol="0">
            <a:spAutoFit/>
          </a:bodyPr>
          <a:lstStyle/>
          <a:p>
            <a:r>
              <a:rPr lang="en-IN" b="0" dirty="0">
                <a:solidFill>
                  <a:srgbClr val="FF0000"/>
                </a:solidFill>
                <a:effectLst/>
                <a:latin typeface="Consolas" panose="020B0609020204030204" pitchFamily="49" charset="0"/>
              </a:rPr>
              <a:t>jQuery</a:t>
            </a:r>
          </a:p>
          <a:p>
            <a:r>
              <a:rPr lang="en-IN" dirty="0">
                <a:solidFill>
                  <a:srgbClr val="0070C1"/>
                </a:solidFill>
                <a:latin typeface="Consolas" panose="020B0609020204030204" pitchFamily="49" charset="0"/>
              </a:rPr>
              <a:t>And </a:t>
            </a:r>
          </a:p>
          <a:p>
            <a:r>
              <a:rPr lang="en-IN" dirty="0">
                <a:solidFill>
                  <a:srgbClr val="FF0000"/>
                </a:solidFill>
                <a:latin typeface="Consolas" panose="020B0609020204030204" pitchFamily="49" charset="0"/>
              </a:rPr>
              <a:t>$</a:t>
            </a:r>
          </a:p>
          <a:p>
            <a:r>
              <a:rPr lang="en-IN" dirty="0">
                <a:latin typeface="Consolas" panose="020B0609020204030204" pitchFamily="49" charset="0"/>
              </a:rPr>
              <a:t>Both are same </a:t>
            </a:r>
            <a:r>
              <a:rPr lang="en-IN" dirty="0" err="1">
                <a:latin typeface="Consolas" panose="020B0609020204030204" pitchFamily="49" charset="0"/>
              </a:rPr>
              <a:t>ie</a:t>
            </a:r>
            <a:r>
              <a:rPr lang="en-IN" dirty="0">
                <a:latin typeface="Consolas" panose="020B0609020204030204" pitchFamily="49" charset="0"/>
              </a:rPr>
              <a:t>. aliases to each </a:t>
            </a:r>
            <a:r>
              <a:rPr lang="en-IN" dirty="0" err="1">
                <a:latin typeface="Consolas" panose="020B0609020204030204" pitchFamily="49" charset="0"/>
              </a:rPr>
              <a:t>othe</a:t>
            </a:r>
            <a:endParaRPr lang="en-IN" dirty="0"/>
          </a:p>
        </p:txBody>
      </p:sp>
    </p:spTree>
    <p:extLst>
      <p:ext uri="{BB962C8B-B14F-4D97-AF65-F5344CB8AC3E}">
        <p14:creationId xmlns:p14="http://schemas.microsoft.com/office/powerpoint/2010/main" val="4265554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6E32E-E17C-40B9-88C6-DEC6D8D2E3F5}"/>
              </a:ext>
            </a:extLst>
          </p:cNvPr>
          <p:cNvSpPr>
            <a:spLocks noGrp="1"/>
          </p:cNvSpPr>
          <p:nvPr>
            <p:ph type="title"/>
          </p:nvPr>
        </p:nvSpPr>
        <p:spPr>
          <a:xfrm>
            <a:off x="2684206" y="18256"/>
            <a:ext cx="8856406" cy="401172"/>
          </a:xfrm>
        </p:spPr>
        <p:txBody>
          <a:bodyPr>
            <a:noAutofit/>
          </a:bodyPr>
          <a:lstStyle/>
          <a:p>
            <a:r>
              <a:rPr lang="en-US" sz="2000" dirty="0"/>
              <a:t>What if you wish to use other frameworks on your pages, while still using jQuery?</a:t>
            </a:r>
            <a:endParaRPr lang="en-IN" sz="2000" dirty="0"/>
          </a:p>
        </p:txBody>
      </p:sp>
      <p:sp>
        <p:nvSpPr>
          <p:cNvPr id="3" name="Content Placeholder 2">
            <a:extLst>
              <a:ext uri="{FF2B5EF4-FFF2-40B4-BE49-F238E27FC236}">
                <a16:creationId xmlns:a16="http://schemas.microsoft.com/office/drawing/2014/main" id="{2E1DE7F8-711A-4368-A629-CDFA5F1D1375}"/>
              </a:ext>
            </a:extLst>
          </p:cNvPr>
          <p:cNvSpPr>
            <a:spLocks noGrp="1"/>
          </p:cNvSpPr>
          <p:nvPr>
            <p:ph idx="1"/>
          </p:nvPr>
        </p:nvSpPr>
        <p:spPr>
          <a:xfrm>
            <a:off x="769376" y="387657"/>
            <a:ext cx="11865078" cy="3041343"/>
          </a:xfrm>
        </p:spPr>
        <p:txBody>
          <a:bodyPr>
            <a:normAutofit/>
          </a:bodyPr>
          <a:lstStyle/>
          <a:p>
            <a:r>
              <a:rPr lang="en-US" sz="2400" dirty="0">
                <a:latin typeface="Garamond" panose="02020404030301010803" pitchFamily="18" charset="0"/>
              </a:rPr>
              <a:t>As you already know; jQuery uses the $ sign as a shortcut for jQuery.</a:t>
            </a:r>
          </a:p>
          <a:p>
            <a:r>
              <a:rPr lang="en-US" sz="2400" dirty="0">
                <a:latin typeface="Garamond" panose="02020404030301010803" pitchFamily="18" charset="0"/>
              </a:rPr>
              <a:t>There are many other popular JavaScript frameworks like: Angular, Backbone, Ember, Knockout, and more.</a:t>
            </a:r>
          </a:p>
          <a:p>
            <a:r>
              <a:rPr lang="en-US" sz="2400" dirty="0">
                <a:latin typeface="Garamond" panose="02020404030301010803" pitchFamily="18" charset="0"/>
              </a:rPr>
              <a:t>What if other JavaScript frameworks also use the $ sign as a shortcut?</a:t>
            </a:r>
          </a:p>
          <a:p>
            <a:r>
              <a:rPr lang="en-US" sz="2400" dirty="0">
                <a:latin typeface="Garamond" panose="02020404030301010803" pitchFamily="18" charset="0"/>
              </a:rPr>
              <a:t>If two different frameworks are using the same shortcut, one of them might stop working.</a:t>
            </a:r>
          </a:p>
          <a:p>
            <a:r>
              <a:rPr lang="en-US" sz="2400" dirty="0">
                <a:latin typeface="Garamond" panose="02020404030301010803" pitchFamily="18" charset="0"/>
              </a:rPr>
              <a:t>The jQuery team have already thought about this, and implemented the </a:t>
            </a:r>
            <a:r>
              <a:rPr lang="en-US" sz="2400" dirty="0" err="1">
                <a:solidFill>
                  <a:schemeClr val="accent1"/>
                </a:solidFill>
                <a:latin typeface="Garamond" panose="02020404030301010803" pitchFamily="18" charset="0"/>
              </a:rPr>
              <a:t>noConflict</a:t>
            </a:r>
            <a:r>
              <a:rPr lang="en-US" sz="2400" dirty="0">
                <a:solidFill>
                  <a:schemeClr val="accent1"/>
                </a:solidFill>
                <a:latin typeface="Garamond" panose="02020404030301010803" pitchFamily="18" charset="0"/>
              </a:rPr>
              <a:t>() </a:t>
            </a:r>
            <a:r>
              <a:rPr lang="en-US" sz="2400" dirty="0">
                <a:latin typeface="Garamond" panose="02020404030301010803" pitchFamily="18" charset="0"/>
              </a:rPr>
              <a:t>method.</a:t>
            </a:r>
            <a:endParaRPr lang="en-IN" sz="2400" dirty="0">
              <a:latin typeface="Garamond" panose="02020404030301010803" pitchFamily="18" charset="0"/>
            </a:endParaRPr>
          </a:p>
        </p:txBody>
      </p:sp>
      <p:sp>
        <p:nvSpPr>
          <p:cNvPr id="4" name="Rectangle 1">
            <a:extLst>
              <a:ext uri="{FF2B5EF4-FFF2-40B4-BE49-F238E27FC236}">
                <a16:creationId xmlns:a16="http://schemas.microsoft.com/office/drawing/2014/main" id="{9575A467-CE12-475B-9B01-C92895BC8FB0}"/>
              </a:ext>
            </a:extLst>
          </p:cNvPr>
          <p:cNvSpPr>
            <a:spLocks noChangeArrowheads="1"/>
          </p:cNvSpPr>
          <p:nvPr/>
        </p:nvSpPr>
        <p:spPr bwMode="auto">
          <a:xfrm rot="10800000" flipV="1">
            <a:off x="373624" y="2899902"/>
            <a:ext cx="9851923" cy="307777"/>
          </a:xfrm>
          <a:prstGeom prst="rect">
            <a:avLst/>
          </a:prstGeom>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Verdana" panose="020B0604030504040204" pitchFamily="34" charset="0"/>
              </a:rPr>
              <a:t>The </a:t>
            </a:r>
            <a:r>
              <a:rPr kumimoji="0" lang="en-US" altLang="en-US" sz="1400" b="0" i="0" u="none" strike="noStrike" cap="none" normalizeH="0" baseline="0" dirty="0" err="1">
                <a:ln>
                  <a:noFill/>
                </a:ln>
                <a:solidFill>
                  <a:srgbClr val="DC143C"/>
                </a:solidFill>
                <a:effectLst/>
                <a:latin typeface="Consolas" panose="020B0609020204030204" pitchFamily="49" charset="0"/>
              </a:rPr>
              <a:t>noConflict</a:t>
            </a:r>
            <a:r>
              <a:rPr kumimoji="0" lang="en-US" altLang="en-US" sz="1400" b="0" i="0" u="none" strike="noStrike" cap="none" normalizeH="0" baseline="0" dirty="0">
                <a:ln>
                  <a:noFill/>
                </a:ln>
                <a:solidFill>
                  <a:srgbClr val="DC143C"/>
                </a:solidFill>
                <a:effectLst/>
                <a:latin typeface="Consolas" panose="020B0609020204030204" pitchFamily="49" charset="0"/>
              </a:rPr>
              <a:t>()</a:t>
            </a:r>
            <a:r>
              <a:rPr kumimoji="0" lang="en-US" altLang="en-US" sz="1400" b="0" i="0" u="none" strike="noStrike" cap="none" normalizeH="0" baseline="0" dirty="0">
                <a:ln>
                  <a:noFill/>
                </a:ln>
                <a:solidFill>
                  <a:srgbClr val="000000"/>
                </a:solidFill>
                <a:effectLst/>
                <a:latin typeface="Verdana" panose="020B0604030504040204" pitchFamily="34" charset="0"/>
              </a:rPr>
              <a:t> method releases the hold on the $ shortcut identifier, so that other scripts can use it.</a:t>
            </a:r>
            <a:r>
              <a:rPr kumimoji="0" lang="en-US" altLang="en-US" sz="1000" b="0" i="0" u="none" strike="noStrike" cap="none" normalizeH="0" baseline="0" dirty="0">
                <a:ln>
                  <a:noFill/>
                </a:ln>
                <a:solidFill>
                  <a:schemeClr val="tx1"/>
                </a:solidFill>
                <a:effectLst/>
              </a:rPr>
              <a:t>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BA8FD966-9E75-4E0E-89EA-E7B9403299A0}"/>
              </a:ext>
            </a:extLst>
          </p:cNvPr>
          <p:cNvSpPr txBox="1"/>
          <p:nvPr/>
        </p:nvSpPr>
        <p:spPr>
          <a:xfrm>
            <a:off x="5909187" y="3125170"/>
            <a:ext cx="6282813" cy="3539430"/>
          </a:xfrm>
          <a:prstGeom prst="rect">
            <a:avLst/>
          </a:prstGeom>
          <a:noFill/>
        </p:spPr>
        <p:txBody>
          <a:bodyPr wrap="square">
            <a:spAutoFit/>
          </a:bodyPr>
          <a:lstStyle/>
          <a:p>
            <a:r>
              <a:rPr lang="en-IN" sz="1400" b="0" dirty="0">
                <a:solidFill>
                  <a:srgbClr val="800000"/>
                </a:solidFill>
                <a:effectLst/>
                <a:latin typeface="Consolas" panose="020B0609020204030204" pitchFamily="49" charset="0"/>
              </a:rPr>
              <a:t>&lt;!DOCTYPE</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html</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&lt;html&gt;&lt;head&gt;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&lt;script</a:t>
            </a:r>
            <a:r>
              <a:rPr lang="en-IN" sz="1400" b="0" dirty="0">
                <a:solidFill>
                  <a:srgbClr val="000000"/>
                </a:solidFill>
                <a:effectLst/>
                <a:latin typeface="Consolas" panose="020B0609020204030204" pitchFamily="49" charset="0"/>
              </a:rPr>
              <a:t> </a:t>
            </a:r>
            <a:r>
              <a:rPr lang="en-IN" sz="1400" b="0" dirty="0" err="1">
                <a:solidFill>
                  <a:srgbClr val="FF0000"/>
                </a:solidFill>
                <a:effectLst/>
                <a:latin typeface="Consolas" panose="020B0609020204030204" pitchFamily="49" charset="0"/>
              </a:rPr>
              <a:t>src</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"https://ajax.googleapis.com/ajax/libs/</a:t>
            </a:r>
            <a:r>
              <a:rPr lang="en-IN" sz="1400" b="0" dirty="0" err="1">
                <a:solidFill>
                  <a:srgbClr val="0000FF"/>
                </a:solidFill>
                <a:effectLst/>
                <a:latin typeface="Consolas" panose="020B0609020204030204" pitchFamily="49" charset="0"/>
              </a:rPr>
              <a:t>jquery</a:t>
            </a:r>
            <a:r>
              <a:rPr lang="en-IN" sz="1400" b="0" dirty="0">
                <a:solidFill>
                  <a:srgbClr val="0000FF"/>
                </a:solidFill>
                <a:effectLst/>
                <a:latin typeface="Consolas" panose="020B0609020204030204" pitchFamily="49" charset="0"/>
              </a:rPr>
              <a:t>/3.5.1/jquery.min.js"</a:t>
            </a:r>
            <a:r>
              <a:rPr lang="en-IN" sz="1400" b="0" dirty="0">
                <a:solidFill>
                  <a:srgbClr val="800000"/>
                </a:solidFill>
                <a:effectLst/>
                <a:latin typeface="Consolas" panose="020B0609020204030204" pitchFamily="49" charset="0"/>
              </a:rPr>
              <a:t>&gt;&lt;/script&gt;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&lt;script&gt;</a:t>
            </a:r>
            <a:endParaRPr lang="en-IN" sz="1400" b="0" dirty="0">
              <a:solidFill>
                <a:srgbClr val="000000"/>
              </a:solidFill>
              <a:effectLst/>
              <a:latin typeface="Consolas" panose="020B0609020204030204" pitchFamily="49" charset="0"/>
            </a:endParaRPr>
          </a:p>
          <a:p>
            <a:r>
              <a:rPr lang="en-IN" sz="1400" b="0" dirty="0">
                <a:solidFill>
                  <a:srgbClr val="0070C1"/>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noConflict</a:t>
            </a:r>
            <a:r>
              <a:rPr lang="en-IN" sz="1400" b="0" dirty="0">
                <a:solidFill>
                  <a:srgbClr val="000000"/>
                </a:solidFill>
                <a:effectLst/>
                <a:latin typeface="Consolas" panose="020B0609020204030204" pitchFamily="49" charset="0"/>
              </a:rPr>
              <a:t>();</a:t>
            </a:r>
          </a:p>
          <a:p>
            <a:endParaRPr lang="en-IN" sz="1400" b="0" dirty="0">
              <a:solidFill>
                <a:srgbClr val="000000"/>
              </a:solidFill>
              <a:effectLst/>
              <a:latin typeface="Consolas" panose="020B0609020204030204" pitchFamily="49" charset="0"/>
            </a:endParaRPr>
          </a:p>
          <a:p>
            <a:r>
              <a:rPr lang="en-IN" sz="1400" b="0" dirty="0">
                <a:solidFill>
                  <a:srgbClr val="0070C1"/>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document</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ready</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0070C1"/>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"button"</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click</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0070C1"/>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"p"</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text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"jQuery is not working!"</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p>
          <a:p>
            <a:r>
              <a:rPr lang="en-IN" sz="1400" b="0" dirty="0">
                <a:solidFill>
                  <a:srgbClr val="000000"/>
                </a:solidFill>
                <a:effectLst/>
                <a:latin typeface="Consolas" panose="020B0609020204030204" pitchFamily="49" charset="0"/>
              </a:rPr>
              <a:t>});</a:t>
            </a:r>
          </a:p>
          <a:p>
            <a:r>
              <a:rPr lang="en-IN" sz="1400" b="0" dirty="0">
                <a:solidFill>
                  <a:srgbClr val="800000"/>
                </a:solidFill>
                <a:effectLst/>
                <a:latin typeface="Consolas" panose="020B0609020204030204" pitchFamily="49" charset="0"/>
              </a:rPr>
              <a:t>&lt;/script&gt;&lt;/head&gt;&lt;body&gt;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&lt;p</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id</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"test"</a:t>
            </a:r>
            <a:r>
              <a:rPr lang="en-IN" sz="1400" b="0" dirty="0">
                <a:solidFill>
                  <a:srgbClr val="800000"/>
                </a:solidFill>
                <a:effectLst/>
                <a:latin typeface="Consolas" panose="020B0609020204030204" pitchFamily="49" charset="0"/>
              </a:rPr>
              <a:t>&gt;</a:t>
            </a:r>
            <a:r>
              <a:rPr lang="en-IN" sz="1400" b="0" dirty="0">
                <a:solidFill>
                  <a:srgbClr val="000000"/>
                </a:solidFill>
                <a:effectLst/>
                <a:latin typeface="Consolas" panose="020B0609020204030204" pitchFamily="49" charset="0"/>
              </a:rPr>
              <a:t>This is another paragraph.</a:t>
            </a:r>
            <a:r>
              <a:rPr lang="en-IN" sz="1400" b="0" dirty="0">
                <a:solidFill>
                  <a:srgbClr val="800000"/>
                </a:solidFill>
                <a:effectLst/>
                <a:latin typeface="Consolas" panose="020B0609020204030204" pitchFamily="49" charset="0"/>
              </a:rPr>
              <a:t>&lt;/p&gt;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&lt;button</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id</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a:t>
            </a:r>
            <a:r>
              <a:rPr lang="en-IN" sz="1400" b="0" dirty="0" err="1">
                <a:solidFill>
                  <a:srgbClr val="0000FF"/>
                </a:solidFill>
                <a:effectLst/>
                <a:latin typeface="Consolas" panose="020B0609020204030204" pitchFamily="49" charset="0"/>
              </a:rPr>
              <a:t>btn</a:t>
            </a:r>
            <a:r>
              <a:rPr lang="en-IN" sz="1400" b="0" dirty="0">
                <a:solidFill>
                  <a:srgbClr val="0000FF"/>
                </a:solidFill>
                <a:effectLst/>
                <a:latin typeface="Consolas" panose="020B0609020204030204" pitchFamily="49" charset="0"/>
              </a:rPr>
              <a:t>"</a:t>
            </a:r>
            <a:r>
              <a:rPr lang="en-IN" sz="1400" b="0" dirty="0">
                <a:solidFill>
                  <a:srgbClr val="800000"/>
                </a:solidFill>
                <a:effectLst/>
                <a:latin typeface="Consolas" panose="020B0609020204030204" pitchFamily="49" charset="0"/>
              </a:rPr>
              <a:t>&gt;</a:t>
            </a:r>
            <a:r>
              <a:rPr lang="en-IN" sz="1400" b="0" dirty="0">
                <a:solidFill>
                  <a:srgbClr val="000000"/>
                </a:solidFill>
                <a:effectLst/>
                <a:latin typeface="Consolas" panose="020B0609020204030204" pitchFamily="49" charset="0"/>
              </a:rPr>
              <a:t>Click me</a:t>
            </a:r>
            <a:r>
              <a:rPr lang="en-IN" sz="1400" b="0" dirty="0">
                <a:solidFill>
                  <a:srgbClr val="800000"/>
                </a:solidFill>
                <a:effectLst/>
                <a:latin typeface="Consolas" panose="020B0609020204030204" pitchFamily="49" charset="0"/>
              </a:rPr>
              <a:t>&lt;/button&gt;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&lt;/body&gt;&lt;/html&gt;</a:t>
            </a:r>
            <a:endParaRPr lang="en-IN" sz="1400" b="0" dirty="0">
              <a:solidFill>
                <a:srgbClr val="000000"/>
              </a:solidFill>
              <a:effectLst/>
              <a:latin typeface="Consolas" panose="020B0609020204030204" pitchFamily="49" charset="0"/>
            </a:endParaRPr>
          </a:p>
        </p:txBody>
      </p:sp>
      <p:sp>
        <p:nvSpPr>
          <p:cNvPr id="7" name="TextBox 6">
            <a:extLst>
              <a:ext uri="{FF2B5EF4-FFF2-40B4-BE49-F238E27FC236}">
                <a16:creationId xmlns:a16="http://schemas.microsoft.com/office/drawing/2014/main" id="{9951A302-AAD7-43E7-8F92-54F9A3EBDFA7}"/>
              </a:ext>
            </a:extLst>
          </p:cNvPr>
          <p:cNvSpPr txBox="1"/>
          <p:nvPr/>
        </p:nvSpPr>
        <p:spPr>
          <a:xfrm>
            <a:off x="452284" y="3429000"/>
            <a:ext cx="4709651" cy="2031325"/>
          </a:xfrm>
          <a:prstGeom prst="rect">
            <a:avLst/>
          </a:prstGeom>
          <a:noFill/>
        </p:spPr>
        <p:txBody>
          <a:bodyPr wrap="square" rtlCol="0">
            <a:spAutoFit/>
          </a:bodyPr>
          <a:lstStyle/>
          <a:p>
            <a:r>
              <a:rPr lang="en-US" dirty="0"/>
              <a:t>This code will not work as</a:t>
            </a:r>
          </a:p>
          <a:p>
            <a:r>
              <a:rPr lang="en-IN" sz="1800" b="0" dirty="0">
                <a:solidFill>
                  <a:srgbClr val="0070C1"/>
                </a:solidFill>
                <a:effectLst/>
                <a:latin typeface="Consolas" panose="020B0609020204030204" pitchFamily="49" charset="0"/>
              </a:rPr>
              <a:t>$</a:t>
            </a:r>
            <a:r>
              <a:rPr lang="en-IN" sz="1800" b="0" dirty="0">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noConflict</a:t>
            </a:r>
            <a:r>
              <a:rPr lang="en-IN" sz="1800" b="0" dirty="0">
                <a:solidFill>
                  <a:srgbClr val="000000"/>
                </a:solidFill>
                <a:effectLst/>
                <a:latin typeface="Consolas" panose="020B0609020204030204" pitchFamily="49" charset="0"/>
              </a:rPr>
              <a:t>();</a:t>
            </a:r>
          </a:p>
          <a:p>
            <a:endParaRPr lang="en-IN" sz="1800" b="0" dirty="0">
              <a:solidFill>
                <a:srgbClr val="000000"/>
              </a:solidFill>
              <a:effectLst/>
              <a:latin typeface="Consolas" panose="020B0609020204030204" pitchFamily="49" charset="0"/>
            </a:endParaRPr>
          </a:p>
          <a:p>
            <a:r>
              <a:rPr lang="en-US" dirty="0"/>
              <a:t>Method has release the $ </a:t>
            </a:r>
            <a:r>
              <a:rPr lang="en-US" dirty="0" err="1"/>
              <a:t>ie</a:t>
            </a:r>
            <a:r>
              <a:rPr lang="en-US" dirty="0"/>
              <a:t>. $ is </a:t>
            </a:r>
            <a:r>
              <a:rPr lang="en-US" dirty="0" err="1"/>
              <a:t>nolonger</a:t>
            </a:r>
            <a:r>
              <a:rPr lang="en-US" dirty="0"/>
              <a:t> referring to jQuery.</a:t>
            </a:r>
          </a:p>
          <a:p>
            <a:endParaRPr lang="en-US" dirty="0"/>
          </a:p>
          <a:p>
            <a:r>
              <a:rPr lang="en-US" dirty="0"/>
              <a:t>How to solve problem ?? </a:t>
            </a:r>
            <a:endParaRPr lang="en-IN" dirty="0"/>
          </a:p>
        </p:txBody>
      </p:sp>
    </p:spTree>
    <p:extLst>
      <p:ext uri="{BB962C8B-B14F-4D97-AF65-F5344CB8AC3E}">
        <p14:creationId xmlns:p14="http://schemas.microsoft.com/office/powerpoint/2010/main" val="971386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B6AF5-E461-4631-B1D1-E7AA9229AB6B}"/>
              </a:ext>
            </a:extLst>
          </p:cNvPr>
          <p:cNvSpPr>
            <a:spLocks noGrp="1"/>
          </p:cNvSpPr>
          <p:nvPr>
            <p:ph type="title"/>
          </p:nvPr>
        </p:nvSpPr>
        <p:spPr>
          <a:xfrm>
            <a:off x="1200764" y="82601"/>
            <a:ext cx="9790471" cy="598436"/>
          </a:xfrm>
        </p:spPr>
        <p:txBody>
          <a:bodyPr>
            <a:normAutofit fontScale="90000"/>
          </a:bodyPr>
          <a:lstStyle/>
          <a:p>
            <a:r>
              <a:rPr lang="en-US" dirty="0"/>
              <a:t>Use jQuery without $ sign</a:t>
            </a:r>
            <a:endParaRPr lang="en-IN" dirty="0"/>
          </a:p>
        </p:txBody>
      </p:sp>
      <p:sp>
        <p:nvSpPr>
          <p:cNvPr id="3" name="Content Placeholder 2">
            <a:extLst>
              <a:ext uri="{FF2B5EF4-FFF2-40B4-BE49-F238E27FC236}">
                <a16:creationId xmlns:a16="http://schemas.microsoft.com/office/drawing/2014/main" id="{0CAF1FB0-F7D5-4B9D-BB8C-04963B79295F}"/>
              </a:ext>
            </a:extLst>
          </p:cNvPr>
          <p:cNvSpPr>
            <a:spLocks noGrp="1"/>
          </p:cNvSpPr>
          <p:nvPr>
            <p:ph idx="1"/>
          </p:nvPr>
        </p:nvSpPr>
        <p:spPr>
          <a:xfrm>
            <a:off x="78658" y="796413"/>
            <a:ext cx="4650658" cy="2349910"/>
          </a:xfrm>
        </p:spPr>
        <p:txBody>
          <a:bodyPr>
            <a:normAutofit fontScale="47500" lnSpcReduction="20000"/>
          </a:bodyPr>
          <a:lstStyle/>
          <a:p>
            <a:pPr marL="0" indent="0">
              <a:buNone/>
            </a:pPr>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pPr marL="0" indent="0">
              <a:buNone/>
            </a:pPr>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noConflict</a:t>
            </a:r>
            <a:r>
              <a:rPr lang="en-IN" b="0" dirty="0">
                <a:solidFill>
                  <a:srgbClr val="000000"/>
                </a:solidFill>
                <a:effectLst/>
                <a:latin typeface="Consolas" panose="020B0609020204030204" pitchFamily="49" charset="0"/>
              </a:rPr>
              <a:t>();</a:t>
            </a:r>
          </a:p>
          <a:p>
            <a:pPr marL="0" indent="0">
              <a:buNone/>
            </a:pPr>
            <a:r>
              <a:rPr lang="en-IN" b="0" dirty="0">
                <a:solidFill>
                  <a:srgbClr val="0070C1"/>
                </a:solidFill>
                <a:effectLst/>
                <a:latin typeface="Consolas" panose="020B0609020204030204" pitchFamily="49" charset="0"/>
              </a:rPr>
              <a:t>jQuery</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document</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ready</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jQuery</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"button"</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click</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jQuery</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"p"</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text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"jQuery is still working!"</a:t>
            </a:r>
            <a:r>
              <a:rPr lang="en-IN" b="0" dirty="0">
                <a:solidFill>
                  <a:srgbClr val="000000"/>
                </a:solidFill>
                <a:effectLst/>
                <a:latin typeface="Consolas" panose="020B0609020204030204" pitchFamily="49" charset="0"/>
              </a:rPr>
              <a:t>);</a:t>
            </a:r>
          </a:p>
          <a:p>
            <a:pPr marL="0" indent="0">
              <a:buNone/>
            </a:pPr>
            <a:r>
              <a:rPr lang="en-IN" b="0" dirty="0">
                <a:solidFill>
                  <a:srgbClr val="000000"/>
                </a:solidFill>
                <a:effectLst/>
                <a:latin typeface="Consolas" panose="020B0609020204030204" pitchFamily="49" charset="0"/>
              </a:rPr>
              <a:t>  });</a:t>
            </a:r>
          </a:p>
          <a:p>
            <a:pPr marL="0" indent="0">
              <a:buNone/>
            </a:pPr>
            <a:r>
              <a:rPr lang="en-IN" b="0" dirty="0">
                <a:solidFill>
                  <a:srgbClr val="000000"/>
                </a:solidFill>
                <a:effectLst/>
                <a:latin typeface="Consolas" panose="020B0609020204030204" pitchFamily="49" charset="0"/>
              </a:rPr>
              <a:t>});</a:t>
            </a:r>
          </a:p>
          <a:p>
            <a:pPr marL="0" indent="0">
              <a:buNone/>
            </a:pPr>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pPr marL="0" indent="0">
              <a:buNone/>
            </a:pPr>
            <a:endParaRPr lang="en-IN" dirty="0"/>
          </a:p>
        </p:txBody>
      </p:sp>
      <p:sp>
        <p:nvSpPr>
          <p:cNvPr id="4" name="Rectangle 1">
            <a:extLst>
              <a:ext uri="{FF2B5EF4-FFF2-40B4-BE49-F238E27FC236}">
                <a16:creationId xmlns:a16="http://schemas.microsoft.com/office/drawing/2014/main" id="{4E8D3D8E-B5E7-4E5A-9AC8-CC64A52DE182}"/>
              </a:ext>
            </a:extLst>
          </p:cNvPr>
          <p:cNvSpPr>
            <a:spLocks noChangeArrowheads="1"/>
          </p:cNvSpPr>
          <p:nvPr/>
        </p:nvSpPr>
        <p:spPr bwMode="auto">
          <a:xfrm>
            <a:off x="4935794" y="681037"/>
            <a:ext cx="6735097" cy="430887"/>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Verdana" panose="020B0604030504040204" pitchFamily="34" charset="0"/>
              </a:rPr>
              <a:t>You can also create your own shortcut very easily. The </a:t>
            </a:r>
            <a:r>
              <a:rPr kumimoji="0" lang="en-US" altLang="en-US" sz="1100" b="0" i="0" u="none" strike="noStrike" cap="none" normalizeH="0" baseline="0">
                <a:ln>
                  <a:noFill/>
                </a:ln>
                <a:solidFill>
                  <a:srgbClr val="DC143C"/>
                </a:solidFill>
                <a:effectLst/>
                <a:latin typeface="Consolas" panose="020B0609020204030204" pitchFamily="49" charset="0"/>
              </a:rPr>
              <a:t>noConflict()</a:t>
            </a:r>
            <a:r>
              <a:rPr kumimoji="0" lang="en-US" altLang="en-US" sz="1100" b="0" i="0" u="none" strike="noStrike" cap="none" normalizeH="0" baseline="0">
                <a:ln>
                  <a:noFill/>
                </a:ln>
                <a:solidFill>
                  <a:srgbClr val="000000"/>
                </a:solidFill>
                <a:effectLst/>
                <a:latin typeface="Verdana" panose="020B0604030504040204" pitchFamily="34" charset="0"/>
              </a:rPr>
              <a:t> method returns a reference to jQuery, that you can save in a variable, for later use. Here is an example:</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FB953635-F0E7-43B8-901A-FE7CD0D33593}"/>
              </a:ext>
            </a:extLst>
          </p:cNvPr>
          <p:cNvSpPr txBox="1"/>
          <p:nvPr/>
        </p:nvSpPr>
        <p:spPr>
          <a:xfrm>
            <a:off x="4935794" y="1279473"/>
            <a:ext cx="6135328" cy="1754326"/>
          </a:xfrm>
          <a:prstGeom prst="rect">
            <a:avLst/>
          </a:prstGeom>
          <a:noFill/>
        </p:spPr>
        <p:txBody>
          <a:bodyPr wrap="square">
            <a:spAutoFit/>
          </a:bodyPr>
          <a:lstStyle/>
          <a:p>
            <a:r>
              <a:rPr lang="en-IN" b="0" i="0" dirty="0">
                <a:solidFill>
                  <a:srgbClr val="0000CD"/>
                </a:solidFill>
                <a:effectLst/>
                <a:latin typeface="Consolas" panose="020B0609020204030204" pitchFamily="49" charset="0"/>
              </a:rPr>
              <a:t>var</a:t>
            </a: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jq</a:t>
            </a:r>
            <a:r>
              <a:rPr lang="en-IN" b="0" i="0" dirty="0">
                <a:solidFill>
                  <a:srgbClr val="000000"/>
                </a:solidFill>
                <a:effectLst/>
                <a:latin typeface="Consolas" panose="020B0609020204030204" pitchFamily="49" charset="0"/>
              </a:rPr>
              <a:t> = $.</a:t>
            </a:r>
            <a:r>
              <a:rPr lang="en-IN" b="0" i="0" dirty="0" err="1">
                <a:solidFill>
                  <a:srgbClr val="000000"/>
                </a:solidFill>
                <a:effectLst/>
                <a:latin typeface="Consolas" panose="020B0609020204030204" pitchFamily="49" charset="0"/>
              </a:rPr>
              <a:t>noConflict</a:t>
            </a:r>
            <a:r>
              <a:rPr lang="en-IN" b="0" i="0" dirty="0">
                <a:solidFill>
                  <a:srgbClr val="000000"/>
                </a:solidFill>
                <a:effectLst/>
                <a:latin typeface="Consolas" panose="020B0609020204030204" pitchFamily="49" charset="0"/>
              </a:rPr>
              <a:t>();</a:t>
            </a:r>
            <a:br>
              <a:rPr lang="en-IN" dirty="0"/>
            </a:br>
            <a:r>
              <a:rPr lang="en-IN" b="0" i="0" dirty="0" err="1">
                <a:solidFill>
                  <a:srgbClr val="000000"/>
                </a:solidFill>
                <a:effectLst/>
                <a:latin typeface="Consolas" panose="020B0609020204030204" pitchFamily="49" charset="0"/>
              </a:rPr>
              <a:t>jq</a:t>
            </a:r>
            <a:r>
              <a:rPr lang="en-IN" b="0" i="0" dirty="0">
                <a:solidFill>
                  <a:srgbClr val="000000"/>
                </a:solidFill>
                <a:effectLst/>
                <a:latin typeface="Consolas" panose="020B0609020204030204" pitchFamily="49" charset="0"/>
              </a:rPr>
              <a:t>(document).ready(</a:t>
            </a:r>
            <a:r>
              <a:rPr lang="en-IN" b="0" i="0" dirty="0">
                <a:solidFill>
                  <a:srgbClr val="0000CD"/>
                </a:solidFill>
                <a:effectLst/>
                <a:latin typeface="Consolas" panose="020B0609020204030204" pitchFamily="49" charset="0"/>
              </a:rPr>
              <a:t>function</a:t>
            </a:r>
            <a:r>
              <a:rPr lang="en-IN" b="0" i="0" dirty="0">
                <a:solidFill>
                  <a:srgbClr val="000000"/>
                </a:solidFill>
                <a:effectLst/>
                <a:latin typeface="Consolas" panose="020B0609020204030204" pitchFamily="49" charset="0"/>
              </a:rPr>
              <a:t>(){</a:t>
            </a:r>
            <a:br>
              <a:rPr lang="en-IN" dirty="0"/>
            </a:b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jq</a:t>
            </a:r>
            <a:r>
              <a:rPr lang="en-IN" b="0" i="0" dirty="0">
                <a:solidFill>
                  <a:srgbClr val="000000"/>
                </a:solidFill>
                <a:effectLst/>
                <a:latin typeface="Consolas" panose="020B0609020204030204" pitchFamily="49" charset="0"/>
              </a:rPr>
              <a:t>(</a:t>
            </a:r>
            <a:r>
              <a:rPr lang="en-IN" b="0" i="0" dirty="0">
                <a:solidFill>
                  <a:srgbClr val="A52A2A"/>
                </a:solidFill>
                <a:effectLst/>
                <a:latin typeface="Consolas" panose="020B0609020204030204" pitchFamily="49" charset="0"/>
              </a:rPr>
              <a:t>"button"</a:t>
            </a:r>
            <a:r>
              <a:rPr lang="en-IN" b="0" i="0" dirty="0">
                <a:solidFill>
                  <a:srgbClr val="000000"/>
                </a:solidFill>
                <a:effectLst/>
                <a:latin typeface="Consolas" panose="020B0609020204030204" pitchFamily="49" charset="0"/>
              </a:rPr>
              <a:t>).click(</a:t>
            </a:r>
            <a:r>
              <a:rPr lang="en-IN" b="0" i="0" dirty="0">
                <a:solidFill>
                  <a:srgbClr val="0000CD"/>
                </a:solidFill>
                <a:effectLst/>
                <a:latin typeface="Consolas" panose="020B0609020204030204" pitchFamily="49" charset="0"/>
              </a:rPr>
              <a:t>function</a:t>
            </a:r>
            <a:r>
              <a:rPr lang="en-IN" b="0" i="0" dirty="0">
                <a:solidFill>
                  <a:srgbClr val="000000"/>
                </a:solidFill>
                <a:effectLst/>
                <a:latin typeface="Consolas" panose="020B0609020204030204" pitchFamily="49" charset="0"/>
              </a:rPr>
              <a:t>(){</a:t>
            </a:r>
            <a:br>
              <a:rPr lang="en-IN" dirty="0"/>
            </a:b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jq</a:t>
            </a:r>
            <a:r>
              <a:rPr lang="en-IN" b="0" i="0" dirty="0">
                <a:solidFill>
                  <a:srgbClr val="000000"/>
                </a:solidFill>
                <a:effectLst/>
                <a:latin typeface="Consolas" panose="020B0609020204030204" pitchFamily="49" charset="0"/>
              </a:rPr>
              <a:t>(</a:t>
            </a:r>
            <a:r>
              <a:rPr lang="en-IN" b="0" i="0" dirty="0">
                <a:solidFill>
                  <a:srgbClr val="A52A2A"/>
                </a:solidFill>
                <a:effectLst/>
                <a:latin typeface="Consolas" panose="020B0609020204030204" pitchFamily="49" charset="0"/>
              </a:rPr>
              <a:t>"p"</a:t>
            </a:r>
            <a:r>
              <a:rPr lang="en-IN" b="0" i="0" dirty="0">
                <a:solidFill>
                  <a:srgbClr val="000000"/>
                </a:solidFill>
                <a:effectLst/>
                <a:latin typeface="Consolas" panose="020B0609020204030204" pitchFamily="49" charset="0"/>
              </a:rPr>
              <a:t>).text(</a:t>
            </a:r>
            <a:r>
              <a:rPr lang="en-IN" b="0" i="0" dirty="0">
                <a:solidFill>
                  <a:srgbClr val="A52A2A"/>
                </a:solidFill>
                <a:effectLst/>
                <a:latin typeface="Consolas" panose="020B0609020204030204" pitchFamily="49" charset="0"/>
              </a:rPr>
              <a:t>"jQuery is still working!"</a:t>
            </a:r>
            <a:r>
              <a:rPr lang="en-IN" b="0" i="0" dirty="0">
                <a:solidFill>
                  <a:srgbClr val="000000"/>
                </a:solidFill>
                <a:effectLst/>
                <a:latin typeface="Consolas" panose="020B0609020204030204" pitchFamily="49" charset="0"/>
              </a:rPr>
              <a:t>);</a:t>
            </a:r>
            <a:br>
              <a:rPr lang="en-IN" dirty="0"/>
            </a:br>
            <a:r>
              <a:rPr lang="en-IN" b="0" i="0" dirty="0">
                <a:solidFill>
                  <a:srgbClr val="000000"/>
                </a:solidFill>
                <a:effectLst/>
                <a:latin typeface="Consolas" panose="020B0609020204030204" pitchFamily="49" charset="0"/>
              </a:rPr>
              <a:t>  });</a:t>
            </a:r>
            <a:br>
              <a:rPr lang="en-IN" dirty="0"/>
            </a:br>
            <a:r>
              <a:rPr lang="en-IN" b="0" i="0" dirty="0">
                <a:solidFill>
                  <a:srgbClr val="000000"/>
                </a:solidFill>
                <a:effectLst/>
                <a:latin typeface="Consolas" panose="020B0609020204030204" pitchFamily="49" charset="0"/>
              </a:rPr>
              <a:t>});</a:t>
            </a:r>
            <a:endParaRPr lang="en-IN" dirty="0"/>
          </a:p>
        </p:txBody>
      </p:sp>
      <p:sp>
        <p:nvSpPr>
          <p:cNvPr id="7" name="Rectangle 2">
            <a:extLst>
              <a:ext uri="{FF2B5EF4-FFF2-40B4-BE49-F238E27FC236}">
                <a16:creationId xmlns:a16="http://schemas.microsoft.com/office/drawing/2014/main" id="{08A35BE6-ED23-4D3D-B8F7-F90224455C9F}"/>
              </a:ext>
            </a:extLst>
          </p:cNvPr>
          <p:cNvSpPr>
            <a:spLocks noChangeArrowheads="1"/>
          </p:cNvSpPr>
          <p:nvPr/>
        </p:nvSpPr>
        <p:spPr bwMode="auto">
          <a:xfrm rot="10800000" flipV="1">
            <a:off x="78658" y="3133880"/>
            <a:ext cx="10483779" cy="430887"/>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Verdana" panose="020B0604030504040204" pitchFamily="34" charset="0"/>
              </a:rPr>
              <a:t>If you have a block of jQuery code which uses the </a:t>
            </a:r>
            <a:r>
              <a:rPr kumimoji="0" lang="en-US" altLang="en-US" sz="1100" b="0" i="0" u="none" strike="noStrike" cap="none" normalizeH="0" baseline="0" dirty="0">
                <a:ln>
                  <a:noFill/>
                </a:ln>
                <a:solidFill>
                  <a:srgbClr val="DC143C"/>
                </a:solidFill>
                <a:effectLst/>
                <a:latin typeface="Consolas" panose="020B0609020204030204" pitchFamily="49" charset="0"/>
              </a:rPr>
              <a:t>$</a:t>
            </a:r>
            <a:r>
              <a:rPr kumimoji="0" lang="en-US" altLang="en-US" sz="1100" b="0" i="0" u="none" strike="noStrike" cap="none" normalizeH="0" baseline="0" dirty="0">
                <a:ln>
                  <a:noFill/>
                </a:ln>
                <a:solidFill>
                  <a:srgbClr val="000000"/>
                </a:solidFill>
                <a:effectLst/>
                <a:latin typeface="Verdana" panose="020B0604030504040204" pitchFamily="34" charset="0"/>
              </a:rPr>
              <a:t> shortcut and you do not want to change it all, you can pass the </a:t>
            </a:r>
            <a:r>
              <a:rPr kumimoji="0" lang="en-US" altLang="en-US" sz="1100" b="0" i="0" u="none" strike="noStrike" cap="none" normalizeH="0" baseline="0" dirty="0">
                <a:ln>
                  <a:noFill/>
                </a:ln>
                <a:solidFill>
                  <a:srgbClr val="DC143C"/>
                </a:solidFill>
                <a:effectLst/>
                <a:latin typeface="Consolas" panose="020B0609020204030204" pitchFamily="49" charset="0"/>
              </a:rPr>
              <a:t>$</a:t>
            </a:r>
            <a:r>
              <a:rPr kumimoji="0" lang="en-US" altLang="en-US" sz="1100" b="0" i="0" u="none" strike="noStrike" cap="none" normalizeH="0" baseline="0" dirty="0">
                <a:ln>
                  <a:noFill/>
                </a:ln>
                <a:solidFill>
                  <a:srgbClr val="000000"/>
                </a:solidFill>
                <a:effectLst/>
                <a:latin typeface="Verdana" panose="020B0604030504040204" pitchFamily="34" charset="0"/>
              </a:rPr>
              <a:t> sign in as a parameter to the ready method. This allows you to access jQuery using </a:t>
            </a:r>
            <a:r>
              <a:rPr kumimoji="0" lang="en-US" altLang="en-US" sz="1100" b="0" i="0" u="none" strike="noStrike" cap="none" normalizeH="0" baseline="0" dirty="0">
                <a:ln>
                  <a:noFill/>
                </a:ln>
                <a:solidFill>
                  <a:srgbClr val="DC143C"/>
                </a:solidFill>
                <a:effectLst/>
                <a:latin typeface="Consolas" panose="020B0609020204030204" pitchFamily="49" charset="0"/>
              </a:rPr>
              <a:t>$</a:t>
            </a:r>
            <a:r>
              <a:rPr kumimoji="0" lang="en-US" altLang="en-US" sz="1100" b="0" i="0" u="none" strike="noStrike" cap="none" normalizeH="0" baseline="0" dirty="0">
                <a:ln>
                  <a:noFill/>
                </a:ln>
                <a:solidFill>
                  <a:srgbClr val="000000"/>
                </a:solidFill>
                <a:effectLst/>
                <a:latin typeface="Verdana" panose="020B0604030504040204" pitchFamily="34" charset="0"/>
              </a:rPr>
              <a:t>, inside this function - outside of it, you will have to use "jQuery":</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0AC07552-D187-42D6-B975-91805BE147BF}"/>
              </a:ext>
            </a:extLst>
          </p:cNvPr>
          <p:cNvSpPr txBox="1"/>
          <p:nvPr/>
        </p:nvSpPr>
        <p:spPr>
          <a:xfrm>
            <a:off x="265471" y="3930811"/>
            <a:ext cx="6135328" cy="1754326"/>
          </a:xfrm>
          <a:prstGeom prst="rect">
            <a:avLst/>
          </a:prstGeom>
          <a:noFill/>
        </p:spPr>
        <p:txBody>
          <a:bodyPr wrap="square">
            <a:spAutoFit/>
          </a:bodyPr>
          <a:lstStyle/>
          <a:p>
            <a:r>
              <a:rPr lang="en-US" b="0" i="0" dirty="0">
                <a:solidFill>
                  <a:srgbClr val="000000"/>
                </a:solidFill>
                <a:effectLst/>
                <a:latin typeface="Consolas" panose="020B0609020204030204" pitchFamily="49" charset="0"/>
              </a:rPr>
              <a:t>$.</a:t>
            </a:r>
            <a:r>
              <a:rPr lang="en-US" b="0" i="0" dirty="0" err="1">
                <a:solidFill>
                  <a:srgbClr val="000000"/>
                </a:solidFill>
                <a:effectLst/>
                <a:latin typeface="Consolas" panose="020B0609020204030204" pitchFamily="49" charset="0"/>
              </a:rPr>
              <a:t>noConflict</a:t>
            </a:r>
            <a:r>
              <a:rPr lang="en-US" b="0" i="0" dirty="0">
                <a:solidFill>
                  <a:srgbClr val="000000"/>
                </a:solidFill>
                <a:effectLst/>
                <a:latin typeface="Consolas" panose="020B0609020204030204" pitchFamily="49" charset="0"/>
              </a:rPr>
              <a:t>();</a:t>
            </a:r>
            <a:br>
              <a:rPr lang="en-US" dirty="0"/>
            </a:br>
            <a:r>
              <a:rPr lang="en-US" b="0" i="0" dirty="0">
                <a:solidFill>
                  <a:srgbClr val="000000"/>
                </a:solidFill>
                <a:effectLst/>
                <a:latin typeface="Consolas" panose="020B0609020204030204" pitchFamily="49" charset="0"/>
              </a:rPr>
              <a:t>jQuery(document).ready(</a:t>
            </a:r>
            <a:r>
              <a:rPr lang="en-US" b="0" i="0" dirty="0">
                <a:solidFill>
                  <a:srgbClr val="0000CD"/>
                </a:solidFill>
                <a:effectLst/>
                <a:latin typeface="Consolas" panose="020B0609020204030204" pitchFamily="49" charset="0"/>
              </a:rPr>
              <a:t>function</a:t>
            </a:r>
            <a:r>
              <a:rPr lang="en-US" b="0" i="0" dirty="0">
                <a:solidFill>
                  <a:srgbClr val="000000"/>
                </a:solidFill>
                <a:effectLst/>
                <a:latin typeface="Consolas" panose="020B0609020204030204" pitchFamily="49" charset="0"/>
              </a:rPr>
              <a:t>($){</a:t>
            </a:r>
            <a:br>
              <a:rPr lang="en-US" dirty="0"/>
            </a:br>
            <a:r>
              <a:rPr lang="en-US" b="0" i="0" dirty="0">
                <a:solidFill>
                  <a:srgbClr val="000000"/>
                </a:solidFill>
                <a:effectLst/>
                <a:latin typeface="Consolas" panose="020B0609020204030204" pitchFamily="49" charset="0"/>
              </a:rPr>
              <a:t>  $(</a:t>
            </a:r>
            <a:r>
              <a:rPr lang="en-US" b="0" i="0" dirty="0">
                <a:solidFill>
                  <a:srgbClr val="A52A2A"/>
                </a:solidFill>
                <a:effectLst/>
                <a:latin typeface="Consolas" panose="020B0609020204030204" pitchFamily="49" charset="0"/>
              </a:rPr>
              <a:t>"button"</a:t>
            </a:r>
            <a:r>
              <a:rPr lang="en-US" b="0" i="0" dirty="0">
                <a:solidFill>
                  <a:srgbClr val="000000"/>
                </a:solidFill>
                <a:effectLst/>
                <a:latin typeface="Consolas" panose="020B0609020204030204" pitchFamily="49" charset="0"/>
              </a:rPr>
              <a:t>).click(</a:t>
            </a:r>
            <a:r>
              <a:rPr lang="en-US" b="0" i="0" dirty="0">
                <a:solidFill>
                  <a:srgbClr val="0000CD"/>
                </a:solidFill>
                <a:effectLst/>
                <a:latin typeface="Consolas" panose="020B0609020204030204" pitchFamily="49" charset="0"/>
              </a:rPr>
              <a:t>function</a:t>
            </a:r>
            <a:r>
              <a:rPr lang="en-US" b="0" i="0" dirty="0">
                <a:solidFill>
                  <a:srgbClr val="000000"/>
                </a:solidFill>
                <a:effectLst/>
                <a:latin typeface="Consolas" panose="020B0609020204030204" pitchFamily="49" charset="0"/>
              </a:rPr>
              <a:t>(){</a:t>
            </a:r>
            <a:br>
              <a:rPr lang="en-US" dirty="0"/>
            </a:br>
            <a:r>
              <a:rPr lang="en-US" b="0" i="0" dirty="0">
                <a:solidFill>
                  <a:srgbClr val="000000"/>
                </a:solidFill>
                <a:effectLst/>
                <a:latin typeface="Consolas" panose="020B0609020204030204" pitchFamily="49" charset="0"/>
              </a:rPr>
              <a:t>    $(</a:t>
            </a:r>
            <a:r>
              <a:rPr lang="en-US" b="0" i="0" dirty="0">
                <a:solidFill>
                  <a:srgbClr val="A52A2A"/>
                </a:solidFill>
                <a:effectLst/>
                <a:latin typeface="Consolas" panose="020B0609020204030204" pitchFamily="49" charset="0"/>
              </a:rPr>
              <a:t>"p"</a:t>
            </a:r>
            <a:r>
              <a:rPr lang="en-US" b="0" i="0" dirty="0">
                <a:solidFill>
                  <a:srgbClr val="000000"/>
                </a:solidFill>
                <a:effectLst/>
                <a:latin typeface="Consolas" panose="020B0609020204030204" pitchFamily="49" charset="0"/>
              </a:rPr>
              <a:t>).text(</a:t>
            </a:r>
            <a:r>
              <a:rPr lang="en-US" b="0" i="0" dirty="0">
                <a:solidFill>
                  <a:srgbClr val="A52A2A"/>
                </a:solidFill>
                <a:effectLst/>
                <a:latin typeface="Consolas" panose="020B0609020204030204" pitchFamily="49" charset="0"/>
              </a:rPr>
              <a:t>"jQuery is still working!"</a:t>
            </a:r>
            <a:r>
              <a:rPr lang="en-US" b="0" i="0" dirty="0">
                <a:solidFill>
                  <a:srgbClr val="000000"/>
                </a:solidFill>
                <a:effectLst/>
                <a:latin typeface="Consolas" panose="020B0609020204030204" pitchFamily="49" charset="0"/>
              </a:rPr>
              <a:t>);</a:t>
            </a:r>
            <a:br>
              <a:rPr lang="en-US" dirty="0"/>
            </a:br>
            <a:r>
              <a:rPr lang="en-US" b="0" i="0" dirty="0">
                <a:solidFill>
                  <a:srgbClr val="000000"/>
                </a:solidFill>
                <a:effectLst/>
                <a:latin typeface="Consolas" panose="020B0609020204030204" pitchFamily="49" charset="0"/>
              </a:rPr>
              <a:t>  });</a:t>
            </a:r>
            <a:br>
              <a:rPr lang="en-US" dirty="0"/>
            </a:br>
            <a:r>
              <a:rPr lang="en-US" b="0" i="0" dirty="0">
                <a:solidFill>
                  <a:srgbClr val="000000"/>
                </a:solidFill>
                <a:effectLst/>
                <a:latin typeface="Consolas" panose="020B0609020204030204" pitchFamily="49" charset="0"/>
              </a:rPr>
              <a:t>});</a:t>
            </a:r>
            <a:endParaRPr lang="en-IN" dirty="0"/>
          </a:p>
        </p:txBody>
      </p:sp>
      <p:sp>
        <p:nvSpPr>
          <p:cNvPr id="11" name="TextBox 10">
            <a:extLst>
              <a:ext uri="{FF2B5EF4-FFF2-40B4-BE49-F238E27FC236}">
                <a16:creationId xmlns:a16="http://schemas.microsoft.com/office/drawing/2014/main" id="{F9B9DB97-94FE-4C95-B92D-859992B1EB86}"/>
              </a:ext>
            </a:extLst>
          </p:cNvPr>
          <p:cNvSpPr txBox="1"/>
          <p:nvPr/>
        </p:nvSpPr>
        <p:spPr>
          <a:xfrm>
            <a:off x="5928852" y="3776922"/>
            <a:ext cx="6302475" cy="2308324"/>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IN" sz="1600" b="0" dirty="0">
                <a:solidFill>
                  <a:schemeClr val="tx2">
                    <a:lumMod val="50000"/>
                  </a:schemeClr>
                </a:solidFill>
                <a:effectLst/>
                <a:latin typeface="Consolas" panose="020B0609020204030204" pitchFamily="49" charset="0"/>
              </a:rPr>
              <a:t>Best way to have self invoking function and </a:t>
            </a:r>
            <a:r>
              <a:rPr lang="en-IN" sz="1600" b="0" dirty="0" err="1">
                <a:solidFill>
                  <a:schemeClr val="tx2">
                    <a:lumMod val="50000"/>
                  </a:schemeClr>
                </a:solidFill>
                <a:effectLst/>
                <a:latin typeface="Consolas" panose="020B0609020204030204" pitchFamily="49" charset="0"/>
              </a:rPr>
              <a:t>passjQuery</a:t>
            </a:r>
            <a:endParaRPr lang="en-IN" sz="1600" b="0" dirty="0">
              <a:solidFill>
                <a:schemeClr val="tx2">
                  <a:lumMod val="50000"/>
                </a:schemeClr>
              </a:solidFill>
              <a:effectLst/>
              <a:latin typeface="Consolas" panose="020B0609020204030204" pitchFamily="49" charset="0"/>
            </a:endParaRPr>
          </a:p>
          <a:p>
            <a:r>
              <a:rPr lang="en-IN" sz="1600" b="0" dirty="0">
                <a:solidFill>
                  <a:srgbClr val="0070C1"/>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noConflict</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a:t>
            </a:r>
            <a:r>
              <a:rPr lang="en-IN" sz="1600" b="0" dirty="0">
                <a:solidFill>
                  <a:srgbClr val="FF0000"/>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p>
          <a:p>
            <a:r>
              <a:rPr lang="en-IN" sz="1600" b="0" dirty="0">
                <a:solidFill>
                  <a:srgbClr val="001080"/>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001080"/>
                </a:solidFill>
                <a:effectLst/>
                <a:latin typeface="Consolas" panose="020B0609020204030204" pitchFamily="49" charset="0"/>
              </a:rPr>
              <a:t>document</a:t>
            </a:r>
            <a:r>
              <a:rPr lang="en-IN" sz="1600" b="0" dirty="0">
                <a:solidFill>
                  <a:srgbClr val="000000"/>
                </a:solidFill>
                <a:effectLst/>
                <a:latin typeface="Consolas" panose="020B0609020204030204" pitchFamily="49" charset="0"/>
              </a:rPr>
              <a:t>).</a:t>
            </a:r>
            <a:r>
              <a:rPr lang="en-IN" sz="1600" b="0" dirty="0">
                <a:solidFill>
                  <a:srgbClr val="795E26"/>
                </a:solidFill>
                <a:effectLst/>
                <a:latin typeface="Consolas" panose="020B0609020204030204" pitchFamily="49" charset="0"/>
              </a:rPr>
              <a:t>ready</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001080"/>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"button"</a:t>
            </a:r>
            <a:r>
              <a:rPr lang="en-IN" sz="1600" b="0" dirty="0">
                <a:solidFill>
                  <a:srgbClr val="000000"/>
                </a:solidFill>
                <a:effectLst/>
                <a:latin typeface="Consolas" panose="020B0609020204030204" pitchFamily="49" charset="0"/>
              </a:rPr>
              <a:t>).</a:t>
            </a:r>
            <a:r>
              <a:rPr lang="en-IN" sz="1600" b="0" dirty="0">
                <a:solidFill>
                  <a:srgbClr val="795E26"/>
                </a:solidFill>
                <a:effectLst/>
                <a:latin typeface="Consolas" panose="020B0609020204030204" pitchFamily="49" charset="0"/>
              </a:rPr>
              <a:t>click</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a:solidFill>
                  <a:srgbClr val="001080"/>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"p"</a:t>
            </a:r>
            <a:r>
              <a:rPr lang="en-IN" sz="1600" b="0" dirty="0">
                <a:solidFill>
                  <a:srgbClr val="000000"/>
                </a:solidFill>
                <a:effectLst/>
                <a:latin typeface="Consolas" panose="020B0609020204030204" pitchFamily="49" charset="0"/>
              </a:rPr>
              <a:t>).</a:t>
            </a:r>
            <a:r>
              <a:rPr lang="en-IN" sz="1600" b="0" dirty="0">
                <a:solidFill>
                  <a:srgbClr val="795E26"/>
                </a:solidFill>
                <a:effectLst/>
                <a:latin typeface="Consolas" panose="020B0609020204030204" pitchFamily="49" charset="0"/>
              </a:rPr>
              <a:t>text</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"jQuery is still working!"</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p>
          <a:p>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a:t>
            </a:r>
            <a:r>
              <a:rPr lang="en-IN" sz="1600" b="0" dirty="0">
                <a:solidFill>
                  <a:srgbClr val="FF0000"/>
                </a:solidFill>
                <a:effectLst/>
                <a:latin typeface="Consolas" panose="020B0609020204030204" pitchFamily="49" charset="0"/>
              </a:rPr>
              <a:t>jQuery</a:t>
            </a:r>
            <a:r>
              <a:rPr lang="en-IN" sz="16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3190122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E87D08C-261E-E420-0366-C71CB64BE25C}"/>
              </a:ext>
            </a:extLst>
          </p:cNvPr>
          <p:cNvSpPr txBox="1"/>
          <p:nvPr/>
        </p:nvSpPr>
        <p:spPr>
          <a:xfrm>
            <a:off x="134332" y="1008197"/>
            <a:ext cx="5248373" cy="2031325"/>
          </a:xfrm>
          <a:prstGeom prst="rect">
            <a:avLst/>
          </a:prstGeom>
          <a:noFill/>
        </p:spPr>
        <p:txBody>
          <a:bodyPr wrap="square">
            <a:spAutoFit/>
          </a:bodyPr>
          <a:lstStyle/>
          <a:p>
            <a:r>
              <a:rPr lang="en-US" b="0" i="0" dirty="0">
                <a:solidFill>
                  <a:srgbClr val="000000"/>
                </a:solidFill>
                <a:effectLst/>
                <a:latin typeface="Consolas" panose="020B0609020204030204" pitchFamily="49" charset="0"/>
              </a:rPr>
              <a:t>$.</a:t>
            </a:r>
            <a:r>
              <a:rPr lang="en-US" b="0" i="0" dirty="0" err="1">
                <a:solidFill>
                  <a:srgbClr val="000000"/>
                </a:solidFill>
                <a:effectLst/>
                <a:latin typeface="Consolas" panose="020B0609020204030204" pitchFamily="49" charset="0"/>
              </a:rPr>
              <a:t>noConflict</a:t>
            </a:r>
            <a:r>
              <a:rPr lang="en-US" b="0" i="0" dirty="0">
                <a:solidFill>
                  <a:srgbClr val="000000"/>
                </a:solidFill>
                <a:effectLst/>
                <a:latin typeface="Consolas" panose="020B0609020204030204" pitchFamily="49" charset="0"/>
              </a:rPr>
              <a:t>();</a:t>
            </a:r>
            <a:br>
              <a:rPr lang="en-US" dirty="0"/>
            </a:br>
            <a:r>
              <a:rPr lang="en-US" b="0" i="0" dirty="0">
                <a:solidFill>
                  <a:srgbClr val="000000"/>
                </a:solidFill>
                <a:effectLst/>
                <a:latin typeface="Consolas" panose="020B0609020204030204" pitchFamily="49" charset="0"/>
              </a:rPr>
              <a:t>jQuery(document).ready(</a:t>
            </a:r>
            <a:r>
              <a:rPr lang="en-US" b="0" i="0" dirty="0">
                <a:solidFill>
                  <a:srgbClr val="0000CD"/>
                </a:solidFill>
                <a:effectLst/>
                <a:latin typeface="Consolas" panose="020B0609020204030204" pitchFamily="49" charset="0"/>
              </a:rPr>
              <a:t>function</a:t>
            </a:r>
            <a:r>
              <a:rPr lang="en-US" b="0" i="0" dirty="0">
                <a:solidFill>
                  <a:srgbClr val="000000"/>
                </a:solidFill>
                <a:effectLst/>
                <a:latin typeface="Consolas" panose="020B0609020204030204" pitchFamily="49" charset="0"/>
              </a:rPr>
              <a:t>($){</a:t>
            </a:r>
            <a:br>
              <a:rPr lang="en-US" dirty="0"/>
            </a:br>
            <a:r>
              <a:rPr lang="en-US" b="0" i="0" dirty="0">
                <a:solidFill>
                  <a:srgbClr val="000000"/>
                </a:solidFill>
                <a:effectLst/>
                <a:latin typeface="Consolas" panose="020B0609020204030204" pitchFamily="49" charset="0"/>
              </a:rPr>
              <a:t>  $(</a:t>
            </a:r>
            <a:r>
              <a:rPr lang="en-US" b="0" i="0" dirty="0">
                <a:solidFill>
                  <a:srgbClr val="A52A2A"/>
                </a:solidFill>
                <a:effectLst/>
                <a:latin typeface="Consolas" panose="020B0609020204030204" pitchFamily="49" charset="0"/>
              </a:rPr>
              <a:t>"button"</a:t>
            </a:r>
            <a:r>
              <a:rPr lang="en-US" b="0" i="0" dirty="0">
                <a:solidFill>
                  <a:srgbClr val="000000"/>
                </a:solidFill>
                <a:effectLst/>
                <a:latin typeface="Consolas" panose="020B0609020204030204" pitchFamily="49" charset="0"/>
              </a:rPr>
              <a:t>).click(</a:t>
            </a:r>
            <a:r>
              <a:rPr lang="en-US" b="0" i="0" dirty="0">
                <a:solidFill>
                  <a:srgbClr val="0000CD"/>
                </a:solidFill>
                <a:effectLst/>
                <a:latin typeface="Consolas" panose="020B0609020204030204" pitchFamily="49" charset="0"/>
              </a:rPr>
              <a:t>function</a:t>
            </a:r>
            <a:r>
              <a:rPr lang="en-US" b="0" i="0" dirty="0">
                <a:solidFill>
                  <a:srgbClr val="000000"/>
                </a:solidFill>
                <a:effectLst/>
                <a:latin typeface="Consolas" panose="020B0609020204030204" pitchFamily="49" charset="0"/>
              </a:rPr>
              <a:t>(){</a:t>
            </a:r>
            <a:br>
              <a:rPr lang="en-US" dirty="0"/>
            </a:br>
            <a:r>
              <a:rPr lang="en-US" b="0" i="0" dirty="0">
                <a:solidFill>
                  <a:srgbClr val="000000"/>
                </a:solidFill>
                <a:effectLst/>
                <a:latin typeface="Consolas" panose="020B0609020204030204" pitchFamily="49" charset="0"/>
              </a:rPr>
              <a:t>    $(</a:t>
            </a:r>
            <a:r>
              <a:rPr lang="en-US" b="0" i="0" dirty="0">
                <a:solidFill>
                  <a:srgbClr val="A52A2A"/>
                </a:solidFill>
                <a:effectLst/>
                <a:latin typeface="Consolas" panose="020B0609020204030204" pitchFamily="49" charset="0"/>
              </a:rPr>
              <a:t>"p"</a:t>
            </a:r>
            <a:r>
              <a:rPr lang="en-US" b="0" i="0" dirty="0">
                <a:solidFill>
                  <a:srgbClr val="000000"/>
                </a:solidFill>
                <a:effectLst/>
                <a:latin typeface="Consolas" panose="020B0609020204030204" pitchFamily="49" charset="0"/>
              </a:rPr>
              <a:t>).text(</a:t>
            </a:r>
            <a:r>
              <a:rPr lang="en-US" b="0" i="0" dirty="0">
                <a:solidFill>
                  <a:srgbClr val="A52A2A"/>
                </a:solidFill>
                <a:effectLst/>
                <a:latin typeface="Consolas" panose="020B0609020204030204" pitchFamily="49" charset="0"/>
              </a:rPr>
              <a:t>"jQuery is still working!"</a:t>
            </a:r>
            <a:r>
              <a:rPr lang="en-US" b="0" i="0" dirty="0">
                <a:solidFill>
                  <a:srgbClr val="000000"/>
                </a:solidFill>
                <a:effectLst/>
                <a:latin typeface="Consolas" panose="020B0609020204030204" pitchFamily="49" charset="0"/>
              </a:rPr>
              <a:t>);</a:t>
            </a:r>
            <a:br>
              <a:rPr lang="en-US" dirty="0"/>
            </a:br>
            <a:r>
              <a:rPr lang="en-US" b="0" i="0" dirty="0">
                <a:solidFill>
                  <a:srgbClr val="000000"/>
                </a:solidFill>
                <a:effectLst/>
                <a:latin typeface="Consolas" panose="020B0609020204030204" pitchFamily="49" charset="0"/>
              </a:rPr>
              <a:t>  });</a:t>
            </a:r>
            <a:br>
              <a:rPr lang="en-US" dirty="0"/>
            </a:br>
            <a:r>
              <a:rPr lang="en-US" b="0" i="0" dirty="0">
                <a:solidFill>
                  <a:srgbClr val="000000"/>
                </a:solidFill>
                <a:effectLst/>
                <a:latin typeface="Consolas" panose="020B0609020204030204" pitchFamily="49" charset="0"/>
              </a:rPr>
              <a:t>});</a:t>
            </a:r>
            <a:endParaRPr lang="en-IN" dirty="0"/>
          </a:p>
        </p:txBody>
      </p:sp>
      <p:sp>
        <p:nvSpPr>
          <p:cNvPr id="7" name="TextBox 6">
            <a:extLst>
              <a:ext uri="{FF2B5EF4-FFF2-40B4-BE49-F238E27FC236}">
                <a16:creationId xmlns:a16="http://schemas.microsoft.com/office/drawing/2014/main" id="{D5C57CE0-BD27-5CA5-39D4-780329A286B8}"/>
              </a:ext>
            </a:extLst>
          </p:cNvPr>
          <p:cNvSpPr txBox="1"/>
          <p:nvPr/>
        </p:nvSpPr>
        <p:spPr>
          <a:xfrm>
            <a:off x="134332" y="3429000"/>
            <a:ext cx="6132136" cy="369332"/>
          </a:xfrm>
          <a:prstGeom prst="rect">
            <a:avLst/>
          </a:prstGeom>
          <a:noFill/>
        </p:spPr>
        <p:txBody>
          <a:bodyPr wrap="square">
            <a:spAutoFit/>
          </a:bodyPr>
          <a:lstStyle/>
          <a:p>
            <a:r>
              <a:rPr lang="en-US" b="0" i="0" dirty="0">
                <a:solidFill>
                  <a:srgbClr val="000000"/>
                </a:solidFill>
                <a:effectLst/>
                <a:latin typeface="Consolas" panose="020B0609020204030204" pitchFamily="49" charset="0"/>
              </a:rPr>
              <a:t>jQuery(document).ready();</a:t>
            </a:r>
            <a:endParaRPr lang="en-IN" dirty="0"/>
          </a:p>
        </p:txBody>
      </p:sp>
      <p:sp>
        <p:nvSpPr>
          <p:cNvPr id="9" name="TextBox 8">
            <a:extLst>
              <a:ext uri="{FF2B5EF4-FFF2-40B4-BE49-F238E27FC236}">
                <a16:creationId xmlns:a16="http://schemas.microsoft.com/office/drawing/2014/main" id="{CCF2A3BF-3EBE-B26E-A12E-3914B883B1A1}"/>
              </a:ext>
            </a:extLst>
          </p:cNvPr>
          <p:cNvSpPr txBox="1"/>
          <p:nvPr/>
        </p:nvSpPr>
        <p:spPr>
          <a:xfrm>
            <a:off x="426563" y="4372475"/>
            <a:ext cx="3938047" cy="2031325"/>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kumimoji="0" lang="en-US" sz="1800" b="0" i="0" u="none" strike="noStrike" kern="1200" cap="none" spc="0" normalizeH="0" baseline="0" noProof="0" dirty="0">
                <a:ln>
                  <a:noFill/>
                </a:ln>
                <a:solidFill>
                  <a:srgbClr val="0000CD"/>
                </a:solidFill>
                <a:effectLst/>
                <a:uLnTx/>
                <a:uFillTx/>
                <a:latin typeface="Consolas" panose="020B0609020204030204" pitchFamily="49" charset="0"/>
                <a:ea typeface="+mn-ea"/>
                <a:cs typeface="+mn-cs"/>
              </a:rPr>
              <a:t>function</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a:ln>
                  <a:noFill/>
                </a:ln>
                <a:solidFill>
                  <a:srgbClr val="A52A2A"/>
                </a:solidFill>
                <a:effectLst/>
                <a:uLnTx/>
                <a:uFillTx/>
                <a:latin typeface="Consolas" panose="020B0609020204030204" pitchFamily="49" charset="0"/>
                <a:ea typeface="+mn-ea"/>
                <a:cs typeface="+mn-cs"/>
              </a:rPr>
              <a:t>"button"</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).click(</a:t>
            </a:r>
            <a:r>
              <a:rPr kumimoji="0" lang="en-US" sz="1800" b="0" i="0" u="none" strike="noStrike" kern="1200" cap="none" spc="0" normalizeH="0" baseline="0" noProof="0" dirty="0">
                <a:ln>
                  <a:noFill/>
                </a:ln>
                <a:solidFill>
                  <a:srgbClr val="0000CD"/>
                </a:solidFill>
                <a:effectLst/>
                <a:uLnTx/>
                <a:uFillTx/>
                <a:latin typeface="Consolas" panose="020B0609020204030204" pitchFamily="49" charset="0"/>
                <a:ea typeface="+mn-ea"/>
                <a:cs typeface="+mn-cs"/>
              </a:rPr>
              <a:t>function</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a:ln>
                  <a:noFill/>
                </a:ln>
                <a:solidFill>
                  <a:srgbClr val="A52A2A"/>
                </a:solidFill>
                <a:effectLst/>
                <a:uLnTx/>
                <a:uFillTx/>
                <a:latin typeface="Consolas" panose="020B0609020204030204" pitchFamily="49" charset="0"/>
                <a:ea typeface="+mn-ea"/>
                <a:cs typeface="+mn-cs"/>
              </a:rPr>
              <a:t>"p"</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).text(</a:t>
            </a:r>
            <a:r>
              <a:rPr kumimoji="0" lang="en-US" sz="1800" b="0" i="0" u="none" strike="noStrike" kern="1200" cap="none" spc="0" normalizeH="0" baseline="0" noProof="0" dirty="0">
                <a:ln>
                  <a:noFill/>
                </a:ln>
                <a:solidFill>
                  <a:srgbClr val="A52A2A"/>
                </a:solidFill>
                <a:effectLst/>
                <a:uLnTx/>
                <a:uFillTx/>
                <a:latin typeface="Consolas" panose="020B0609020204030204" pitchFamily="49" charset="0"/>
                <a:ea typeface="+mn-ea"/>
                <a:cs typeface="+mn-cs"/>
              </a:rPr>
              <a:t>"jQuery is still working!"</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b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endParaRPr lang="en-IN" dirty="0"/>
          </a:p>
        </p:txBody>
      </p:sp>
      <p:sp>
        <p:nvSpPr>
          <p:cNvPr id="10" name="Rectangle 9">
            <a:extLst>
              <a:ext uri="{FF2B5EF4-FFF2-40B4-BE49-F238E27FC236}">
                <a16:creationId xmlns:a16="http://schemas.microsoft.com/office/drawing/2014/main" id="{837FF685-FE17-1EA7-3A97-E4DCB58E4C94}"/>
              </a:ext>
            </a:extLst>
          </p:cNvPr>
          <p:cNvSpPr/>
          <p:nvPr/>
        </p:nvSpPr>
        <p:spPr>
          <a:xfrm>
            <a:off x="5891753" y="245097"/>
            <a:ext cx="5967167" cy="639137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b="0" i="0" dirty="0">
                <a:solidFill>
                  <a:srgbClr val="000000"/>
                </a:solidFill>
                <a:effectLst/>
                <a:latin typeface="Consolas" panose="020B0609020204030204" pitchFamily="49" charset="0"/>
              </a:rPr>
              <a:t>Function ready(</a:t>
            </a:r>
            <a:r>
              <a:rPr lang="en-US" b="0" i="0" dirty="0" err="1">
                <a:solidFill>
                  <a:srgbClr val="000000"/>
                </a:solidFill>
                <a:effectLst/>
                <a:latin typeface="Consolas" panose="020B0609020204030204" pitchFamily="49" charset="0"/>
              </a:rPr>
              <a:t>myfunction</a:t>
            </a:r>
            <a:r>
              <a:rPr lang="en-US" b="0" i="0" dirty="0">
                <a:solidFill>
                  <a:srgbClr val="000000"/>
                </a:solidFill>
                <a:effectLst/>
                <a:latin typeface="Consolas" panose="020B0609020204030204" pitchFamily="49" charset="0"/>
              </a:rPr>
              <a:t>)</a:t>
            </a:r>
          </a:p>
          <a:p>
            <a:pPr algn="ctr"/>
            <a:r>
              <a:rPr lang="en-US" dirty="0">
                <a:solidFill>
                  <a:srgbClr val="000000"/>
                </a:solidFill>
                <a:latin typeface="Consolas" panose="020B0609020204030204" pitchFamily="49" charset="0"/>
              </a:rPr>
              <a:t>{</a:t>
            </a:r>
          </a:p>
          <a:p>
            <a:pPr algn="ctr"/>
            <a:endParaRPr lang="en-US" dirty="0">
              <a:solidFill>
                <a:srgbClr val="000000"/>
              </a:solidFill>
              <a:latin typeface="Consolas" panose="020B0609020204030204" pitchFamily="49" charset="0"/>
            </a:endParaRPr>
          </a:p>
          <a:p>
            <a:pPr algn="ctr"/>
            <a:endParaRPr lang="en-US" dirty="0">
              <a:solidFill>
                <a:srgbClr val="000000"/>
              </a:solidFill>
              <a:latin typeface="Consolas" panose="020B0609020204030204" pitchFamily="49" charset="0"/>
            </a:endParaRPr>
          </a:p>
          <a:p>
            <a:pPr algn="ctr"/>
            <a:r>
              <a:rPr lang="en-US" dirty="0" err="1">
                <a:solidFill>
                  <a:srgbClr val="000000"/>
                </a:solidFill>
                <a:latin typeface="Consolas" panose="020B0609020204030204" pitchFamily="49" charset="0"/>
              </a:rPr>
              <a:t>Myfunction</a:t>
            </a:r>
            <a:r>
              <a:rPr lang="en-US" dirty="0">
                <a:solidFill>
                  <a:srgbClr val="000000"/>
                </a:solidFill>
                <a:latin typeface="Consolas" panose="020B0609020204030204" pitchFamily="49" charset="0"/>
              </a:rPr>
              <a:t>(jQuery)</a:t>
            </a:r>
          </a:p>
          <a:p>
            <a:pPr algn="ctr"/>
            <a:endParaRPr lang="en-US" dirty="0">
              <a:solidFill>
                <a:srgbClr val="000000"/>
              </a:solidFill>
              <a:latin typeface="Consolas" panose="020B0609020204030204" pitchFamily="49" charset="0"/>
            </a:endParaRPr>
          </a:p>
          <a:p>
            <a:pPr algn="ctr"/>
            <a:endParaRPr lang="en-US" dirty="0">
              <a:solidFill>
                <a:srgbClr val="000000"/>
              </a:solidFill>
              <a:latin typeface="Consolas" panose="020B0609020204030204" pitchFamily="49" charset="0"/>
            </a:endParaRPr>
          </a:p>
          <a:p>
            <a:pPr algn="ctr"/>
            <a:endParaRPr lang="en-US" dirty="0">
              <a:solidFill>
                <a:srgbClr val="000000"/>
              </a:solidFill>
              <a:latin typeface="Consolas" panose="020B0609020204030204" pitchFamily="49" charset="0"/>
            </a:endParaRPr>
          </a:p>
          <a:p>
            <a:pPr algn="ctr"/>
            <a:endParaRPr lang="en-US" dirty="0">
              <a:solidFill>
                <a:srgbClr val="000000"/>
              </a:solidFill>
              <a:latin typeface="Consolas" panose="020B0609020204030204" pitchFamily="49" charset="0"/>
            </a:endParaRPr>
          </a:p>
          <a:p>
            <a:pPr algn="ctr"/>
            <a:endParaRPr lang="en-US" dirty="0">
              <a:solidFill>
                <a:srgbClr val="000000"/>
              </a:solidFill>
              <a:latin typeface="Consolas" panose="020B0609020204030204" pitchFamily="49" charset="0"/>
            </a:endParaRPr>
          </a:p>
          <a:p>
            <a:pPr algn="ctr"/>
            <a:r>
              <a:rPr lang="en-US" dirty="0">
                <a:solidFill>
                  <a:srgbClr val="000000"/>
                </a:solidFill>
                <a:latin typeface="Consolas" panose="020B0609020204030204" pitchFamily="49" charset="0"/>
              </a:rPr>
              <a:t>}</a:t>
            </a:r>
            <a:endParaRPr lang="en-IN" dirty="0"/>
          </a:p>
        </p:txBody>
      </p:sp>
    </p:spTree>
    <p:extLst>
      <p:ext uri="{BB962C8B-B14F-4D97-AF65-F5344CB8AC3E}">
        <p14:creationId xmlns:p14="http://schemas.microsoft.com/office/powerpoint/2010/main" val="29747070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2F3BD-9EBB-4FDE-A3F0-86ABAF777536}"/>
              </a:ext>
            </a:extLst>
          </p:cNvPr>
          <p:cNvSpPr>
            <a:spLocks noGrp="1"/>
          </p:cNvSpPr>
          <p:nvPr>
            <p:ph type="title"/>
          </p:nvPr>
        </p:nvSpPr>
        <p:spPr>
          <a:xfrm>
            <a:off x="1150373" y="79990"/>
            <a:ext cx="9633155" cy="500114"/>
          </a:xfrm>
        </p:spPr>
        <p:txBody>
          <a:bodyPr>
            <a:normAutofit fontScale="90000"/>
          </a:bodyPr>
          <a:lstStyle/>
          <a:p>
            <a:r>
              <a:rPr lang="en-IN" dirty="0"/>
              <a:t>jQuery Getters &amp; Setter for text/</a:t>
            </a:r>
            <a:r>
              <a:rPr lang="en-IN" dirty="0" err="1"/>
              <a:t>innerText</a:t>
            </a:r>
            <a:endParaRPr lang="en-IN" dirty="0"/>
          </a:p>
        </p:txBody>
      </p:sp>
      <p:sp>
        <p:nvSpPr>
          <p:cNvPr id="3" name="Content Placeholder 2">
            <a:extLst>
              <a:ext uri="{FF2B5EF4-FFF2-40B4-BE49-F238E27FC236}">
                <a16:creationId xmlns:a16="http://schemas.microsoft.com/office/drawing/2014/main" id="{612A5B68-06EA-48A3-8454-6225615F5900}"/>
              </a:ext>
            </a:extLst>
          </p:cNvPr>
          <p:cNvSpPr>
            <a:spLocks noGrp="1"/>
          </p:cNvSpPr>
          <p:nvPr>
            <p:ph idx="1"/>
          </p:nvPr>
        </p:nvSpPr>
        <p:spPr>
          <a:xfrm>
            <a:off x="157316" y="685082"/>
            <a:ext cx="5466736" cy="6384311"/>
          </a:xfrm>
        </p:spPr>
        <p:txBody>
          <a:bodyPr>
            <a:noAutofit/>
          </a:bodyPr>
          <a:lstStyle/>
          <a:p>
            <a:pPr marL="0" indent="0">
              <a:buNone/>
            </a:pPr>
            <a:r>
              <a:rPr lang="en-IN" sz="1800" b="0" dirty="0">
                <a:solidFill>
                  <a:srgbClr val="800000"/>
                </a:solidFill>
                <a:effectLst/>
                <a:latin typeface="Consolas" panose="020B0609020204030204" pitchFamily="49" charset="0"/>
              </a:rPr>
              <a:t>//Get</a:t>
            </a:r>
          </a:p>
          <a:p>
            <a:pPr marL="0" indent="0">
              <a:buNone/>
            </a:pPr>
            <a:r>
              <a:rPr lang="en-IN" sz="1800" b="0" dirty="0">
                <a:solidFill>
                  <a:srgbClr val="800000"/>
                </a:solidFill>
                <a:effectLst/>
                <a:latin typeface="Consolas" panose="020B0609020204030204" pitchFamily="49" charset="0"/>
              </a:rPr>
              <a:t>&lt;!DOCTYPE</a:t>
            </a:r>
            <a:r>
              <a:rPr lang="en-IN" sz="1800" b="0" dirty="0">
                <a:solidFill>
                  <a:srgbClr val="000000"/>
                </a:solidFill>
                <a:effectLst/>
                <a:latin typeface="Consolas" panose="020B0609020204030204" pitchFamily="49" charset="0"/>
              </a:rPr>
              <a:t> </a:t>
            </a:r>
            <a:r>
              <a:rPr lang="en-IN" sz="1800" b="0" dirty="0">
                <a:solidFill>
                  <a:srgbClr val="FF0000"/>
                </a:solidFill>
                <a:effectLst/>
                <a:latin typeface="Consolas" panose="020B0609020204030204" pitchFamily="49" charset="0"/>
              </a:rPr>
              <a:t>html</a:t>
            </a:r>
            <a:r>
              <a:rPr lang="en-IN" sz="1800" b="0" dirty="0">
                <a:solidFill>
                  <a:srgbClr val="800000"/>
                </a:solidFill>
                <a:effectLst/>
                <a:latin typeface="Consolas" panose="020B0609020204030204" pitchFamily="49" charset="0"/>
              </a:rPr>
              <a:t>&gt;</a:t>
            </a:r>
            <a:endParaRPr lang="en-IN" sz="1800" b="0" dirty="0">
              <a:solidFill>
                <a:srgbClr val="000000"/>
              </a:solidFill>
              <a:effectLst/>
              <a:latin typeface="Consolas" panose="020B0609020204030204" pitchFamily="49" charset="0"/>
            </a:endParaRPr>
          </a:p>
          <a:p>
            <a:pPr marL="0" indent="0">
              <a:buNone/>
            </a:pPr>
            <a:r>
              <a:rPr lang="en-IN" sz="1800" b="0" dirty="0">
                <a:solidFill>
                  <a:srgbClr val="800000"/>
                </a:solidFill>
                <a:effectLst/>
                <a:latin typeface="Consolas" panose="020B0609020204030204" pitchFamily="49" charset="0"/>
              </a:rPr>
              <a:t>&lt;html&gt;&lt;head&gt;&lt;style&gt;#dd</a:t>
            </a:r>
            <a:r>
              <a:rPr lang="en-IN" sz="1800" b="0" dirty="0">
                <a:solidFill>
                  <a:srgbClr val="000000"/>
                </a:solidFill>
                <a:effectLst/>
                <a:latin typeface="Consolas" panose="020B0609020204030204" pitchFamily="49" charset="0"/>
              </a:rPr>
              <a:t>{</a:t>
            </a:r>
            <a:r>
              <a:rPr lang="en-IN" sz="1800" b="0" dirty="0">
                <a:solidFill>
                  <a:srgbClr val="FF0000"/>
                </a:solidFill>
                <a:effectLst/>
                <a:latin typeface="Consolas" panose="020B0609020204030204" pitchFamily="49" charset="0"/>
              </a:rPr>
              <a:t>color</a:t>
            </a:r>
            <a:r>
              <a:rPr lang="en-IN" sz="1800" b="0" dirty="0">
                <a:solidFill>
                  <a:srgbClr val="000000"/>
                </a:solidFill>
                <a:effectLst/>
                <a:latin typeface="Consolas" panose="020B0609020204030204" pitchFamily="49" charset="0"/>
              </a:rPr>
              <a:t>:</a:t>
            </a:r>
            <a:r>
              <a:rPr lang="en-IN" sz="1800" b="0" dirty="0">
                <a:solidFill>
                  <a:srgbClr val="0451A5"/>
                </a:solidFill>
                <a:effectLst/>
                <a:latin typeface="Consolas" panose="020B0609020204030204" pitchFamily="49" charset="0"/>
              </a:rPr>
              <a:t>green</a:t>
            </a:r>
            <a:r>
              <a:rPr lang="en-IN" sz="1800" b="0" dirty="0">
                <a:solidFill>
                  <a:srgbClr val="000000"/>
                </a:solidFill>
                <a:effectLst/>
                <a:latin typeface="Consolas" panose="020B0609020204030204" pitchFamily="49" charset="0"/>
              </a:rPr>
              <a:t>;}</a:t>
            </a:r>
          </a:p>
          <a:p>
            <a:pPr marL="0" indent="0">
              <a:buNone/>
            </a:pPr>
            <a:r>
              <a:rPr lang="en-IN" sz="1800" b="0" dirty="0">
                <a:solidFill>
                  <a:srgbClr val="800000"/>
                </a:solidFill>
                <a:effectLst/>
                <a:latin typeface="Consolas" panose="020B0609020204030204" pitchFamily="49" charset="0"/>
              </a:rPr>
              <a:t>&lt;/style&gt;</a:t>
            </a:r>
            <a:endParaRPr lang="en-IN" sz="1800" b="0" dirty="0">
              <a:solidFill>
                <a:srgbClr val="000000"/>
              </a:solidFill>
              <a:effectLst/>
              <a:latin typeface="Consolas" panose="020B0609020204030204" pitchFamily="49" charset="0"/>
            </a:endParaRPr>
          </a:p>
          <a:p>
            <a:pPr marL="0" indent="0">
              <a:buNone/>
            </a:pPr>
            <a:r>
              <a:rPr lang="en-IN" sz="1800" b="0" dirty="0">
                <a:solidFill>
                  <a:srgbClr val="800000"/>
                </a:solidFill>
                <a:effectLst/>
                <a:latin typeface="Consolas" panose="020B0609020204030204" pitchFamily="49" charset="0"/>
              </a:rPr>
              <a:t>&lt;script</a:t>
            </a:r>
            <a:r>
              <a:rPr lang="en-IN" sz="1800" b="0" dirty="0">
                <a:solidFill>
                  <a:srgbClr val="000000"/>
                </a:solidFill>
                <a:effectLst/>
                <a:latin typeface="Consolas" panose="020B0609020204030204" pitchFamily="49" charset="0"/>
              </a:rPr>
              <a:t> </a:t>
            </a:r>
            <a:r>
              <a:rPr lang="en-IN" sz="1800" b="0" dirty="0" err="1">
                <a:solidFill>
                  <a:srgbClr val="FF0000"/>
                </a:solidFill>
                <a:effectLst/>
                <a:latin typeface="Consolas" panose="020B0609020204030204" pitchFamily="49" charset="0"/>
              </a:rPr>
              <a:t>src</a:t>
            </a:r>
            <a:r>
              <a:rPr lang="en-IN" sz="1800" b="0" dirty="0">
                <a:solidFill>
                  <a:srgbClr val="000000"/>
                </a:solidFill>
                <a:effectLst/>
                <a:latin typeface="Consolas" panose="020B0609020204030204" pitchFamily="49" charset="0"/>
              </a:rPr>
              <a:t>=</a:t>
            </a:r>
            <a:r>
              <a:rPr lang="en-IN" sz="1800" b="0" dirty="0">
                <a:solidFill>
                  <a:srgbClr val="0000FF"/>
                </a:solidFill>
                <a:effectLst/>
                <a:latin typeface="Consolas" panose="020B0609020204030204" pitchFamily="49" charset="0"/>
              </a:rPr>
              <a:t>"../jquery-1.9.1.js"</a:t>
            </a:r>
            <a:r>
              <a:rPr lang="en-IN" sz="1800" b="0" dirty="0">
                <a:solidFill>
                  <a:srgbClr val="800000"/>
                </a:solidFill>
                <a:effectLst/>
                <a:latin typeface="Consolas" panose="020B0609020204030204" pitchFamily="49" charset="0"/>
              </a:rPr>
              <a:t>&gt;&lt;/script&gt;</a:t>
            </a:r>
            <a:endParaRPr lang="en-IN" sz="1800" b="0" dirty="0">
              <a:solidFill>
                <a:srgbClr val="000000"/>
              </a:solidFill>
              <a:effectLst/>
              <a:latin typeface="Consolas" panose="020B0609020204030204" pitchFamily="49" charset="0"/>
            </a:endParaRPr>
          </a:p>
          <a:p>
            <a:pPr marL="0" indent="0">
              <a:buNone/>
            </a:pPr>
            <a:r>
              <a:rPr lang="en-IN" sz="1800" b="0" dirty="0">
                <a:solidFill>
                  <a:srgbClr val="800000"/>
                </a:solidFill>
                <a:effectLst/>
                <a:latin typeface="Consolas" panose="020B0609020204030204" pitchFamily="49" charset="0"/>
              </a:rPr>
              <a:t>&lt;script&gt;</a:t>
            </a:r>
            <a:endParaRPr lang="en-IN" sz="1800" b="0" dirty="0">
              <a:solidFill>
                <a:srgbClr val="000000"/>
              </a:solidFill>
              <a:effectLst/>
              <a:latin typeface="Consolas" panose="020B0609020204030204" pitchFamily="49" charset="0"/>
            </a:endParaRPr>
          </a:p>
          <a:p>
            <a:pPr marL="0" indent="0">
              <a:buNone/>
            </a:pPr>
            <a:r>
              <a:rPr lang="en-IN" sz="1800" b="0" dirty="0">
                <a:solidFill>
                  <a:srgbClr val="0070C1"/>
                </a:solidFill>
                <a:effectLst/>
                <a:latin typeface="Consolas" panose="020B0609020204030204" pitchFamily="49" charset="0"/>
              </a:rPr>
              <a:t>$</a:t>
            </a:r>
            <a:r>
              <a:rPr lang="en-IN" sz="1800" b="0" dirty="0">
                <a:solidFill>
                  <a:srgbClr val="000000"/>
                </a:solidFill>
                <a:effectLst/>
                <a:latin typeface="Consolas" panose="020B0609020204030204" pitchFamily="49" charset="0"/>
              </a:rPr>
              <a:t>(</a:t>
            </a:r>
            <a:r>
              <a:rPr lang="en-IN" sz="1800" b="0" dirty="0">
                <a:solidFill>
                  <a:srgbClr val="001080"/>
                </a:solidFill>
                <a:effectLst/>
                <a:latin typeface="Consolas" panose="020B0609020204030204" pitchFamily="49" charset="0"/>
              </a:rPr>
              <a:t>document</a:t>
            </a:r>
            <a:r>
              <a:rPr lang="en-IN" sz="1800" b="0" dirty="0">
                <a:solidFill>
                  <a:srgbClr val="000000"/>
                </a:solidFill>
                <a:effectLst/>
                <a:latin typeface="Consolas" panose="020B0609020204030204" pitchFamily="49" charset="0"/>
              </a:rPr>
              <a:t>).</a:t>
            </a:r>
            <a:r>
              <a:rPr lang="en-IN" sz="1800" b="0" dirty="0">
                <a:solidFill>
                  <a:srgbClr val="795E26"/>
                </a:solidFill>
                <a:effectLst/>
                <a:latin typeface="Consolas" panose="020B0609020204030204" pitchFamily="49" charset="0"/>
              </a:rPr>
              <a:t>ready</a:t>
            </a:r>
            <a:r>
              <a:rPr lang="en-IN" sz="1800" b="0" dirty="0">
                <a:solidFill>
                  <a:srgbClr val="000000"/>
                </a:solidFill>
                <a:effectLst/>
                <a:latin typeface="Consolas" panose="020B0609020204030204" pitchFamily="49" charset="0"/>
              </a:rPr>
              <a:t>(</a:t>
            </a:r>
            <a:r>
              <a:rPr lang="en-IN" sz="1800" b="0" dirty="0">
                <a:solidFill>
                  <a:srgbClr val="0000FF"/>
                </a:solidFill>
                <a:effectLst/>
                <a:latin typeface="Consolas" panose="020B0609020204030204" pitchFamily="49" charset="0"/>
              </a:rPr>
              <a:t>function</a:t>
            </a:r>
            <a:r>
              <a:rPr lang="en-IN" sz="1800" b="0" dirty="0">
                <a:solidFill>
                  <a:srgbClr val="000000"/>
                </a:solidFill>
                <a:effectLst/>
                <a:latin typeface="Consolas" panose="020B0609020204030204" pitchFamily="49" charset="0"/>
              </a:rPr>
              <a:t>() {</a:t>
            </a:r>
          </a:p>
          <a:p>
            <a:pPr marL="0" indent="0">
              <a:buNone/>
            </a:pPr>
            <a:r>
              <a:rPr lang="en-IN" sz="1800" b="0" dirty="0">
                <a:solidFill>
                  <a:srgbClr val="0000FF"/>
                </a:solidFill>
                <a:effectLst/>
                <a:latin typeface="Consolas" panose="020B0609020204030204" pitchFamily="49" charset="0"/>
              </a:rPr>
              <a:t>let</a:t>
            </a:r>
            <a:r>
              <a:rPr lang="en-IN" sz="1800" b="0" dirty="0">
                <a:solidFill>
                  <a:srgbClr val="000000"/>
                </a:solidFill>
                <a:effectLst/>
                <a:latin typeface="Consolas" panose="020B0609020204030204" pitchFamily="49" charset="0"/>
              </a:rPr>
              <a:t> </a:t>
            </a:r>
            <a:r>
              <a:rPr lang="en-IN" sz="1800" b="0" dirty="0">
                <a:solidFill>
                  <a:srgbClr val="001080"/>
                </a:solidFill>
                <a:effectLst/>
                <a:latin typeface="Consolas" panose="020B0609020204030204" pitchFamily="49" charset="0"/>
              </a:rPr>
              <a:t>p</a:t>
            </a:r>
            <a:r>
              <a:rPr lang="en-IN" sz="1800" b="0" dirty="0">
                <a:solidFill>
                  <a:srgbClr val="000000"/>
                </a:solidFill>
                <a:effectLst/>
                <a:latin typeface="Consolas" panose="020B0609020204030204" pitchFamily="49" charset="0"/>
              </a:rPr>
              <a:t>=</a:t>
            </a:r>
            <a:r>
              <a:rPr lang="en-IN" sz="1800" b="0" dirty="0">
                <a:solidFill>
                  <a:srgbClr val="0070C1"/>
                </a:solidFill>
                <a:effectLst/>
                <a:latin typeface="Consolas" panose="020B0609020204030204" pitchFamily="49" charset="0"/>
              </a:rPr>
              <a:t>$</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"#dd"</a:t>
            </a:r>
            <a:r>
              <a:rPr lang="en-IN" sz="1800" b="0" dirty="0">
                <a:solidFill>
                  <a:srgbClr val="000000"/>
                </a:solidFill>
                <a:effectLst/>
                <a:latin typeface="Consolas" panose="020B0609020204030204" pitchFamily="49" charset="0"/>
              </a:rPr>
              <a:t>);</a:t>
            </a:r>
          </a:p>
          <a:p>
            <a:pPr marL="0" indent="0">
              <a:buNone/>
            </a:pPr>
            <a:r>
              <a:rPr lang="en-IN" sz="1800" b="0" dirty="0">
                <a:solidFill>
                  <a:srgbClr val="000000"/>
                </a:solidFill>
                <a:effectLst/>
                <a:latin typeface="Consolas" panose="020B0609020204030204" pitchFamily="49" charset="0"/>
              </a:rPr>
              <a:t> </a:t>
            </a:r>
            <a:r>
              <a:rPr lang="en-IN" sz="1800" b="0" dirty="0" err="1">
                <a:solidFill>
                  <a:srgbClr val="001080"/>
                </a:solidFill>
                <a:effectLst/>
                <a:latin typeface="Consolas" panose="020B0609020204030204" pitchFamily="49" charset="0"/>
              </a:rPr>
              <a:t>p</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click</a:t>
            </a:r>
            <a:r>
              <a:rPr lang="en-IN" sz="1800" b="0" dirty="0">
                <a:solidFill>
                  <a:srgbClr val="000000"/>
                </a:solidFill>
                <a:effectLst/>
                <a:latin typeface="Consolas" panose="020B0609020204030204" pitchFamily="49" charset="0"/>
              </a:rPr>
              <a:t>(</a:t>
            </a:r>
            <a:r>
              <a:rPr lang="en-IN" sz="1800" b="0" dirty="0">
                <a:solidFill>
                  <a:srgbClr val="0000FF"/>
                </a:solidFill>
                <a:effectLst/>
                <a:latin typeface="Consolas" panose="020B0609020204030204" pitchFamily="49" charset="0"/>
              </a:rPr>
              <a:t>function</a:t>
            </a:r>
            <a:r>
              <a:rPr lang="en-IN" sz="1800" b="0" dirty="0">
                <a:solidFill>
                  <a:srgbClr val="000000"/>
                </a:solidFill>
                <a:effectLst/>
                <a:latin typeface="Consolas" panose="020B0609020204030204" pitchFamily="49" charset="0"/>
              </a:rPr>
              <a:t>(){</a:t>
            </a:r>
          </a:p>
          <a:p>
            <a:pPr marL="0" indent="0">
              <a:buNone/>
            </a:pPr>
            <a:r>
              <a:rPr lang="en-IN" sz="1800" b="0" dirty="0">
                <a:solidFill>
                  <a:srgbClr val="0000FF"/>
                </a:solidFill>
                <a:effectLst/>
                <a:latin typeface="Consolas" panose="020B0609020204030204" pitchFamily="49" charset="0"/>
              </a:rPr>
              <a:t>var</a:t>
            </a:r>
            <a:r>
              <a:rPr lang="en-IN" sz="1800" b="0" dirty="0">
                <a:solidFill>
                  <a:srgbClr val="000000"/>
                </a:solidFill>
                <a:effectLst/>
                <a:latin typeface="Consolas" panose="020B0609020204030204" pitchFamily="49" charset="0"/>
              </a:rPr>
              <a:t> </a:t>
            </a:r>
            <a:r>
              <a:rPr lang="en-IN" sz="1800" b="0" dirty="0">
                <a:solidFill>
                  <a:srgbClr val="001080"/>
                </a:solidFill>
                <a:effectLst/>
                <a:latin typeface="Consolas" panose="020B0609020204030204" pitchFamily="49" charset="0"/>
              </a:rPr>
              <a:t>a</a:t>
            </a:r>
            <a:r>
              <a:rPr lang="en-IN" sz="1800" b="0" dirty="0">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p</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text</a:t>
            </a:r>
            <a:r>
              <a:rPr lang="en-IN" sz="1800" b="0" dirty="0">
                <a:solidFill>
                  <a:srgbClr val="000000"/>
                </a:solidFill>
                <a:effectLst/>
                <a:latin typeface="Consolas" panose="020B0609020204030204" pitchFamily="49" charset="0"/>
              </a:rPr>
              <a:t>();</a:t>
            </a:r>
          </a:p>
          <a:p>
            <a:pPr marL="0" indent="0">
              <a:buNone/>
            </a:pPr>
            <a:r>
              <a:rPr lang="en-IN" sz="1800" b="0" dirty="0">
                <a:solidFill>
                  <a:srgbClr val="795E26"/>
                </a:solidFill>
                <a:effectLst/>
                <a:latin typeface="Consolas" panose="020B0609020204030204" pitchFamily="49" charset="0"/>
              </a:rPr>
              <a:t>alert</a:t>
            </a:r>
            <a:r>
              <a:rPr lang="en-IN" sz="1800" b="0" dirty="0">
                <a:solidFill>
                  <a:srgbClr val="000000"/>
                </a:solidFill>
                <a:effectLst/>
                <a:latin typeface="Consolas" panose="020B0609020204030204" pitchFamily="49" charset="0"/>
              </a:rPr>
              <a:t>(</a:t>
            </a:r>
            <a:r>
              <a:rPr lang="en-IN" sz="1800" b="0" dirty="0">
                <a:solidFill>
                  <a:srgbClr val="001080"/>
                </a:solidFill>
                <a:effectLst/>
                <a:latin typeface="Consolas" panose="020B0609020204030204" pitchFamily="49" charset="0"/>
              </a:rPr>
              <a:t>a</a:t>
            </a:r>
            <a:r>
              <a:rPr lang="en-IN" sz="1800" b="0" dirty="0">
                <a:solidFill>
                  <a:srgbClr val="000000"/>
                </a:solidFill>
                <a:effectLst/>
                <a:latin typeface="Consolas" panose="020B0609020204030204" pitchFamily="49" charset="0"/>
              </a:rPr>
              <a:t>);  })</a:t>
            </a:r>
          </a:p>
          <a:p>
            <a:pPr marL="0" indent="0">
              <a:buNone/>
            </a:pPr>
            <a:r>
              <a:rPr lang="en-IN" sz="1800" b="0" dirty="0">
                <a:solidFill>
                  <a:srgbClr val="000000"/>
                </a:solidFill>
                <a:effectLst/>
                <a:latin typeface="Consolas" panose="020B0609020204030204" pitchFamily="49" charset="0"/>
              </a:rPr>
              <a:t>});</a:t>
            </a:r>
          </a:p>
          <a:p>
            <a:pPr marL="0" indent="0">
              <a:buNone/>
            </a:pPr>
            <a:r>
              <a:rPr lang="en-IN" sz="1800" b="0" dirty="0">
                <a:solidFill>
                  <a:srgbClr val="800000"/>
                </a:solidFill>
                <a:effectLst/>
                <a:latin typeface="Consolas" panose="020B0609020204030204" pitchFamily="49" charset="0"/>
              </a:rPr>
              <a:t>&lt;/script&gt;&lt;/head&gt;&lt;body&gt;</a:t>
            </a:r>
            <a:endParaRPr lang="en-IN" sz="1800" b="0" dirty="0">
              <a:solidFill>
                <a:srgbClr val="000000"/>
              </a:solidFill>
              <a:effectLst/>
              <a:latin typeface="Consolas" panose="020B0609020204030204" pitchFamily="49" charset="0"/>
            </a:endParaRPr>
          </a:p>
          <a:p>
            <a:pPr marL="0" indent="0">
              <a:buNone/>
            </a:pPr>
            <a:r>
              <a:rPr lang="en-IN" sz="1800" b="0" dirty="0">
                <a:solidFill>
                  <a:srgbClr val="800000"/>
                </a:solidFill>
                <a:effectLst/>
                <a:latin typeface="Consolas" panose="020B0609020204030204" pitchFamily="49" charset="0"/>
              </a:rPr>
              <a:t>&lt;p</a:t>
            </a:r>
            <a:r>
              <a:rPr lang="en-IN" sz="1800" b="0" dirty="0">
                <a:solidFill>
                  <a:srgbClr val="000000"/>
                </a:solidFill>
                <a:effectLst/>
                <a:latin typeface="Consolas" panose="020B0609020204030204" pitchFamily="49" charset="0"/>
              </a:rPr>
              <a:t> </a:t>
            </a:r>
            <a:r>
              <a:rPr lang="en-IN" sz="1800" b="0" dirty="0">
                <a:solidFill>
                  <a:srgbClr val="FF0000"/>
                </a:solidFill>
                <a:effectLst/>
                <a:latin typeface="Consolas" panose="020B0609020204030204" pitchFamily="49" charset="0"/>
              </a:rPr>
              <a:t>id</a:t>
            </a:r>
            <a:r>
              <a:rPr lang="en-IN" sz="1800" b="0" dirty="0">
                <a:solidFill>
                  <a:srgbClr val="000000"/>
                </a:solidFill>
                <a:effectLst/>
                <a:latin typeface="Consolas" panose="020B0609020204030204" pitchFamily="49" charset="0"/>
              </a:rPr>
              <a:t>=</a:t>
            </a:r>
            <a:r>
              <a:rPr lang="en-IN" sz="1800" b="0" dirty="0">
                <a:solidFill>
                  <a:srgbClr val="0000FF"/>
                </a:solidFill>
                <a:effectLst/>
                <a:latin typeface="Consolas" panose="020B0609020204030204" pitchFamily="49" charset="0"/>
              </a:rPr>
              <a:t>"dd"</a:t>
            </a:r>
            <a:r>
              <a:rPr lang="en-IN" sz="1800" b="0" dirty="0">
                <a:solidFill>
                  <a:srgbClr val="800000"/>
                </a:solidFill>
                <a:effectLst/>
                <a:latin typeface="Consolas" panose="020B0609020204030204" pitchFamily="49" charset="0"/>
              </a:rPr>
              <a:t>&gt;</a:t>
            </a:r>
            <a:r>
              <a:rPr lang="en-IN" sz="1800" b="0" dirty="0">
                <a:solidFill>
                  <a:srgbClr val="000000"/>
                </a:solidFill>
                <a:effectLst/>
                <a:latin typeface="Consolas" panose="020B0609020204030204" pitchFamily="49" charset="0"/>
              </a:rPr>
              <a:t>para 1</a:t>
            </a:r>
            <a:r>
              <a:rPr lang="en-IN" sz="1800" b="0" dirty="0">
                <a:solidFill>
                  <a:srgbClr val="800000"/>
                </a:solidFill>
                <a:effectLst/>
                <a:latin typeface="Consolas" panose="020B0609020204030204" pitchFamily="49" charset="0"/>
              </a:rPr>
              <a:t>&lt;/p&gt;</a:t>
            </a:r>
            <a:endParaRPr lang="en-IN" sz="1800" b="0" dirty="0">
              <a:solidFill>
                <a:srgbClr val="000000"/>
              </a:solidFill>
              <a:effectLst/>
              <a:latin typeface="Consolas" panose="020B0609020204030204" pitchFamily="49" charset="0"/>
            </a:endParaRPr>
          </a:p>
          <a:p>
            <a:pPr marL="0" indent="0">
              <a:buNone/>
            </a:pPr>
            <a:r>
              <a:rPr lang="en-IN" sz="1800" b="0" dirty="0">
                <a:solidFill>
                  <a:srgbClr val="800000"/>
                </a:solidFill>
                <a:effectLst/>
                <a:latin typeface="Consolas" panose="020B0609020204030204" pitchFamily="49" charset="0"/>
              </a:rPr>
              <a:t>&lt;p&gt;</a:t>
            </a:r>
            <a:r>
              <a:rPr lang="en-IN" sz="1800" b="0" dirty="0">
                <a:solidFill>
                  <a:srgbClr val="000000"/>
                </a:solidFill>
                <a:effectLst/>
                <a:latin typeface="Consolas" panose="020B0609020204030204" pitchFamily="49" charset="0"/>
              </a:rPr>
              <a:t>div para 1</a:t>
            </a:r>
            <a:r>
              <a:rPr lang="en-IN" sz="1800" b="0" dirty="0">
                <a:solidFill>
                  <a:srgbClr val="800000"/>
                </a:solidFill>
                <a:effectLst/>
                <a:latin typeface="Consolas" panose="020B0609020204030204" pitchFamily="49" charset="0"/>
              </a:rPr>
              <a:t>&lt;/p&gt;</a:t>
            </a:r>
            <a:endParaRPr lang="en-IN" sz="1800" b="0" dirty="0">
              <a:solidFill>
                <a:srgbClr val="000000"/>
              </a:solidFill>
              <a:effectLst/>
              <a:latin typeface="Consolas" panose="020B0609020204030204" pitchFamily="49" charset="0"/>
            </a:endParaRPr>
          </a:p>
          <a:p>
            <a:pPr marL="0" indent="0">
              <a:buNone/>
            </a:pPr>
            <a:r>
              <a:rPr lang="en-IN" sz="1800" b="0" dirty="0">
                <a:solidFill>
                  <a:srgbClr val="800000"/>
                </a:solidFill>
                <a:effectLst/>
                <a:latin typeface="Consolas" panose="020B0609020204030204" pitchFamily="49" charset="0"/>
              </a:rPr>
              <a:t>&lt;p&gt;</a:t>
            </a:r>
            <a:r>
              <a:rPr lang="en-IN" sz="1800" b="0" dirty="0">
                <a:solidFill>
                  <a:srgbClr val="000000"/>
                </a:solidFill>
                <a:effectLst/>
                <a:latin typeface="Consolas" panose="020B0609020204030204" pitchFamily="49" charset="0"/>
              </a:rPr>
              <a:t>div para 2</a:t>
            </a:r>
            <a:r>
              <a:rPr lang="en-IN" sz="1800" b="0" dirty="0">
                <a:solidFill>
                  <a:srgbClr val="800000"/>
                </a:solidFill>
                <a:effectLst/>
                <a:latin typeface="Consolas" panose="020B0609020204030204" pitchFamily="49" charset="0"/>
              </a:rPr>
              <a:t>&lt;/p&gt;</a:t>
            </a:r>
            <a:endParaRPr lang="en-IN" sz="1800" b="0" dirty="0">
              <a:solidFill>
                <a:srgbClr val="000000"/>
              </a:solidFill>
              <a:effectLst/>
              <a:latin typeface="Consolas" panose="020B0609020204030204" pitchFamily="49" charset="0"/>
            </a:endParaRPr>
          </a:p>
          <a:p>
            <a:pPr marL="0" indent="0">
              <a:buNone/>
            </a:pPr>
            <a:r>
              <a:rPr lang="en-IN" sz="1800" b="0" dirty="0">
                <a:solidFill>
                  <a:srgbClr val="800000"/>
                </a:solidFill>
                <a:effectLst/>
                <a:latin typeface="Consolas" panose="020B0609020204030204" pitchFamily="49" charset="0"/>
              </a:rPr>
              <a:t>&lt;/body&gt;&lt;/html&gt;</a:t>
            </a:r>
            <a:endParaRPr lang="en-IN" sz="1800" b="0" dirty="0">
              <a:solidFill>
                <a:srgbClr val="000000"/>
              </a:solidFill>
              <a:effectLst/>
              <a:latin typeface="Consolas" panose="020B0609020204030204" pitchFamily="49" charset="0"/>
            </a:endParaRPr>
          </a:p>
          <a:p>
            <a:pPr marL="0" indent="0">
              <a:buNone/>
            </a:pPr>
            <a:br>
              <a:rPr lang="en-IN" sz="1800" b="0" dirty="0">
                <a:solidFill>
                  <a:srgbClr val="000000"/>
                </a:solidFill>
                <a:effectLst/>
                <a:latin typeface="Consolas" panose="020B0609020204030204" pitchFamily="49" charset="0"/>
              </a:rPr>
            </a:br>
            <a:br>
              <a:rPr lang="en-IN" sz="1800" b="0" dirty="0">
                <a:solidFill>
                  <a:srgbClr val="000000"/>
                </a:solidFill>
                <a:effectLst/>
                <a:latin typeface="Consolas" panose="020B0609020204030204" pitchFamily="49" charset="0"/>
              </a:rPr>
            </a:br>
            <a:endParaRPr lang="en-IN" sz="1800" b="0" dirty="0">
              <a:solidFill>
                <a:srgbClr val="000000"/>
              </a:solidFill>
              <a:effectLst/>
              <a:latin typeface="Consolas" panose="020B0609020204030204" pitchFamily="49" charset="0"/>
            </a:endParaRPr>
          </a:p>
          <a:p>
            <a:pPr marL="0" indent="0">
              <a:buNone/>
            </a:pPr>
            <a:endParaRPr lang="en-IN" sz="1800" dirty="0"/>
          </a:p>
        </p:txBody>
      </p:sp>
      <p:sp>
        <p:nvSpPr>
          <p:cNvPr id="6" name="TextBox 5">
            <a:extLst>
              <a:ext uri="{FF2B5EF4-FFF2-40B4-BE49-F238E27FC236}">
                <a16:creationId xmlns:a16="http://schemas.microsoft.com/office/drawing/2014/main" id="{9CD9414E-7D7A-4ED0-B582-08EFDE0DCCC0}"/>
              </a:ext>
            </a:extLst>
          </p:cNvPr>
          <p:cNvSpPr txBox="1"/>
          <p:nvPr/>
        </p:nvSpPr>
        <p:spPr>
          <a:xfrm>
            <a:off x="5781369" y="478605"/>
            <a:ext cx="6135328" cy="5078313"/>
          </a:xfrm>
          <a:prstGeom prst="rect">
            <a:avLst/>
          </a:prstGeom>
          <a:noFill/>
        </p:spPr>
        <p:txBody>
          <a:bodyPr wrap="square">
            <a:spAutoFit/>
          </a:bodyPr>
          <a:lstStyle/>
          <a:p>
            <a:r>
              <a:rPr lang="en-IN" b="0" dirty="0">
                <a:solidFill>
                  <a:srgbClr val="800000"/>
                </a:solidFill>
                <a:effectLst/>
                <a:latin typeface="Consolas" panose="020B0609020204030204" pitchFamily="49" charset="0"/>
              </a:rPr>
              <a:t>//Set</a:t>
            </a:r>
          </a:p>
          <a:p>
            <a:r>
              <a:rPr lang="en-IN" b="0" dirty="0">
                <a:solidFill>
                  <a:srgbClr val="800000"/>
                </a:solidFill>
                <a:effectLst/>
                <a:latin typeface="Consolas" panose="020B0609020204030204" pitchFamily="49" charset="0"/>
              </a:rPr>
              <a:t>&lt;!DOCTYPE</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html</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&lt;html&gt;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&lt;head&gt;&lt;style&gt;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#dd</a:t>
            </a:r>
            <a:r>
              <a:rPr lang="en-IN" b="0" dirty="0">
                <a:solidFill>
                  <a:srgbClr val="000000"/>
                </a:solidFill>
                <a:effectLst/>
                <a:latin typeface="Consolas" panose="020B0609020204030204" pitchFamily="49" charset="0"/>
              </a:rPr>
              <a:t>{</a:t>
            </a:r>
            <a:r>
              <a:rPr lang="en-IN" b="0" dirty="0">
                <a:solidFill>
                  <a:srgbClr val="FF0000"/>
                </a:solidFill>
                <a:effectLst/>
                <a:latin typeface="Consolas" panose="020B0609020204030204" pitchFamily="49" charset="0"/>
              </a:rPr>
              <a:t>color</a:t>
            </a:r>
            <a:r>
              <a:rPr lang="en-IN" b="0" dirty="0">
                <a:solidFill>
                  <a:srgbClr val="000000"/>
                </a:solidFill>
                <a:effectLst/>
                <a:latin typeface="Consolas" panose="020B0609020204030204" pitchFamily="49" charset="0"/>
              </a:rPr>
              <a:t>:</a:t>
            </a:r>
            <a:r>
              <a:rPr lang="en-IN" b="0" dirty="0">
                <a:solidFill>
                  <a:srgbClr val="0451A5"/>
                </a:solidFill>
                <a:effectLst/>
                <a:latin typeface="Consolas" panose="020B0609020204030204" pitchFamily="49" charset="0"/>
              </a:rPr>
              <a:t>green</a:t>
            </a:r>
            <a:r>
              <a:rPr lang="en-IN" b="0" dirty="0">
                <a:solidFill>
                  <a:srgbClr val="000000"/>
                </a:solidFill>
                <a:effectLst/>
                <a:latin typeface="Consolas" panose="020B0609020204030204" pitchFamily="49" charset="0"/>
              </a:rPr>
              <a:t>;}</a:t>
            </a:r>
          </a:p>
          <a:p>
            <a:r>
              <a:rPr lang="en-IN" b="0" dirty="0">
                <a:solidFill>
                  <a:srgbClr val="800000"/>
                </a:solidFill>
                <a:effectLst/>
                <a:latin typeface="Consolas" panose="020B0609020204030204" pitchFamily="49" charset="0"/>
              </a:rPr>
              <a:t>&lt;/style&gt;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&lt;script</a:t>
            </a:r>
            <a:r>
              <a:rPr lang="en-IN" b="0" dirty="0">
                <a:solidFill>
                  <a:srgbClr val="000000"/>
                </a:solidFill>
                <a:effectLst/>
                <a:latin typeface="Consolas" panose="020B0609020204030204" pitchFamily="49" charset="0"/>
              </a:rPr>
              <a:t> </a:t>
            </a:r>
            <a:r>
              <a:rPr lang="en-IN" b="0" dirty="0" err="1">
                <a:solidFill>
                  <a:srgbClr val="FF0000"/>
                </a:solidFill>
                <a:effectLst/>
                <a:latin typeface="Consolas" panose="020B0609020204030204" pitchFamily="49" charset="0"/>
              </a:rPr>
              <a:t>src</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"../jquery-1.9.1.js"</a:t>
            </a:r>
            <a:r>
              <a:rPr lang="en-IN" b="0" dirty="0">
                <a:solidFill>
                  <a:srgbClr val="800000"/>
                </a:solidFill>
                <a:effectLst/>
                <a:latin typeface="Consolas" panose="020B0609020204030204" pitchFamily="49" charset="0"/>
              </a:rPr>
              <a:t>&gt;&lt;/script&gt;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document</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ready</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p>
          <a:p>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p</a:t>
            </a:r>
            <a:r>
              <a:rPr lang="en-IN" b="0" dirty="0">
                <a:solidFill>
                  <a:srgbClr val="000000"/>
                </a:solidFill>
                <a:effectLst/>
                <a:latin typeface="Consolas" panose="020B0609020204030204" pitchFamily="49" charset="0"/>
              </a:rPr>
              <a:t>=</a:t>
            </a:r>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"#dd"</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mouseover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a:t>
            </a:r>
          </a:p>
          <a:p>
            <a:r>
              <a:rPr lang="en-IN" dirty="0" err="1">
                <a:solidFill>
                  <a:srgbClr val="0070C1"/>
                </a:solidFill>
                <a:latin typeface="Consolas" panose="020B0609020204030204" pitchFamily="49" charset="0"/>
              </a:rPr>
              <a:t>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text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"&lt;b&gt;I have set value&lt;/b&gt;"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a:p>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&lt;/head&gt;&lt;body&gt;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&lt;p</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id</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"dd"</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para 1</a:t>
            </a:r>
            <a:r>
              <a:rPr lang="en-IN" b="0" dirty="0">
                <a:solidFill>
                  <a:srgbClr val="800000"/>
                </a:solidFill>
                <a:effectLst/>
                <a:latin typeface="Consolas" panose="020B0609020204030204" pitchFamily="49" charset="0"/>
              </a:rPr>
              <a:t>&lt;/p&gt;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&lt;/body&gt;&lt;/html&gt;</a:t>
            </a:r>
            <a:endParaRPr lang="en-IN" b="0" dirty="0">
              <a:solidFill>
                <a:srgbClr val="000000"/>
              </a:solidFill>
              <a:effectLst/>
              <a:latin typeface="Consolas" panose="020B0609020204030204" pitchFamily="49" charset="0"/>
            </a:endParaRPr>
          </a:p>
        </p:txBody>
      </p:sp>
      <p:sp>
        <p:nvSpPr>
          <p:cNvPr id="7" name="TextBox 6">
            <a:extLst>
              <a:ext uri="{FF2B5EF4-FFF2-40B4-BE49-F238E27FC236}">
                <a16:creationId xmlns:a16="http://schemas.microsoft.com/office/drawing/2014/main" id="{442B285C-C215-4548-A62D-5C975A41E65B}"/>
              </a:ext>
            </a:extLst>
          </p:cNvPr>
          <p:cNvSpPr txBox="1"/>
          <p:nvPr/>
        </p:nvSpPr>
        <p:spPr>
          <a:xfrm>
            <a:off x="5692879" y="5556918"/>
            <a:ext cx="5928850" cy="923330"/>
          </a:xfrm>
          <a:prstGeom prst="rect">
            <a:avLst/>
          </a:prstGeom>
          <a:ln w="57150"/>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1800" b="0" dirty="0">
                <a:solidFill>
                  <a:srgbClr val="795E26"/>
                </a:solidFill>
                <a:effectLst/>
                <a:latin typeface="Consolas" panose="020B0609020204030204" pitchFamily="49" charset="0"/>
              </a:rPr>
              <a:t>text</a:t>
            </a:r>
            <a:r>
              <a:rPr lang="en-IN" sz="1800" b="0" dirty="0">
                <a:solidFill>
                  <a:srgbClr val="000000"/>
                </a:solidFill>
                <a:effectLst/>
                <a:latin typeface="Consolas" panose="020B0609020204030204" pitchFamily="49" charset="0"/>
              </a:rPr>
              <a:t>();</a:t>
            </a:r>
            <a:r>
              <a:rPr lang="en-IN" sz="1800" b="0" dirty="0">
                <a:solidFill>
                  <a:srgbClr val="000000"/>
                </a:solidFill>
                <a:effectLst/>
                <a:latin typeface="Consolas" panose="020B0609020204030204" pitchFamily="49" charset="0"/>
                <a:sym typeface="Wingdings" panose="05000000000000000000" pitchFamily="2" charset="2"/>
              </a:rPr>
              <a:t> Get</a:t>
            </a:r>
          </a:p>
          <a:p>
            <a:r>
              <a:rPr lang="en-IN" b="0" dirty="0">
                <a:solidFill>
                  <a:srgbClr val="795E26"/>
                </a:solidFill>
                <a:effectLst/>
                <a:latin typeface="Consolas" panose="020B0609020204030204" pitchFamily="49" charset="0"/>
              </a:rPr>
              <a:t>text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"&lt;b&gt;I have set value&lt;/b&gt;"</a:t>
            </a:r>
            <a:r>
              <a:rPr lang="en-IN" b="0" dirty="0">
                <a:solidFill>
                  <a:srgbClr val="000000"/>
                </a:solidFill>
                <a:effectLst/>
                <a:latin typeface="Consolas" panose="020B0609020204030204" pitchFamily="49" charset="0"/>
              </a:rPr>
              <a:t>);</a:t>
            </a:r>
            <a:r>
              <a:rPr lang="en-IN" dirty="0">
                <a:solidFill>
                  <a:srgbClr val="000000"/>
                </a:solidFill>
                <a:latin typeface="Consolas" panose="020B0609020204030204" pitchFamily="49" charset="0"/>
                <a:sym typeface="Wingdings" panose="05000000000000000000" pitchFamily="2" charset="2"/>
              </a:rPr>
              <a:t> Set</a:t>
            </a:r>
            <a:endParaRPr lang="en-IN" sz="1800" b="0" dirty="0">
              <a:solidFill>
                <a:srgbClr val="000000"/>
              </a:solidFill>
              <a:effectLst/>
              <a:latin typeface="Consolas" panose="020B0609020204030204" pitchFamily="49" charset="0"/>
              <a:sym typeface="Wingdings" panose="05000000000000000000" pitchFamily="2" charset="2"/>
            </a:endParaRPr>
          </a:p>
          <a:p>
            <a:endParaRPr lang="en-IN" dirty="0"/>
          </a:p>
        </p:txBody>
      </p:sp>
    </p:spTree>
    <p:extLst>
      <p:ext uri="{BB962C8B-B14F-4D97-AF65-F5344CB8AC3E}">
        <p14:creationId xmlns:p14="http://schemas.microsoft.com/office/powerpoint/2010/main" val="2742956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2F3BD-9EBB-4FDE-A3F0-86ABAF777536}"/>
              </a:ext>
            </a:extLst>
          </p:cNvPr>
          <p:cNvSpPr>
            <a:spLocks noGrp="1"/>
          </p:cNvSpPr>
          <p:nvPr>
            <p:ph type="title"/>
          </p:nvPr>
        </p:nvSpPr>
        <p:spPr>
          <a:xfrm>
            <a:off x="1150373" y="79990"/>
            <a:ext cx="9633155" cy="500114"/>
          </a:xfrm>
        </p:spPr>
        <p:txBody>
          <a:bodyPr>
            <a:normAutofit fontScale="90000"/>
          </a:bodyPr>
          <a:lstStyle/>
          <a:p>
            <a:r>
              <a:rPr lang="en-IN" dirty="0"/>
              <a:t>jQuery Getters &amp; Setter for html/</a:t>
            </a:r>
            <a:r>
              <a:rPr lang="en-IN" dirty="0" err="1"/>
              <a:t>innerHTML</a:t>
            </a:r>
            <a:endParaRPr lang="en-IN" dirty="0"/>
          </a:p>
        </p:txBody>
      </p:sp>
      <p:sp>
        <p:nvSpPr>
          <p:cNvPr id="3" name="Content Placeholder 2">
            <a:extLst>
              <a:ext uri="{FF2B5EF4-FFF2-40B4-BE49-F238E27FC236}">
                <a16:creationId xmlns:a16="http://schemas.microsoft.com/office/drawing/2014/main" id="{612A5B68-06EA-48A3-8454-6225615F5900}"/>
              </a:ext>
            </a:extLst>
          </p:cNvPr>
          <p:cNvSpPr>
            <a:spLocks noGrp="1"/>
          </p:cNvSpPr>
          <p:nvPr>
            <p:ph idx="1"/>
          </p:nvPr>
        </p:nvSpPr>
        <p:spPr>
          <a:xfrm>
            <a:off x="157316" y="685082"/>
            <a:ext cx="5466736" cy="6384311"/>
          </a:xfrm>
        </p:spPr>
        <p:txBody>
          <a:bodyPr>
            <a:noAutofit/>
          </a:bodyPr>
          <a:lstStyle/>
          <a:p>
            <a:pPr marL="0" indent="0">
              <a:buNone/>
            </a:pPr>
            <a:r>
              <a:rPr lang="en-IN" sz="1800" b="0" dirty="0">
                <a:solidFill>
                  <a:srgbClr val="800000"/>
                </a:solidFill>
                <a:effectLst/>
                <a:latin typeface="Consolas" panose="020B0609020204030204" pitchFamily="49" charset="0"/>
              </a:rPr>
              <a:t>//Get</a:t>
            </a:r>
          </a:p>
          <a:p>
            <a:pPr marL="0" indent="0">
              <a:buNone/>
            </a:pPr>
            <a:r>
              <a:rPr lang="en-IN" sz="1800" b="0" dirty="0">
                <a:solidFill>
                  <a:srgbClr val="800000"/>
                </a:solidFill>
                <a:effectLst/>
                <a:latin typeface="Consolas" panose="020B0609020204030204" pitchFamily="49" charset="0"/>
              </a:rPr>
              <a:t>&lt;!DOCTYPE</a:t>
            </a:r>
            <a:r>
              <a:rPr lang="en-IN" sz="1800" b="0" dirty="0">
                <a:solidFill>
                  <a:srgbClr val="000000"/>
                </a:solidFill>
                <a:effectLst/>
                <a:latin typeface="Consolas" panose="020B0609020204030204" pitchFamily="49" charset="0"/>
              </a:rPr>
              <a:t> </a:t>
            </a:r>
            <a:r>
              <a:rPr lang="en-IN" sz="1800" b="0" dirty="0">
                <a:solidFill>
                  <a:srgbClr val="FF0000"/>
                </a:solidFill>
                <a:effectLst/>
                <a:latin typeface="Consolas" panose="020B0609020204030204" pitchFamily="49" charset="0"/>
              </a:rPr>
              <a:t>html</a:t>
            </a:r>
            <a:r>
              <a:rPr lang="en-IN" sz="1800" b="0" dirty="0">
                <a:solidFill>
                  <a:srgbClr val="800000"/>
                </a:solidFill>
                <a:effectLst/>
                <a:latin typeface="Consolas" panose="020B0609020204030204" pitchFamily="49" charset="0"/>
              </a:rPr>
              <a:t>&gt;</a:t>
            </a:r>
            <a:endParaRPr lang="en-IN" sz="1800" b="0" dirty="0">
              <a:solidFill>
                <a:srgbClr val="000000"/>
              </a:solidFill>
              <a:effectLst/>
              <a:latin typeface="Consolas" panose="020B0609020204030204" pitchFamily="49" charset="0"/>
            </a:endParaRPr>
          </a:p>
          <a:p>
            <a:pPr marL="0" indent="0">
              <a:buNone/>
            </a:pPr>
            <a:r>
              <a:rPr lang="en-IN" sz="1800" b="0" dirty="0">
                <a:solidFill>
                  <a:srgbClr val="800000"/>
                </a:solidFill>
                <a:effectLst/>
                <a:latin typeface="Consolas" panose="020B0609020204030204" pitchFamily="49" charset="0"/>
              </a:rPr>
              <a:t>&lt;html&gt;&lt;head&gt;&lt;style&gt;#dd</a:t>
            </a:r>
            <a:r>
              <a:rPr lang="en-IN" sz="1800" b="0" dirty="0">
                <a:solidFill>
                  <a:srgbClr val="000000"/>
                </a:solidFill>
                <a:effectLst/>
                <a:latin typeface="Consolas" panose="020B0609020204030204" pitchFamily="49" charset="0"/>
              </a:rPr>
              <a:t>{</a:t>
            </a:r>
            <a:r>
              <a:rPr lang="en-IN" sz="1800" b="0" dirty="0">
                <a:solidFill>
                  <a:srgbClr val="FF0000"/>
                </a:solidFill>
                <a:effectLst/>
                <a:latin typeface="Consolas" panose="020B0609020204030204" pitchFamily="49" charset="0"/>
              </a:rPr>
              <a:t>color</a:t>
            </a:r>
            <a:r>
              <a:rPr lang="en-IN" sz="1800" b="0" dirty="0">
                <a:solidFill>
                  <a:srgbClr val="000000"/>
                </a:solidFill>
                <a:effectLst/>
                <a:latin typeface="Consolas" panose="020B0609020204030204" pitchFamily="49" charset="0"/>
              </a:rPr>
              <a:t>:</a:t>
            </a:r>
            <a:r>
              <a:rPr lang="en-IN" sz="1800" b="0" dirty="0">
                <a:solidFill>
                  <a:srgbClr val="0451A5"/>
                </a:solidFill>
                <a:effectLst/>
                <a:latin typeface="Consolas" panose="020B0609020204030204" pitchFamily="49" charset="0"/>
              </a:rPr>
              <a:t>green</a:t>
            </a:r>
            <a:r>
              <a:rPr lang="en-IN" sz="1800" b="0" dirty="0">
                <a:solidFill>
                  <a:srgbClr val="000000"/>
                </a:solidFill>
                <a:effectLst/>
                <a:latin typeface="Consolas" panose="020B0609020204030204" pitchFamily="49" charset="0"/>
              </a:rPr>
              <a:t>;}</a:t>
            </a:r>
          </a:p>
          <a:p>
            <a:pPr marL="0" indent="0">
              <a:buNone/>
            </a:pPr>
            <a:r>
              <a:rPr lang="en-IN" sz="1800" b="0" dirty="0">
                <a:solidFill>
                  <a:srgbClr val="800000"/>
                </a:solidFill>
                <a:effectLst/>
                <a:latin typeface="Consolas" panose="020B0609020204030204" pitchFamily="49" charset="0"/>
              </a:rPr>
              <a:t>&lt;/style&gt;</a:t>
            </a:r>
            <a:endParaRPr lang="en-IN" sz="1800" b="0" dirty="0">
              <a:solidFill>
                <a:srgbClr val="000000"/>
              </a:solidFill>
              <a:effectLst/>
              <a:latin typeface="Consolas" panose="020B0609020204030204" pitchFamily="49" charset="0"/>
            </a:endParaRPr>
          </a:p>
          <a:p>
            <a:pPr marL="0" indent="0">
              <a:buNone/>
            </a:pPr>
            <a:r>
              <a:rPr lang="en-IN" sz="1800" b="0" dirty="0">
                <a:solidFill>
                  <a:srgbClr val="800000"/>
                </a:solidFill>
                <a:effectLst/>
                <a:latin typeface="Consolas" panose="020B0609020204030204" pitchFamily="49" charset="0"/>
              </a:rPr>
              <a:t>&lt;script</a:t>
            </a:r>
            <a:r>
              <a:rPr lang="en-IN" sz="1800" b="0" dirty="0">
                <a:solidFill>
                  <a:srgbClr val="000000"/>
                </a:solidFill>
                <a:effectLst/>
                <a:latin typeface="Consolas" panose="020B0609020204030204" pitchFamily="49" charset="0"/>
              </a:rPr>
              <a:t> </a:t>
            </a:r>
            <a:r>
              <a:rPr lang="en-IN" sz="1800" b="0" dirty="0" err="1">
                <a:solidFill>
                  <a:srgbClr val="FF0000"/>
                </a:solidFill>
                <a:effectLst/>
                <a:latin typeface="Consolas" panose="020B0609020204030204" pitchFamily="49" charset="0"/>
              </a:rPr>
              <a:t>src</a:t>
            </a:r>
            <a:r>
              <a:rPr lang="en-IN" sz="1800" b="0" dirty="0">
                <a:solidFill>
                  <a:srgbClr val="000000"/>
                </a:solidFill>
                <a:effectLst/>
                <a:latin typeface="Consolas" panose="020B0609020204030204" pitchFamily="49" charset="0"/>
              </a:rPr>
              <a:t>=</a:t>
            </a:r>
            <a:r>
              <a:rPr lang="en-IN" sz="1800" b="0" dirty="0">
                <a:solidFill>
                  <a:srgbClr val="0000FF"/>
                </a:solidFill>
                <a:effectLst/>
                <a:latin typeface="Consolas" panose="020B0609020204030204" pitchFamily="49" charset="0"/>
              </a:rPr>
              <a:t>"../jquery-1.9.1.js"</a:t>
            </a:r>
            <a:r>
              <a:rPr lang="en-IN" sz="1800" b="0" dirty="0">
                <a:solidFill>
                  <a:srgbClr val="800000"/>
                </a:solidFill>
                <a:effectLst/>
                <a:latin typeface="Consolas" panose="020B0609020204030204" pitchFamily="49" charset="0"/>
              </a:rPr>
              <a:t>&gt;&lt;/script&gt;</a:t>
            </a:r>
            <a:endParaRPr lang="en-IN" sz="1800" b="0" dirty="0">
              <a:solidFill>
                <a:srgbClr val="000000"/>
              </a:solidFill>
              <a:effectLst/>
              <a:latin typeface="Consolas" panose="020B0609020204030204" pitchFamily="49" charset="0"/>
            </a:endParaRPr>
          </a:p>
          <a:p>
            <a:pPr marL="0" indent="0">
              <a:buNone/>
            </a:pPr>
            <a:r>
              <a:rPr lang="en-IN" sz="1800" b="0" dirty="0">
                <a:solidFill>
                  <a:srgbClr val="800000"/>
                </a:solidFill>
                <a:effectLst/>
                <a:latin typeface="Consolas" panose="020B0609020204030204" pitchFamily="49" charset="0"/>
              </a:rPr>
              <a:t>&lt;script&gt;</a:t>
            </a:r>
            <a:endParaRPr lang="en-IN" sz="1800" b="0" dirty="0">
              <a:solidFill>
                <a:srgbClr val="000000"/>
              </a:solidFill>
              <a:effectLst/>
              <a:latin typeface="Consolas" panose="020B0609020204030204" pitchFamily="49" charset="0"/>
            </a:endParaRPr>
          </a:p>
          <a:p>
            <a:pPr marL="0" indent="0">
              <a:buNone/>
            </a:pPr>
            <a:r>
              <a:rPr lang="en-IN" sz="1800" b="0" dirty="0">
                <a:solidFill>
                  <a:srgbClr val="0070C1"/>
                </a:solidFill>
                <a:effectLst/>
                <a:latin typeface="Consolas" panose="020B0609020204030204" pitchFamily="49" charset="0"/>
              </a:rPr>
              <a:t>$</a:t>
            </a:r>
            <a:r>
              <a:rPr lang="en-IN" sz="1800" b="0" dirty="0">
                <a:solidFill>
                  <a:srgbClr val="000000"/>
                </a:solidFill>
                <a:effectLst/>
                <a:latin typeface="Consolas" panose="020B0609020204030204" pitchFamily="49" charset="0"/>
              </a:rPr>
              <a:t>(</a:t>
            </a:r>
            <a:r>
              <a:rPr lang="en-IN" sz="1800" b="0" dirty="0">
                <a:solidFill>
                  <a:srgbClr val="001080"/>
                </a:solidFill>
                <a:effectLst/>
                <a:latin typeface="Consolas" panose="020B0609020204030204" pitchFamily="49" charset="0"/>
              </a:rPr>
              <a:t>document</a:t>
            </a:r>
            <a:r>
              <a:rPr lang="en-IN" sz="1800" b="0" dirty="0">
                <a:solidFill>
                  <a:srgbClr val="000000"/>
                </a:solidFill>
                <a:effectLst/>
                <a:latin typeface="Consolas" panose="020B0609020204030204" pitchFamily="49" charset="0"/>
              </a:rPr>
              <a:t>).</a:t>
            </a:r>
            <a:r>
              <a:rPr lang="en-IN" sz="1800" b="0" dirty="0">
                <a:solidFill>
                  <a:srgbClr val="795E26"/>
                </a:solidFill>
                <a:effectLst/>
                <a:latin typeface="Consolas" panose="020B0609020204030204" pitchFamily="49" charset="0"/>
              </a:rPr>
              <a:t>ready</a:t>
            </a:r>
            <a:r>
              <a:rPr lang="en-IN" sz="1800" b="0" dirty="0">
                <a:solidFill>
                  <a:srgbClr val="000000"/>
                </a:solidFill>
                <a:effectLst/>
                <a:latin typeface="Consolas" panose="020B0609020204030204" pitchFamily="49" charset="0"/>
              </a:rPr>
              <a:t>(</a:t>
            </a:r>
            <a:r>
              <a:rPr lang="en-IN" sz="1800" b="0" dirty="0">
                <a:solidFill>
                  <a:srgbClr val="0000FF"/>
                </a:solidFill>
                <a:effectLst/>
                <a:latin typeface="Consolas" panose="020B0609020204030204" pitchFamily="49" charset="0"/>
              </a:rPr>
              <a:t>function</a:t>
            </a:r>
            <a:r>
              <a:rPr lang="en-IN" sz="1800" b="0" dirty="0">
                <a:solidFill>
                  <a:srgbClr val="000000"/>
                </a:solidFill>
                <a:effectLst/>
                <a:latin typeface="Consolas" panose="020B0609020204030204" pitchFamily="49" charset="0"/>
              </a:rPr>
              <a:t>() {</a:t>
            </a:r>
          </a:p>
          <a:p>
            <a:pPr marL="0" indent="0">
              <a:buNone/>
            </a:pPr>
            <a:r>
              <a:rPr lang="en-IN" sz="1800" b="0" dirty="0">
                <a:solidFill>
                  <a:srgbClr val="0000FF"/>
                </a:solidFill>
                <a:effectLst/>
                <a:latin typeface="Consolas" panose="020B0609020204030204" pitchFamily="49" charset="0"/>
              </a:rPr>
              <a:t>let</a:t>
            </a:r>
            <a:r>
              <a:rPr lang="en-IN" sz="1800" b="0" dirty="0">
                <a:solidFill>
                  <a:srgbClr val="000000"/>
                </a:solidFill>
                <a:effectLst/>
                <a:latin typeface="Consolas" panose="020B0609020204030204" pitchFamily="49" charset="0"/>
              </a:rPr>
              <a:t> </a:t>
            </a:r>
            <a:r>
              <a:rPr lang="en-IN" sz="1800" b="0" dirty="0">
                <a:solidFill>
                  <a:srgbClr val="001080"/>
                </a:solidFill>
                <a:effectLst/>
                <a:latin typeface="Consolas" panose="020B0609020204030204" pitchFamily="49" charset="0"/>
              </a:rPr>
              <a:t>p</a:t>
            </a:r>
            <a:r>
              <a:rPr lang="en-IN" sz="1800" b="0" dirty="0">
                <a:solidFill>
                  <a:srgbClr val="000000"/>
                </a:solidFill>
                <a:effectLst/>
                <a:latin typeface="Consolas" panose="020B0609020204030204" pitchFamily="49" charset="0"/>
              </a:rPr>
              <a:t>=</a:t>
            </a:r>
            <a:r>
              <a:rPr lang="en-IN" sz="1800" b="0" dirty="0">
                <a:solidFill>
                  <a:srgbClr val="0070C1"/>
                </a:solidFill>
                <a:effectLst/>
                <a:latin typeface="Consolas" panose="020B0609020204030204" pitchFamily="49" charset="0"/>
              </a:rPr>
              <a:t>$</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"#dd"</a:t>
            </a:r>
            <a:r>
              <a:rPr lang="en-IN" sz="1800" b="0" dirty="0">
                <a:solidFill>
                  <a:srgbClr val="000000"/>
                </a:solidFill>
                <a:effectLst/>
                <a:latin typeface="Consolas" panose="020B0609020204030204" pitchFamily="49" charset="0"/>
              </a:rPr>
              <a:t>);</a:t>
            </a:r>
          </a:p>
          <a:p>
            <a:pPr marL="0" indent="0">
              <a:buNone/>
            </a:pPr>
            <a:r>
              <a:rPr lang="en-IN" sz="1800" b="0" dirty="0">
                <a:solidFill>
                  <a:srgbClr val="000000"/>
                </a:solidFill>
                <a:effectLst/>
                <a:latin typeface="Consolas" panose="020B0609020204030204" pitchFamily="49" charset="0"/>
              </a:rPr>
              <a:t> </a:t>
            </a:r>
            <a:r>
              <a:rPr lang="en-IN" sz="1800" b="0" dirty="0" err="1">
                <a:solidFill>
                  <a:srgbClr val="001080"/>
                </a:solidFill>
                <a:effectLst/>
                <a:latin typeface="Consolas" panose="020B0609020204030204" pitchFamily="49" charset="0"/>
              </a:rPr>
              <a:t>p</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click</a:t>
            </a:r>
            <a:r>
              <a:rPr lang="en-IN" sz="1800" b="0" dirty="0">
                <a:solidFill>
                  <a:srgbClr val="000000"/>
                </a:solidFill>
                <a:effectLst/>
                <a:latin typeface="Consolas" panose="020B0609020204030204" pitchFamily="49" charset="0"/>
              </a:rPr>
              <a:t>(</a:t>
            </a:r>
            <a:r>
              <a:rPr lang="en-IN" sz="1800" b="0" dirty="0">
                <a:solidFill>
                  <a:srgbClr val="0000FF"/>
                </a:solidFill>
                <a:effectLst/>
                <a:latin typeface="Consolas" panose="020B0609020204030204" pitchFamily="49" charset="0"/>
              </a:rPr>
              <a:t>function</a:t>
            </a:r>
            <a:r>
              <a:rPr lang="en-IN" sz="1800" b="0" dirty="0">
                <a:solidFill>
                  <a:srgbClr val="000000"/>
                </a:solidFill>
                <a:effectLst/>
                <a:latin typeface="Consolas" panose="020B0609020204030204" pitchFamily="49" charset="0"/>
              </a:rPr>
              <a:t>(){</a:t>
            </a:r>
          </a:p>
          <a:p>
            <a:pPr marL="0" indent="0">
              <a:buNone/>
            </a:pPr>
            <a:r>
              <a:rPr lang="en-IN" sz="1800" b="0" dirty="0">
                <a:solidFill>
                  <a:srgbClr val="0000FF"/>
                </a:solidFill>
                <a:effectLst/>
                <a:latin typeface="Consolas" panose="020B0609020204030204" pitchFamily="49" charset="0"/>
              </a:rPr>
              <a:t>var</a:t>
            </a:r>
            <a:r>
              <a:rPr lang="en-IN" sz="1800" b="0" dirty="0">
                <a:solidFill>
                  <a:srgbClr val="000000"/>
                </a:solidFill>
                <a:effectLst/>
                <a:latin typeface="Consolas" panose="020B0609020204030204" pitchFamily="49" charset="0"/>
              </a:rPr>
              <a:t> </a:t>
            </a:r>
            <a:r>
              <a:rPr lang="en-IN" sz="1800" b="0" dirty="0">
                <a:solidFill>
                  <a:srgbClr val="001080"/>
                </a:solidFill>
                <a:effectLst/>
                <a:latin typeface="Consolas" panose="020B0609020204030204" pitchFamily="49" charset="0"/>
              </a:rPr>
              <a:t>a</a:t>
            </a:r>
            <a:r>
              <a:rPr lang="en-IN" sz="1800" b="0" dirty="0">
                <a:solidFill>
                  <a:srgbClr val="000000"/>
                </a:solidFill>
                <a:effectLst/>
                <a:latin typeface="Consolas" panose="020B0609020204030204" pitchFamily="49" charset="0"/>
              </a:rPr>
              <a:t>=</a:t>
            </a:r>
            <a:r>
              <a:rPr lang="en-IN" sz="1800" b="0" dirty="0">
                <a:solidFill>
                  <a:srgbClr val="001080"/>
                </a:solidFill>
                <a:effectLst/>
                <a:latin typeface="Consolas" panose="020B0609020204030204" pitchFamily="49" charset="0"/>
              </a:rPr>
              <a:t>p</a:t>
            </a:r>
            <a:r>
              <a:rPr lang="en-IN" sz="1800" b="0" dirty="0">
                <a:solidFill>
                  <a:srgbClr val="000000"/>
                </a:solidFill>
                <a:effectLst/>
                <a:latin typeface="Consolas" panose="020B0609020204030204" pitchFamily="49" charset="0"/>
              </a:rPr>
              <a:t>.</a:t>
            </a:r>
            <a:r>
              <a:rPr lang="en-IN" sz="1800" b="0" dirty="0">
                <a:solidFill>
                  <a:srgbClr val="795E26"/>
                </a:solidFill>
                <a:effectLst/>
                <a:latin typeface="Consolas" panose="020B0609020204030204" pitchFamily="49" charset="0"/>
              </a:rPr>
              <a:t>html</a:t>
            </a:r>
            <a:r>
              <a:rPr lang="en-IN" sz="1800" b="0" dirty="0">
                <a:solidFill>
                  <a:srgbClr val="000000"/>
                </a:solidFill>
                <a:effectLst/>
                <a:latin typeface="Consolas" panose="020B0609020204030204" pitchFamily="49" charset="0"/>
              </a:rPr>
              <a:t>();</a:t>
            </a:r>
          </a:p>
          <a:p>
            <a:pPr marL="0" indent="0">
              <a:buNone/>
            </a:pPr>
            <a:r>
              <a:rPr lang="en-IN" sz="1800" b="0" dirty="0">
                <a:solidFill>
                  <a:srgbClr val="795E26"/>
                </a:solidFill>
                <a:effectLst/>
                <a:latin typeface="Consolas" panose="020B0609020204030204" pitchFamily="49" charset="0"/>
              </a:rPr>
              <a:t>alert</a:t>
            </a:r>
            <a:r>
              <a:rPr lang="en-IN" sz="1800" b="0" dirty="0">
                <a:solidFill>
                  <a:srgbClr val="000000"/>
                </a:solidFill>
                <a:effectLst/>
                <a:latin typeface="Consolas" panose="020B0609020204030204" pitchFamily="49" charset="0"/>
              </a:rPr>
              <a:t>(</a:t>
            </a:r>
            <a:r>
              <a:rPr lang="en-IN" sz="1800" b="0" dirty="0">
                <a:solidFill>
                  <a:srgbClr val="001080"/>
                </a:solidFill>
                <a:effectLst/>
                <a:latin typeface="Consolas" panose="020B0609020204030204" pitchFamily="49" charset="0"/>
              </a:rPr>
              <a:t>a</a:t>
            </a:r>
            <a:r>
              <a:rPr lang="en-IN" sz="1800" b="0" dirty="0">
                <a:solidFill>
                  <a:srgbClr val="000000"/>
                </a:solidFill>
                <a:effectLst/>
                <a:latin typeface="Consolas" panose="020B0609020204030204" pitchFamily="49" charset="0"/>
              </a:rPr>
              <a:t>);  })</a:t>
            </a:r>
          </a:p>
          <a:p>
            <a:pPr marL="0" indent="0">
              <a:buNone/>
            </a:pPr>
            <a:r>
              <a:rPr lang="en-IN" sz="1800" b="0" dirty="0">
                <a:solidFill>
                  <a:srgbClr val="000000"/>
                </a:solidFill>
                <a:effectLst/>
                <a:latin typeface="Consolas" panose="020B0609020204030204" pitchFamily="49" charset="0"/>
              </a:rPr>
              <a:t>});</a:t>
            </a:r>
          </a:p>
          <a:p>
            <a:pPr marL="0" indent="0">
              <a:buNone/>
            </a:pPr>
            <a:r>
              <a:rPr lang="en-IN" sz="1800" b="0" dirty="0">
                <a:solidFill>
                  <a:srgbClr val="800000"/>
                </a:solidFill>
                <a:effectLst/>
                <a:latin typeface="Consolas" panose="020B0609020204030204" pitchFamily="49" charset="0"/>
              </a:rPr>
              <a:t>&lt;/script&gt;&lt;/head&gt;&lt;body&gt;</a:t>
            </a:r>
            <a:endParaRPr lang="en-IN" sz="1800" b="0" dirty="0">
              <a:solidFill>
                <a:srgbClr val="000000"/>
              </a:solidFill>
              <a:effectLst/>
              <a:latin typeface="Consolas" panose="020B0609020204030204" pitchFamily="49" charset="0"/>
            </a:endParaRPr>
          </a:p>
          <a:p>
            <a:pPr marL="0" indent="0">
              <a:buNone/>
            </a:pPr>
            <a:r>
              <a:rPr lang="en-IN" sz="1800" b="0" dirty="0">
                <a:solidFill>
                  <a:srgbClr val="800000"/>
                </a:solidFill>
                <a:effectLst/>
                <a:latin typeface="Consolas" panose="020B0609020204030204" pitchFamily="49" charset="0"/>
              </a:rPr>
              <a:t>&lt;p</a:t>
            </a:r>
            <a:r>
              <a:rPr lang="en-IN" sz="1800" b="0" dirty="0">
                <a:solidFill>
                  <a:srgbClr val="000000"/>
                </a:solidFill>
                <a:effectLst/>
                <a:latin typeface="Consolas" panose="020B0609020204030204" pitchFamily="49" charset="0"/>
              </a:rPr>
              <a:t> </a:t>
            </a:r>
            <a:r>
              <a:rPr lang="en-IN" sz="1800" b="0" dirty="0">
                <a:solidFill>
                  <a:srgbClr val="FF0000"/>
                </a:solidFill>
                <a:effectLst/>
                <a:latin typeface="Consolas" panose="020B0609020204030204" pitchFamily="49" charset="0"/>
              </a:rPr>
              <a:t>id</a:t>
            </a:r>
            <a:r>
              <a:rPr lang="en-IN" sz="1800" b="0" dirty="0">
                <a:solidFill>
                  <a:srgbClr val="000000"/>
                </a:solidFill>
                <a:effectLst/>
                <a:latin typeface="Consolas" panose="020B0609020204030204" pitchFamily="49" charset="0"/>
              </a:rPr>
              <a:t>=</a:t>
            </a:r>
            <a:r>
              <a:rPr lang="en-IN" sz="1800" b="0" dirty="0">
                <a:solidFill>
                  <a:srgbClr val="0000FF"/>
                </a:solidFill>
                <a:effectLst/>
                <a:latin typeface="Consolas" panose="020B0609020204030204" pitchFamily="49" charset="0"/>
              </a:rPr>
              <a:t>"dd"</a:t>
            </a:r>
            <a:r>
              <a:rPr lang="en-IN" sz="1800" b="0" dirty="0">
                <a:solidFill>
                  <a:srgbClr val="800000"/>
                </a:solidFill>
                <a:effectLst/>
                <a:latin typeface="Consolas" panose="020B0609020204030204" pitchFamily="49" charset="0"/>
              </a:rPr>
              <a:t>&gt;</a:t>
            </a:r>
            <a:r>
              <a:rPr lang="en-IN" sz="1800" b="0" dirty="0">
                <a:solidFill>
                  <a:srgbClr val="000000"/>
                </a:solidFill>
                <a:effectLst/>
                <a:latin typeface="Consolas" panose="020B0609020204030204" pitchFamily="49" charset="0"/>
              </a:rPr>
              <a:t>para 1</a:t>
            </a:r>
            <a:r>
              <a:rPr lang="en-IN" sz="1800" b="0" dirty="0">
                <a:solidFill>
                  <a:srgbClr val="800000"/>
                </a:solidFill>
                <a:effectLst/>
                <a:latin typeface="Consolas" panose="020B0609020204030204" pitchFamily="49" charset="0"/>
              </a:rPr>
              <a:t>&lt;/p&gt;</a:t>
            </a:r>
            <a:endParaRPr lang="en-IN" sz="1800" b="0" dirty="0">
              <a:solidFill>
                <a:srgbClr val="000000"/>
              </a:solidFill>
              <a:effectLst/>
              <a:latin typeface="Consolas" panose="020B0609020204030204" pitchFamily="49" charset="0"/>
            </a:endParaRPr>
          </a:p>
          <a:p>
            <a:pPr marL="0" indent="0">
              <a:buNone/>
            </a:pPr>
            <a:r>
              <a:rPr lang="en-IN" sz="1800" b="0" dirty="0">
                <a:solidFill>
                  <a:srgbClr val="800000"/>
                </a:solidFill>
                <a:effectLst/>
                <a:latin typeface="Consolas" panose="020B0609020204030204" pitchFamily="49" charset="0"/>
              </a:rPr>
              <a:t>&lt;p&gt;</a:t>
            </a:r>
            <a:r>
              <a:rPr lang="en-IN" sz="1800" b="0" dirty="0">
                <a:solidFill>
                  <a:srgbClr val="000000"/>
                </a:solidFill>
                <a:effectLst/>
                <a:latin typeface="Consolas" panose="020B0609020204030204" pitchFamily="49" charset="0"/>
              </a:rPr>
              <a:t>div para 1</a:t>
            </a:r>
            <a:r>
              <a:rPr lang="en-IN" sz="1800" b="0" dirty="0">
                <a:solidFill>
                  <a:srgbClr val="800000"/>
                </a:solidFill>
                <a:effectLst/>
                <a:latin typeface="Consolas" panose="020B0609020204030204" pitchFamily="49" charset="0"/>
              </a:rPr>
              <a:t>&lt;/p&gt;</a:t>
            </a:r>
            <a:endParaRPr lang="en-IN" sz="1800" b="0" dirty="0">
              <a:solidFill>
                <a:srgbClr val="000000"/>
              </a:solidFill>
              <a:effectLst/>
              <a:latin typeface="Consolas" panose="020B0609020204030204" pitchFamily="49" charset="0"/>
            </a:endParaRPr>
          </a:p>
          <a:p>
            <a:pPr marL="0" indent="0">
              <a:buNone/>
            </a:pPr>
            <a:r>
              <a:rPr lang="en-IN" sz="1800" b="0" dirty="0">
                <a:solidFill>
                  <a:srgbClr val="800000"/>
                </a:solidFill>
                <a:effectLst/>
                <a:latin typeface="Consolas" panose="020B0609020204030204" pitchFamily="49" charset="0"/>
              </a:rPr>
              <a:t>&lt;p&gt;</a:t>
            </a:r>
            <a:r>
              <a:rPr lang="en-IN" sz="1800" b="0" dirty="0">
                <a:solidFill>
                  <a:srgbClr val="000000"/>
                </a:solidFill>
                <a:effectLst/>
                <a:latin typeface="Consolas" panose="020B0609020204030204" pitchFamily="49" charset="0"/>
              </a:rPr>
              <a:t>div para 2</a:t>
            </a:r>
            <a:r>
              <a:rPr lang="en-IN" sz="1800" b="0" dirty="0">
                <a:solidFill>
                  <a:srgbClr val="800000"/>
                </a:solidFill>
                <a:effectLst/>
                <a:latin typeface="Consolas" panose="020B0609020204030204" pitchFamily="49" charset="0"/>
              </a:rPr>
              <a:t>&lt;/p&gt;</a:t>
            </a:r>
            <a:endParaRPr lang="en-IN" sz="1800" b="0" dirty="0">
              <a:solidFill>
                <a:srgbClr val="000000"/>
              </a:solidFill>
              <a:effectLst/>
              <a:latin typeface="Consolas" panose="020B0609020204030204" pitchFamily="49" charset="0"/>
            </a:endParaRPr>
          </a:p>
          <a:p>
            <a:pPr marL="0" indent="0">
              <a:buNone/>
            </a:pPr>
            <a:r>
              <a:rPr lang="en-IN" sz="1800" b="0" dirty="0">
                <a:solidFill>
                  <a:srgbClr val="800000"/>
                </a:solidFill>
                <a:effectLst/>
                <a:latin typeface="Consolas" panose="020B0609020204030204" pitchFamily="49" charset="0"/>
              </a:rPr>
              <a:t>&lt;/body&gt;&lt;/html&gt;</a:t>
            </a:r>
            <a:endParaRPr lang="en-IN" sz="1800" b="0" dirty="0">
              <a:solidFill>
                <a:srgbClr val="000000"/>
              </a:solidFill>
              <a:effectLst/>
              <a:latin typeface="Consolas" panose="020B0609020204030204" pitchFamily="49" charset="0"/>
            </a:endParaRPr>
          </a:p>
          <a:p>
            <a:pPr marL="0" indent="0">
              <a:buNone/>
            </a:pPr>
            <a:br>
              <a:rPr lang="en-IN" sz="1800" b="0" dirty="0">
                <a:solidFill>
                  <a:srgbClr val="000000"/>
                </a:solidFill>
                <a:effectLst/>
                <a:latin typeface="Consolas" panose="020B0609020204030204" pitchFamily="49" charset="0"/>
              </a:rPr>
            </a:br>
            <a:br>
              <a:rPr lang="en-IN" sz="1800" b="0" dirty="0">
                <a:solidFill>
                  <a:srgbClr val="000000"/>
                </a:solidFill>
                <a:effectLst/>
                <a:latin typeface="Consolas" panose="020B0609020204030204" pitchFamily="49" charset="0"/>
              </a:rPr>
            </a:br>
            <a:endParaRPr lang="en-IN" sz="1800" b="0" dirty="0">
              <a:solidFill>
                <a:srgbClr val="000000"/>
              </a:solidFill>
              <a:effectLst/>
              <a:latin typeface="Consolas" panose="020B0609020204030204" pitchFamily="49" charset="0"/>
            </a:endParaRPr>
          </a:p>
          <a:p>
            <a:pPr marL="0" indent="0">
              <a:buNone/>
            </a:pPr>
            <a:endParaRPr lang="en-IN" sz="1800" dirty="0"/>
          </a:p>
        </p:txBody>
      </p:sp>
      <p:sp>
        <p:nvSpPr>
          <p:cNvPr id="6" name="TextBox 5">
            <a:extLst>
              <a:ext uri="{FF2B5EF4-FFF2-40B4-BE49-F238E27FC236}">
                <a16:creationId xmlns:a16="http://schemas.microsoft.com/office/drawing/2014/main" id="{9CD9414E-7D7A-4ED0-B582-08EFDE0DCCC0}"/>
              </a:ext>
            </a:extLst>
          </p:cNvPr>
          <p:cNvSpPr txBox="1"/>
          <p:nvPr/>
        </p:nvSpPr>
        <p:spPr>
          <a:xfrm>
            <a:off x="5781369" y="478605"/>
            <a:ext cx="6135328" cy="5078313"/>
          </a:xfrm>
          <a:prstGeom prst="rect">
            <a:avLst/>
          </a:prstGeom>
          <a:noFill/>
        </p:spPr>
        <p:txBody>
          <a:bodyPr wrap="square">
            <a:spAutoFit/>
          </a:bodyPr>
          <a:lstStyle/>
          <a:p>
            <a:r>
              <a:rPr lang="en-IN" b="0" dirty="0">
                <a:solidFill>
                  <a:srgbClr val="800000"/>
                </a:solidFill>
                <a:effectLst/>
                <a:latin typeface="Consolas" panose="020B0609020204030204" pitchFamily="49" charset="0"/>
              </a:rPr>
              <a:t>//Set</a:t>
            </a:r>
          </a:p>
          <a:p>
            <a:r>
              <a:rPr lang="en-IN" b="0" dirty="0">
                <a:solidFill>
                  <a:srgbClr val="800000"/>
                </a:solidFill>
                <a:effectLst/>
                <a:latin typeface="Consolas" panose="020B0609020204030204" pitchFamily="49" charset="0"/>
              </a:rPr>
              <a:t>&lt;!DOCTYPE</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html</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&lt;html&gt;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&lt;head&gt;&lt;style&gt;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#dd</a:t>
            </a:r>
            <a:r>
              <a:rPr lang="en-IN" b="0" dirty="0">
                <a:solidFill>
                  <a:srgbClr val="000000"/>
                </a:solidFill>
                <a:effectLst/>
                <a:latin typeface="Consolas" panose="020B0609020204030204" pitchFamily="49" charset="0"/>
              </a:rPr>
              <a:t>{</a:t>
            </a:r>
            <a:r>
              <a:rPr lang="en-IN" b="0" dirty="0">
                <a:solidFill>
                  <a:srgbClr val="FF0000"/>
                </a:solidFill>
                <a:effectLst/>
                <a:latin typeface="Consolas" panose="020B0609020204030204" pitchFamily="49" charset="0"/>
              </a:rPr>
              <a:t>color</a:t>
            </a:r>
            <a:r>
              <a:rPr lang="en-IN" b="0" dirty="0">
                <a:solidFill>
                  <a:srgbClr val="000000"/>
                </a:solidFill>
                <a:effectLst/>
                <a:latin typeface="Consolas" panose="020B0609020204030204" pitchFamily="49" charset="0"/>
              </a:rPr>
              <a:t>:</a:t>
            </a:r>
            <a:r>
              <a:rPr lang="en-IN" b="0" dirty="0">
                <a:solidFill>
                  <a:srgbClr val="0451A5"/>
                </a:solidFill>
                <a:effectLst/>
                <a:latin typeface="Consolas" panose="020B0609020204030204" pitchFamily="49" charset="0"/>
              </a:rPr>
              <a:t>green</a:t>
            </a:r>
            <a:r>
              <a:rPr lang="en-IN" b="0" dirty="0">
                <a:solidFill>
                  <a:srgbClr val="000000"/>
                </a:solidFill>
                <a:effectLst/>
                <a:latin typeface="Consolas" panose="020B0609020204030204" pitchFamily="49" charset="0"/>
              </a:rPr>
              <a:t>;}</a:t>
            </a:r>
          </a:p>
          <a:p>
            <a:r>
              <a:rPr lang="en-IN" b="0" dirty="0">
                <a:solidFill>
                  <a:srgbClr val="800000"/>
                </a:solidFill>
                <a:effectLst/>
                <a:latin typeface="Consolas" panose="020B0609020204030204" pitchFamily="49" charset="0"/>
              </a:rPr>
              <a:t>&lt;/style&gt;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&lt;script</a:t>
            </a:r>
            <a:r>
              <a:rPr lang="en-IN" b="0" dirty="0">
                <a:solidFill>
                  <a:srgbClr val="000000"/>
                </a:solidFill>
                <a:effectLst/>
                <a:latin typeface="Consolas" panose="020B0609020204030204" pitchFamily="49" charset="0"/>
              </a:rPr>
              <a:t> </a:t>
            </a:r>
            <a:r>
              <a:rPr lang="en-IN" b="0" dirty="0" err="1">
                <a:solidFill>
                  <a:srgbClr val="FF0000"/>
                </a:solidFill>
                <a:effectLst/>
                <a:latin typeface="Consolas" panose="020B0609020204030204" pitchFamily="49" charset="0"/>
              </a:rPr>
              <a:t>src</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"../jquery-1.9.1.js"</a:t>
            </a:r>
            <a:r>
              <a:rPr lang="en-IN" b="0" dirty="0">
                <a:solidFill>
                  <a:srgbClr val="800000"/>
                </a:solidFill>
                <a:effectLst/>
                <a:latin typeface="Consolas" panose="020B0609020204030204" pitchFamily="49" charset="0"/>
              </a:rPr>
              <a:t>&gt;&lt;/script&gt;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document</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ready</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p>
          <a:p>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p</a:t>
            </a:r>
            <a:r>
              <a:rPr lang="en-IN" b="0" dirty="0">
                <a:solidFill>
                  <a:srgbClr val="000000"/>
                </a:solidFill>
                <a:effectLst/>
                <a:latin typeface="Consolas" panose="020B0609020204030204" pitchFamily="49" charset="0"/>
              </a:rPr>
              <a:t>=</a:t>
            </a:r>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"#dd"</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mouseover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a:t>
            </a:r>
          </a:p>
          <a:p>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"#dd"</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html</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"&lt;b&gt;I have set value&lt;/b&gt;"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a:p>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&lt;/head&gt;&lt;body&gt;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&lt;p</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id</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"dd"</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para 1</a:t>
            </a:r>
            <a:r>
              <a:rPr lang="en-IN" b="0" dirty="0">
                <a:solidFill>
                  <a:srgbClr val="800000"/>
                </a:solidFill>
                <a:effectLst/>
                <a:latin typeface="Consolas" panose="020B0609020204030204" pitchFamily="49" charset="0"/>
              </a:rPr>
              <a:t>&lt;/p&gt;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&lt;/body&gt;&lt;/html&gt;</a:t>
            </a:r>
            <a:endParaRPr lang="en-IN" b="0" dirty="0">
              <a:solidFill>
                <a:srgbClr val="000000"/>
              </a:solidFill>
              <a:effectLst/>
              <a:latin typeface="Consolas" panose="020B0609020204030204" pitchFamily="49" charset="0"/>
            </a:endParaRPr>
          </a:p>
        </p:txBody>
      </p:sp>
      <p:sp>
        <p:nvSpPr>
          <p:cNvPr id="7" name="TextBox 6">
            <a:extLst>
              <a:ext uri="{FF2B5EF4-FFF2-40B4-BE49-F238E27FC236}">
                <a16:creationId xmlns:a16="http://schemas.microsoft.com/office/drawing/2014/main" id="{442B285C-C215-4548-A62D-5C975A41E65B}"/>
              </a:ext>
            </a:extLst>
          </p:cNvPr>
          <p:cNvSpPr txBox="1"/>
          <p:nvPr/>
        </p:nvSpPr>
        <p:spPr>
          <a:xfrm>
            <a:off x="5692879" y="5556918"/>
            <a:ext cx="5928850" cy="923330"/>
          </a:xfrm>
          <a:prstGeom prst="rect">
            <a:avLst/>
          </a:prstGeom>
          <a:ln w="57150"/>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1800" b="0" dirty="0">
                <a:solidFill>
                  <a:srgbClr val="795E26"/>
                </a:solidFill>
                <a:effectLst/>
                <a:latin typeface="Consolas" panose="020B0609020204030204" pitchFamily="49" charset="0"/>
              </a:rPr>
              <a:t>html</a:t>
            </a:r>
            <a:r>
              <a:rPr lang="en-IN" sz="1800" b="0" dirty="0">
                <a:solidFill>
                  <a:srgbClr val="000000"/>
                </a:solidFill>
                <a:effectLst/>
                <a:latin typeface="Consolas" panose="020B0609020204030204" pitchFamily="49" charset="0"/>
              </a:rPr>
              <a:t>();</a:t>
            </a:r>
            <a:r>
              <a:rPr lang="en-IN" sz="1800" b="0" dirty="0">
                <a:solidFill>
                  <a:srgbClr val="000000"/>
                </a:solidFill>
                <a:effectLst/>
                <a:latin typeface="Consolas" panose="020B0609020204030204" pitchFamily="49" charset="0"/>
                <a:sym typeface="Wingdings" panose="05000000000000000000" pitchFamily="2" charset="2"/>
              </a:rPr>
              <a:t> Get</a:t>
            </a:r>
          </a:p>
          <a:p>
            <a:r>
              <a:rPr lang="en-IN" b="0" dirty="0">
                <a:solidFill>
                  <a:srgbClr val="795E26"/>
                </a:solidFill>
                <a:effectLst/>
                <a:latin typeface="Consolas" panose="020B0609020204030204" pitchFamily="49" charset="0"/>
              </a:rPr>
              <a:t>html</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"&lt;b&gt;I have set value&lt;/b&gt;"</a:t>
            </a:r>
            <a:r>
              <a:rPr lang="en-IN" b="0" dirty="0">
                <a:solidFill>
                  <a:srgbClr val="000000"/>
                </a:solidFill>
                <a:effectLst/>
                <a:latin typeface="Consolas" panose="020B0609020204030204" pitchFamily="49" charset="0"/>
              </a:rPr>
              <a:t>);</a:t>
            </a:r>
            <a:r>
              <a:rPr lang="en-IN" dirty="0">
                <a:solidFill>
                  <a:srgbClr val="000000"/>
                </a:solidFill>
                <a:latin typeface="Consolas" panose="020B0609020204030204" pitchFamily="49" charset="0"/>
                <a:sym typeface="Wingdings" panose="05000000000000000000" pitchFamily="2" charset="2"/>
              </a:rPr>
              <a:t> Set</a:t>
            </a:r>
            <a:endParaRPr lang="en-IN" sz="1800" b="0" dirty="0">
              <a:solidFill>
                <a:srgbClr val="000000"/>
              </a:solidFill>
              <a:effectLst/>
              <a:latin typeface="Consolas" panose="020B0609020204030204" pitchFamily="49" charset="0"/>
              <a:sym typeface="Wingdings" panose="05000000000000000000" pitchFamily="2" charset="2"/>
            </a:endParaRPr>
          </a:p>
          <a:p>
            <a:endParaRPr lang="en-IN" dirty="0"/>
          </a:p>
        </p:txBody>
      </p:sp>
    </p:spTree>
    <p:extLst>
      <p:ext uri="{BB962C8B-B14F-4D97-AF65-F5344CB8AC3E}">
        <p14:creationId xmlns:p14="http://schemas.microsoft.com/office/powerpoint/2010/main" val="35586571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D1826-C116-4717-B793-24C6F2C47687}"/>
              </a:ext>
            </a:extLst>
          </p:cNvPr>
          <p:cNvSpPr>
            <a:spLocks noGrp="1"/>
          </p:cNvSpPr>
          <p:nvPr>
            <p:ph type="title"/>
          </p:nvPr>
        </p:nvSpPr>
        <p:spPr>
          <a:xfrm>
            <a:off x="1033616" y="0"/>
            <a:ext cx="10124768" cy="863907"/>
          </a:xfrm>
        </p:spPr>
        <p:txBody>
          <a:bodyPr/>
          <a:lstStyle/>
          <a:p>
            <a:r>
              <a:rPr lang="en-US" dirty="0"/>
              <a:t>Difference between text and html</a:t>
            </a:r>
            <a:endParaRPr lang="en-IN" dirty="0"/>
          </a:p>
        </p:txBody>
      </p:sp>
      <p:sp>
        <p:nvSpPr>
          <p:cNvPr id="3" name="Content Placeholder 2">
            <a:extLst>
              <a:ext uri="{FF2B5EF4-FFF2-40B4-BE49-F238E27FC236}">
                <a16:creationId xmlns:a16="http://schemas.microsoft.com/office/drawing/2014/main" id="{122C42ED-BEB5-4B42-A9B3-778FF3DB80CF}"/>
              </a:ext>
            </a:extLst>
          </p:cNvPr>
          <p:cNvSpPr>
            <a:spLocks noGrp="1"/>
          </p:cNvSpPr>
          <p:nvPr>
            <p:ph idx="1"/>
          </p:nvPr>
        </p:nvSpPr>
        <p:spPr>
          <a:xfrm>
            <a:off x="265471" y="863907"/>
            <a:ext cx="11088329" cy="1957951"/>
          </a:xfrm>
        </p:spPr>
        <p:txBody>
          <a:bodyPr/>
          <a:lstStyle/>
          <a:p>
            <a:pPr marL="0" indent="0">
              <a:buNone/>
            </a:pPr>
            <a:r>
              <a:rPr lang="en-US" sz="1400" dirty="0"/>
              <a:t>Setter method of text can not under stand tag , it will read </a:t>
            </a:r>
            <a:r>
              <a:rPr lang="en-IN" sz="1400" b="0" dirty="0">
                <a:solidFill>
                  <a:srgbClr val="795E26"/>
                </a:solidFill>
                <a:effectLst/>
                <a:latin typeface="Consolas" panose="020B0609020204030204" pitchFamily="49" charset="0"/>
              </a:rPr>
              <a:t>text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"&lt;b&gt;I have set value&lt;/b&gt;"</a:t>
            </a:r>
            <a:r>
              <a:rPr lang="en-IN" sz="1400" b="0" dirty="0">
                <a:solidFill>
                  <a:srgbClr val="000000"/>
                </a:solidFill>
                <a:effectLst/>
                <a:latin typeface="Consolas" panose="020B0609020204030204" pitchFamily="49" charset="0"/>
              </a:rPr>
              <a:t>); &lt;b&gt; tag as text and get printed in browser as text</a:t>
            </a:r>
          </a:p>
          <a:p>
            <a:pPr marL="0" indent="0">
              <a:buNone/>
            </a:pPr>
            <a:endParaRPr lang="en-IN" sz="1400" b="0" dirty="0">
              <a:solidFill>
                <a:srgbClr val="000000"/>
              </a:solidFill>
              <a:effectLst/>
              <a:latin typeface="Consolas" panose="020B0609020204030204" pitchFamily="49" charset="0"/>
            </a:endParaRPr>
          </a:p>
          <a:p>
            <a:pPr marL="0" indent="0">
              <a:buNone/>
            </a:pPr>
            <a:r>
              <a:rPr lang="en-IN" sz="1400" dirty="0">
                <a:solidFill>
                  <a:srgbClr val="000000"/>
                </a:solidFill>
                <a:latin typeface="Consolas" panose="020B0609020204030204" pitchFamily="49" charset="0"/>
              </a:rPr>
              <a:t>Setter method of html can understand tag. It will read</a:t>
            </a:r>
          </a:p>
          <a:p>
            <a:pPr marL="0" indent="0">
              <a:buNone/>
            </a:pPr>
            <a:r>
              <a:rPr lang="en-IN" sz="1400" b="0" dirty="0">
                <a:solidFill>
                  <a:srgbClr val="795E26"/>
                </a:solidFill>
                <a:effectLst/>
                <a:latin typeface="Consolas" panose="020B0609020204030204" pitchFamily="49" charset="0"/>
              </a:rPr>
              <a:t>html</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"&lt;b&gt;I have set value&lt;/b&gt;"</a:t>
            </a:r>
            <a:r>
              <a:rPr lang="en-IN" sz="1400" b="0" dirty="0">
                <a:solidFill>
                  <a:srgbClr val="000000"/>
                </a:solidFill>
                <a:effectLst/>
                <a:latin typeface="Consolas" panose="020B0609020204030204" pitchFamily="49" charset="0"/>
              </a:rPr>
              <a:t>) &lt;b&gt; tag as tag and will give effect in browser.</a:t>
            </a:r>
            <a:endParaRPr lang="en-IN" sz="1400" b="0" dirty="0">
              <a:solidFill>
                <a:srgbClr val="000000"/>
              </a:solidFill>
              <a:effectLst/>
              <a:latin typeface="Consolas" panose="020B0609020204030204" pitchFamily="49" charset="0"/>
              <a:sym typeface="Wingdings" panose="05000000000000000000" pitchFamily="2" charset="2"/>
            </a:endParaRPr>
          </a:p>
          <a:p>
            <a:pPr marL="0" indent="0">
              <a:buNone/>
            </a:pPr>
            <a:endParaRPr lang="en-IN" dirty="0"/>
          </a:p>
        </p:txBody>
      </p:sp>
      <p:sp>
        <p:nvSpPr>
          <p:cNvPr id="5" name="TextBox 4">
            <a:extLst>
              <a:ext uri="{FF2B5EF4-FFF2-40B4-BE49-F238E27FC236}">
                <a16:creationId xmlns:a16="http://schemas.microsoft.com/office/drawing/2014/main" id="{8559840E-5119-4808-851D-3258D6BA5124}"/>
              </a:ext>
            </a:extLst>
          </p:cNvPr>
          <p:cNvSpPr txBox="1"/>
          <p:nvPr/>
        </p:nvSpPr>
        <p:spPr>
          <a:xfrm>
            <a:off x="117986" y="2568366"/>
            <a:ext cx="11847871" cy="3693319"/>
          </a:xfrm>
          <a:prstGeom prst="rect">
            <a:avLst/>
          </a:prstGeom>
          <a:noFill/>
        </p:spPr>
        <p:txBody>
          <a:bodyPr wrap="square">
            <a:spAutoFit/>
          </a:bodyPr>
          <a:lstStyle/>
          <a:p>
            <a:r>
              <a:rPr kumimoji="0" lang="en-IN" sz="18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"p"</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lang="en-IN" sz="1800" b="0" dirty="0">
                <a:solidFill>
                  <a:srgbClr val="795E26"/>
                </a:solidFill>
                <a:effectLst/>
                <a:latin typeface="Consolas" panose="020B0609020204030204" pitchFamily="49" charset="0"/>
              </a:rPr>
              <a:t>html</a:t>
            </a:r>
            <a:r>
              <a:rPr lang="en-IN" sz="1800" b="0" dirty="0">
                <a:solidFill>
                  <a:srgbClr val="000000"/>
                </a:solidFill>
                <a:effectLst/>
                <a:latin typeface="Consolas" panose="020B0609020204030204" pitchFamily="49" charset="0"/>
              </a:rPr>
              <a:t>(); if you have 5 p tag on a page it will select 1st p tag.[</a:t>
            </a:r>
            <a:r>
              <a:rPr lang="en-IN" sz="1800" b="0" dirty="0" err="1">
                <a:solidFill>
                  <a:srgbClr val="000000"/>
                </a:solidFill>
                <a:effectLst/>
                <a:latin typeface="Consolas" panose="020B0609020204030204" pitchFamily="49" charset="0"/>
              </a:rPr>
              <a:t>querSelector</a:t>
            </a:r>
            <a:r>
              <a:rPr lang="en-IN" sz="1800" b="0" dirty="0">
                <a:solidFill>
                  <a:srgbClr val="000000"/>
                </a:solidFill>
                <a:effectLst/>
                <a:latin typeface="Consolas" panose="020B0609020204030204" pitchFamily="49" charset="0"/>
              </a:rPr>
              <a:t>]</a:t>
            </a:r>
          </a:p>
          <a:p>
            <a:r>
              <a:rPr lang="en-IN" sz="1800" b="0" dirty="0">
                <a:solidFill>
                  <a:srgbClr val="000000"/>
                </a:solidFill>
                <a:effectLst/>
                <a:latin typeface="Consolas" panose="020B0609020204030204" pitchFamily="49" charset="0"/>
              </a:rPr>
              <a:t> </a:t>
            </a:r>
          </a:p>
          <a:p>
            <a:r>
              <a:rPr kumimoji="0" lang="en-IN" sz="18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"p"</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lang="en-IN" sz="1800" b="0" dirty="0">
                <a:solidFill>
                  <a:srgbClr val="795E26"/>
                </a:solidFill>
                <a:effectLst/>
                <a:latin typeface="Consolas" panose="020B0609020204030204" pitchFamily="49" charset="0"/>
              </a:rPr>
              <a:t>html</a:t>
            </a:r>
            <a:r>
              <a:rPr lang="en-IN" sz="1800" b="0" dirty="0">
                <a:solidFill>
                  <a:srgbClr val="000000"/>
                </a:solidFill>
                <a:effectLst/>
                <a:latin typeface="Consolas" panose="020B0609020204030204" pitchFamily="49" charset="0"/>
              </a:rPr>
              <a:t>(“Replace”); if you have 5 p tag on a page it set value for all p tag. [</a:t>
            </a:r>
            <a:r>
              <a:rPr lang="en-IN" sz="1800" b="0" dirty="0" err="1">
                <a:solidFill>
                  <a:srgbClr val="000000"/>
                </a:solidFill>
                <a:effectLst/>
                <a:latin typeface="Consolas" panose="020B0609020204030204" pitchFamily="49" charset="0"/>
              </a:rPr>
              <a:t>querSelectorAll</a:t>
            </a:r>
            <a:r>
              <a:rPr lang="en-IN" sz="1800" b="0" dirty="0">
                <a:solidFill>
                  <a:srgbClr val="000000"/>
                </a:solidFill>
                <a:effectLst/>
                <a:latin typeface="Consolas" panose="020B0609020204030204" pitchFamily="49" charset="0"/>
              </a:rPr>
              <a:t>]</a:t>
            </a:r>
          </a:p>
          <a:p>
            <a:endParaRPr lang="en-IN" sz="1800" b="0" dirty="0">
              <a:solidFill>
                <a:srgbClr val="000000"/>
              </a:solidFill>
              <a:effectLst/>
              <a:latin typeface="Consolas" panose="020B0609020204030204" pitchFamily="49" charset="0"/>
            </a:endParaRPr>
          </a:p>
          <a:p>
            <a:endParaRPr lang="en-IN" dirty="0">
              <a:solidFill>
                <a:srgbClr val="000000"/>
              </a:solidFill>
              <a:latin typeface="Consolas" panose="020B0609020204030204" pitchFamily="49" charset="0"/>
            </a:endParaRPr>
          </a:p>
          <a:p>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“p"</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lang="en-IN" sz="1800" b="0" dirty="0">
                <a:solidFill>
                  <a:srgbClr val="795E26"/>
                </a:solidFill>
                <a:effectLst/>
                <a:latin typeface="Consolas" panose="020B0609020204030204" pitchFamily="49" charset="0"/>
              </a:rPr>
              <a:t>text</a:t>
            </a:r>
            <a:r>
              <a:rPr lang="en-IN" sz="1800" b="0" dirty="0">
                <a:solidFill>
                  <a:srgbClr val="000000"/>
                </a:solidFill>
                <a:effectLst/>
                <a:latin typeface="Consolas" panose="020B0609020204030204" pitchFamily="49" charset="0"/>
              </a:rPr>
              <a:t>(); if you have 5 p tag on a page it will select all p tag.[</a:t>
            </a:r>
            <a:r>
              <a:rPr lang="en-IN" sz="1800" b="0" dirty="0" err="1">
                <a:solidFill>
                  <a:srgbClr val="000000"/>
                </a:solidFill>
                <a:effectLst/>
                <a:latin typeface="Consolas" panose="020B0609020204030204" pitchFamily="49" charset="0"/>
              </a:rPr>
              <a:t>querSelectorAll</a:t>
            </a:r>
            <a:r>
              <a:rPr lang="en-IN" sz="1800" b="0" dirty="0">
                <a:solidFill>
                  <a:srgbClr val="000000"/>
                </a:solidFill>
                <a:effectLst/>
                <a:latin typeface="Consolas" panose="020B0609020204030204" pitchFamily="49" charset="0"/>
              </a:rPr>
              <a:t>]</a:t>
            </a:r>
          </a:p>
          <a:p>
            <a:endParaRPr lang="en-IN" sz="1800" b="0" dirty="0">
              <a:solidFill>
                <a:srgbClr val="000000"/>
              </a:solidFill>
              <a:effectLst/>
              <a:latin typeface="Consolas" panose="020B0609020204030204" pitchFamily="49" charset="0"/>
            </a:endParaRPr>
          </a:p>
          <a:p>
            <a:r>
              <a:rPr kumimoji="0" lang="en-IN" sz="1800" b="0" i="0" u="none" strike="noStrike" kern="1200" cap="none" spc="0" normalizeH="0" baseline="0" noProof="0" dirty="0">
                <a:ln>
                  <a:noFill/>
                </a:ln>
                <a:solidFill>
                  <a:srgbClr val="0070C1"/>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IN" sz="1800" b="0" i="0" u="none" strike="noStrike" kern="1200" cap="none" spc="0" normalizeH="0" baseline="0" noProof="0" dirty="0">
                <a:ln>
                  <a:noFill/>
                </a:ln>
                <a:solidFill>
                  <a:srgbClr val="A31515"/>
                </a:solidFill>
                <a:effectLst/>
                <a:uLnTx/>
                <a:uFillTx/>
                <a:latin typeface="Consolas" panose="020B0609020204030204" pitchFamily="49" charset="0"/>
                <a:ea typeface="+mn-ea"/>
                <a:cs typeface="+mn-cs"/>
              </a:rPr>
              <a:t>"p"</a:t>
            </a:r>
            <a:r>
              <a:rPr kumimoji="0" lang="en-IN"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lang="en-IN" sz="1800" b="0" dirty="0">
                <a:solidFill>
                  <a:srgbClr val="795E26"/>
                </a:solidFill>
                <a:effectLst/>
                <a:latin typeface="Consolas" panose="020B0609020204030204" pitchFamily="49" charset="0"/>
              </a:rPr>
              <a:t> text</a:t>
            </a:r>
            <a:r>
              <a:rPr lang="en-IN" sz="1800" b="0" dirty="0">
                <a:solidFill>
                  <a:srgbClr val="000000"/>
                </a:solidFill>
                <a:effectLst/>
                <a:latin typeface="Consolas" panose="020B0609020204030204" pitchFamily="49" charset="0"/>
              </a:rPr>
              <a:t>(“Replace”); if you have 5 p tag on a page it set value for all p tag. [</a:t>
            </a:r>
            <a:r>
              <a:rPr lang="en-IN" sz="1800" b="0" dirty="0" err="1">
                <a:solidFill>
                  <a:srgbClr val="000000"/>
                </a:solidFill>
                <a:effectLst/>
                <a:latin typeface="Consolas" panose="020B0609020204030204" pitchFamily="49" charset="0"/>
              </a:rPr>
              <a:t>querSelectorAll</a:t>
            </a:r>
            <a:r>
              <a:rPr lang="en-IN" sz="1800" b="0" dirty="0">
                <a:solidFill>
                  <a:srgbClr val="000000"/>
                </a:solidFill>
                <a:effectLst/>
                <a:latin typeface="Consolas" panose="020B0609020204030204" pitchFamily="49" charset="0"/>
              </a:rPr>
              <a:t>]</a:t>
            </a:r>
          </a:p>
          <a:p>
            <a:endParaRPr lang="en-IN" sz="1800" b="0" dirty="0">
              <a:solidFill>
                <a:srgbClr val="000000"/>
              </a:solidFill>
              <a:effectLst/>
              <a:latin typeface="Consolas" panose="020B0609020204030204" pitchFamily="49" charset="0"/>
            </a:endParaRPr>
          </a:p>
          <a:p>
            <a:endParaRPr lang="en-IN" dirty="0">
              <a:solidFill>
                <a:srgbClr val="000000"/>
              </a:solidFill>
              <a:latin typeface="Consolas" panose="020B0609020204030204" pitchFamily="49" charset="0"/>
            </a:endParaRPr>
          </a:p>
          <a:p>
            <a:endParaRPr lang="en-IN" dirty="0"/>
          </a:p>
        </p:txBody>
      </p:sp>
      <p:sp>
        <p:nvSpPr>
          <p:cNvPr id="6" name="Rectangle 1">
            <a:extLst>
              <a:ext uri="{FF2B5EF4-FFF2-40B4-BE49-F238E27FC236}">
                <a16:creationId xmlns:a16="http://schemas.microsoft.com/office/drawing/2014/main" id="{247DC5A4-49ED-4100-8205-6AA6A6ABC89D}"/>
              </a:ext>
            </a:extLst>
          </p:cNvPr>
          <p:cNvSpPr>
            <a:spLocks noChangeArrowheads="1"/>
          </p:cNvSpPr>
          <p:nvPr/>
        </p:nvSpPr>
        <p:spPr bwMode="auto">
          <a:xfrm>
            <a:off x="481779" y="5589146"/>
            <a:ext cx="1129726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The jQuery </a:t>
            </a:r>
            <a:r>
              <a:rPr kumimoji="0" lang="en-US" altLang="en-US" b="0" i="0" u="none" strike="noStrike" cap="none" normalizeH="0" baseline="0" dirty="0">
                <a:ln>
                  <a:noFill/>
                </a:ln>
                <a:solidFill>
                  <a:schemeClr val="tx1"/>
                </a:solidFill>
                <a:effectLst/>
                <a:latin typeface="Arial Unicode MS"/>
              </a:rPr>
              <a:t>text()</a:t>
            </a:r>
            <a:r>
              <a:rPr kumimoji="0" lang="en-US" altLang="en-US" b="0" i="0" u="none" strike="noStrike" cap="none" normalizeH="0" baseline="0" dirty="0">
                <a:ln>
                  <a:noFill/>
                </a:ln>
                <a:solidFill>
                  <a:schemeClr val="tx1"/>
                </a:solidFill>
                <a:effectLst/>
              </a:rPr>
              <a:t> retrieves the values of all the selected elements (i.e. combined text), whereas the other getters such as </a:t>
            </a:r>
            <a:r>
              <a:rPr kumimoji="0" lang="en-US" altLang="en-US" b="0" i="0" u="none" strike="noStrike" cap="none" normalizeH="0" baseline="0" dirty="0">
                <a:ln>
                  <a:noFill/>
                </a:ln>
                <a:solidFill>
                  <a:schemeClr val="tx1"/>
                </a:solidFill>
                <a:effectLst/>
                <a:latin typeface="Arial Unicode MS"/>
              </a:rPr>
              <a:t>html()</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latin typeface="Arial Unicode MS"/>
              </a:rPr>
              <a:t>attr</a:t>
            </a:r>
            <a:r>
              <a:rPr kumimoji="0" lang="en-US" altLang="en-US" b="0" i="0" u="none" strike="noStrike" cap="none" normalizeH="0" baseline="0" dirty="0">
                <a:ln>
                  <a:noFill/>
                </a:ln>
                <a:solidFill>
                  <a:schemeClr val="tx1"/>
                </a:solidFill>
                <a:effectLst/>
                <a:latin typeface="Arial Unicode MS"/>
              </a:rPr>
              <a:t>()</a:t>
            </a:r>
            <a:r>
              <a:rPr kumimoji="0" lang="en-US" altLang="en-US" b="0" i="0" u="none" strike="noStrike" cap="none" normalizeH="0" baseline="0" dirty="0">
                <a:ln>
                  <a:noFill/>
                </a:ln>
                <a:solidFill>
                  <a:schemeClr val="tx1"/>
                </a:solidFill>
                <a:effectLst/>
              </a:rPr>
              <a:t>, and </a:t>
            </a:r>
            <a:r>
              <a:rPr kumimoji="0" lang="en-US" altLang="en-US" b="0" i="0" u="none" strike="noStrike" cap="none" normalizeH="0" baseline="0" dirty="0" err="1">
                <a:ln>
                  <a:noFill/>
                </a:ln>
                <a:solidFill>
                  <a:schemeClr val="tx1"/>
                </a:solidFill>
                <a:effectLst/>
                <a:latin typeface="Arial Unicode MS"/>
              </a:rPr>
              <a:t>val</a:t>
            </a:r>
            <a:r>
              <a:rPr kumimoji="0" lang="en-US" altLang="en-US" b="0" i="0" u="none" strike="noStrike" cap="none" normalizeH="0" baseline="0" dirty="0">
                <a:ln>
                  <a:noFill/>
                </a:ln>
                <a:solidFill>
                  <a:schemeClr val="tx1"/>
                </a:solidFill>
                <a:effectLst/>
                <a:latin typeface="Arial Unicode MS"/>
              </a:rPr>
              <a:t>()</a:t>
            </a:r>
            <a:r>
              <a:rPr kumimoji="0" lang="en-US" altLang="en-US" b="0" i="0" u="none" strike="noStrike" cap="none" normalizeH="0" baseline="0" dirty="0">
                <a:ln>
                  <a:noFill/>
                </a:ln>
                <a:solidFill>
                  <a:schemeClr val="tx1"/>
                </a:solidFill>
                <a:effectLst/>
              </a:rPr>
              <a:t> returns the value only from the first element in the selection.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649095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8A4FE-4C9B-4E60-BEC1-BC1573D736B9}"/>
              </a:ext>
            </a:extLst>
          </p:cNvPr>
          <p:cNvSpPr>
            <a:spLocks noGrp="1"/>
          </p:cNvSpPr>
          <p:nvPr>
            <p:ph type="title"/>
          </p:nvPr>
        </p:nvSpPr>
        <p:spPr>
          <a:xfrm>
            <a:off x="1238864" y="0"/>
            <a:ext cx="9878961" cy="568940"/>
          </a:xfrm>
        </p:spPr>
        <p:txBody>
          <a:bodyPr>
            <a:noAutofit/>
          </a:bodyPr>
          <a:lstStyle/>
          <a:p>
            <a:r>
              <a:rPr lang="en-US" sz="2400" dirty="0" err="1"/>
              <a:t>attr</a:t>
            </a:r>
            <a:r>
              <a:rPr lang="en-US" sz="2400" dirty="0"/>
              <a:t>()</a:t>
            </a:r>
            <a:r>
              <a:rPr lang="en-US" sz="2400" dirty="0">
                <a:sym typeface="Wingdings" panose="05000000000000000000" pitchFamily="2" charset="2"/>
              </a:rPr>
              <a:t> getter setter</a:t>
            </a:r>
            <a:br>
              <a:rPr lang="en-US" sz="2400" dirty="0">
                <a:sym typeface="Wingdings" panose="05000000000000000000" pitchFamily="2" charset="2"/>
              </a:rPr>
            </a:br>
            <a:r>
              <a:rPr lang="en-US" sz="2400" dirty="0" err="1">
                <a:sym typeface="Wingdings" panose="05000000000000000000" pitchFamily="2" charset="2"/>
              </a:rPr>
              <a:t>getAttribute</a:t>
            </a:r>
            <a:r>
              <a:rPr lang="en-US" sz="2400" dirty="0">
                <a:sym typeface="Wingdings" panose="05000000000000000000" pitchFamily="2" charset="2"/>
              </a:rPr>
              <a:t>(“align”)</a:t>
            </a:r>
            <a:br>
              <a:rPr lang="en-US" sz="2400" dirty="0">
                <a:sym typeface="Wingdings" panose="05000000000000000000" pitchFamily="2" charset="2"/>
              </a:rPr>
            </a:br>
            <a:r>
              <a:rPr lang="en-US" sz="2400" dirty="0" err="1">
                <a:sym typeface="Wingdings" panose="05000000000000000000" pitchFamily="2" charset="2"/>
              </a:rPr>
              <a:t>setAttribute</a:t>
            </a:r>
            <a:r>
              <a:rPr lang="en-US" sz="2400" dirty="0">
                <a:sym typeface="Wingdings" panose="05000000000000000000" pitchFamily="2" charset="2"/>
              </a:rPr>
              <a:t>(“</a:t>
            </a:r>
            <a:r>
              <a:rPr lang="en-US" sz="2400" dirty="0" err="1">
                <a:sym typeface="Wingdings" panose="05000000000000000000" pitchFamily="2" charset="2"/>
              </a:rPr>
              <a:t>align”,”center</a:t>
            </a:r>
            <a:r>
              <a:rPr lang="en-US" sz="2400">
                <a:sym typeface="Wingdings" panose="05000000000000000000" pitchFamily="2" charset="2"/>
              </a:rPr>
              <a:t>”)</a:t>
            </a:r>
            <a:endParaRPr lang="en-IN" sz="2400" dirty="0"/>
          </a:p>
        </p:txBody>
      </p:sp>
      <p:sp>
        <p:nvSpPr>
          <p:cNvPr id="3" name="Content Placeholder 2">
            <a:extLst>
              <a:ext uri="{FF2B5EF4-FFF2-40B4-BE49-F238E27FC236}">
                <a16:creationId xmlns:a16="http://schemas.microsoft.com/office/drawing/2014/main" id="{B9E2D500-C4E1-4521-B6E4-8C1E54C0DD82}"/>
              </a:ext>
            </a:extLst>
          </p:cNvPr>
          <p:cNvSpPr>
            <a:spLocks noGrp="1"/>
          </p:cNvSpPr>
          <p:nvPr>
            <p:ph idx="1"/>
          </p:nvPr>
        </p:nvSpPr>
        <p:spPr>
          <a:xfrm>
            <a:off x="164689" y="571141"/>
            <a:ext cx="5712543" cy="5715717"/>
          </a:xfrm>
        </p:spPr>
        <p:txBody>
          <a:bodyPr>
            <a:noAutofit/>
          </a:bodyPr>
          <a:lstStyle/>
          <a:p>
            <a:pPr marL="0" indent="0">
              <a:buNone/>
            </a:pPr>
            <a:r>
              <a:rPr lang="en-IN" sz="1600" b="0" dirty="0">
                <a:solidFill>
                  <a:srgbClr val="800000"/>
                </a:solidFill>
                <a:effectLst/>
                <a:latin typeface="Consolas" panose="020B0609020204030204" pitchFamily="49" charset="0"/>
              </a:rPr>
              <a:t>//Get</a:t>
            </a:r>
          </a:p>
          <a:p>
            <a:pPr marL="0" indent="0">
              <a:buNone/>
            </a:pPr>
            <a:r>
              <a:rPr lang="en-IN" sz="1600" b="0" dirty="0">
                <a:solidFill>
                  <a:srgbClr val="800000"/>
                </a:solidFill>
                <a:effectLst/>
                <a:latin typeface="Consolas" panose="020B0609020204030204" pitchFamily="49" charset="0"/>
              </a:rPr>
              <a:t>&lt;!DOCTYPE</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html</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pPr marL="0" indent="0">
              <a:buNone/>
            </a:pPr>
            <a:r>
              <a:rPr lang="en-IN" sz="1600" b="0" dirty="0">
                <a:solidFill>
                  <a:srgbClr val="800000"/>
                </a:solidFill>
                <a:effectLst/>
                <a:latin typeface="Consolas" panose="020B0609020204030204" pitchFamily="49" charset="0"/>
              </a:rPr>
              <a:t>&lt;html&gt;</a:t>
            </a:r>
            <a:endParaRPr lang="en-IN" sz="1600" b="0" dirty="0">
              <a:solidFill>
                <a:srgbClr val="000000"/>
              </a:solidFill>
              <a:effectLst/>
              <a:latin typeface="Consolas" panose="020B0609020204030204" pitchFamily="49" charset="0"/>
            </a:endParaRPr>
          </a:p>
          <a:p>
            <a:pPr marL="0" indent="0">
              <a:buNone/>
            </a:pPr>
            <a:r>
              <a:rPr lang="en-IN" sz="1600" b="0" dirty="0">
                <a:solidFill>
                  <a:srgbClr val="800000"/>
                </a:solidFill>
                <a:effectLst/>
                <a:latin typeface="Consolas" panose="020B0609020204030204" pitchFamily="49" charset="0"/>
              </a:rPr>
              <a:t>&lt;head&lt;script</a:t>
            </a:r>
            <a:r>
              <a:rPr lang="en-IN" sz="1600" b="0" dirty="0">
                <a:solidFill>
                  <a:srgbClr val="000000"/>
                </a:solidFill>
                <a:effectLst/>
                <a:latin typeface="Consolas" panose="020B0609020204030204" pitchFamily="49" charset="0"/>
              </a:rPr>
              <a:t> </a:t>
            </a:r>
            <a:r>
              <a:rPr lang="en-IN" sz="1600" b="0" dirty="0" err="1">
                <a:solidFill>
                  <a:srgbClr val="FF0000"/>
                </a:solidFill>
                <a:effectLst/>
                <a:latin typeface="Consolas" panose="020B0609020204030204" pitchFamily="49" charset="0"/>
              </a:rPr>
              <a:t>src</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"jquery-1.9.1.js"</a:t>
            </a:r>
            <a:r>
              <a:rPr lang="en-IN" sz="1600" b="0" dirty="0">
                <a:solidFill>
                  <a:srgbClr val="800000"/>
                </a:solidFill>
                <a:effectLst/>
                <a:latin typeface="Consolas" panose="020B0609020204030204" pitchFamily="49" charset="0"/>
              </a:rPr>
              <a:t>&gt;&lt;/script&gt;</a:t>
            </a:r>
            <a:endParaRPr lang="en-IN" sz="1600" b="0" dirty="0">
              <a:solidFill>
                <a:srgbClr val="000000"/>
              </a:solidFill>
              <a:effectLst/>
              <a:latin typeface="Consolas" panose="020B0609020204030204" pitchFamily="49" charset="0"/>
            </a:endParaRPr>
          </a:p>
          <a:p>
            <a:pPr marL="0" indent="0">
              <a:buNone/>
            </a:pPr>
            <a:r>
              <a:rPr lang="en-IN" sz="1600" b="0" dirty="0">
                <a:solidFill>
                  <a:srgbClr val="800000"/>
                </a:solidFill>
                <a:effectLst/>
                <a:latin typeface="Consolas" panose="020B0609020204030204" pitchFamily="49" charset="0"/>
              </a:rPr>
              <a:t>&lt;script&gt;</a:t>
            </a:r>
            <a:endParaRPr lang="en-IN" sz="1600" b="0" dirty="0">
              <a:solidFill>
                <a:srgbClr val="000000"/>
              </a:solidFill>
              <a:effectLst/>
              <a:latin typeface="Consolas" panose="020B0609020204030204" pitchFamily="49" charset="0"/>
            </a:endParaRPr>
          </a:p>
          <a:p>
            <a:pPr marL="0" indent="0">
              <a:buNone/>
            </a:pPr>
            <a:r>
              <a:rPr lang="en-IN" sz="1600" b="0" dirty="0">
                <a:solidFill>
                  <a:srgbClr val="0070C1"/>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001080"/>
                </a:solidFill>
                <a:effectLst/>
                <a:latin typeface="Consolas" panose="020B0609020204030204" pitchFamily="49" charset="0"/>
              </a:rPr>
              <a:t>document</a:t>
            </a:r>
            <a:r>
              <a:rPr lang="en-IN" sz="1600" b="0" dirty="0">
                <a:solidFill>
                  <a:srgbClr val="000000"/>
                </a:solidFill>
                <a:effectLst/>
                <a:latin typeface="Consolas" panose="020B0609020204030204" pitchFamily="49" charset="0"/>
              </a:rPr>
              <a:t>).</a:t>
            </a:r>
            <a:r>
              <a:rPr lang="en-IN" sz="1600" b="0" dirty="0">
                <a:solidFill>
                  <a:srgbClr val="795E26"/>
                </a:solidFill>
                <a:effectLst/>
                <a:latin typeface="Consolas" panose="020B0609020204030204" pitchFamily="49" charset="0"/>
              </a:rPr>
              <a:t>ready</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 {</a:t>
            </a:r>
          </a:p>
          <a:p>
            <a:pPr marL="0" indent="0">
              <a:buNone/>
            </a:pP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var</a:t>
            </a:r>
            <a:r>
              <a:rPr lang="en-IN" sz="1600" b="0" dirty="0">
                <a:solidFill>
                  <a:srgbClr val="000000"/>
                </a:solidFill>
                <a:effectLst/>
                <a:latin typeface="Consolas" panose="020B0609020204030204" pitchFamily="49" charset="0"/>
              </a:rPr>
              <a:t> </a:t>
            </a:r>
            <a:r>
              <a:rPr lang="en-IN" sz="1600" b="0" dirty="0">
                <a:solidFill>
                  <a:srgbClr val="001080"/>
                </a:solidFill>
                <a:effectLst/>
                <a:latin typeface="Consolas" panose="020B0609020204030204" pitchFamily="49" charset="0"/>
              </a:rPr>
              <a:t>b</a:t>
            </a:r>
            <a:r>
              <a:rPr lang="en-IN" sz="1600" b="0" dirty="0">
                <a:solidFill>
                  <a:srgbClr val="000000"/>
                </a:solidFill>
                <a:effectLst/>
                <a:latin typeface="Consolas" panose="020B0609020204030204" pitchFamily="49" charset="0"/>
              </a:rPr>
              <a:t>=</a:t>
            </a:r>
            <a:r>
              <a:rPr lang="en-IN" sz="1600" b="0" dirty="0">
                <a:solidFill>
                  <a:srgbClr val="0070C1"/>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"#aa"</a:t>
            </a:r>
            <a:r>
              <a:rPr lang="en-IN" sz="1600" b="0" dirty="0">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attr</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a:t>
            </a:r>
            <a:r>
              <a:rPr lang="en-IN" sz="1600" b="0" dirty="0" err="1">
                <a:solidFill>
                  <a:srgbClr val="A31515"/>
                </a:solidFill>
                <a:effectLst/>
                <a:latin typeface="Consolas" panose="020B0609020204030204" pitchFamily="49" charset="0"/>
              </a:rPr>
              <a:t>href</a:t>
            </a:r>
            <a:r>
              <a:rPr lang="en-IN" sz="1600" b="0" dirty="0">
                <a:solidFill>
                  <a:srgbClr val="A31515"/>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p>
          <a:p>
            <a:pPr marL="0" indent="0">
              <a:buNone/>
            </a:pPr>
            <a:r>
              <a:rPr lang="en-IN" sz="1600" b="0" dirty="0">
                <a:solidFill>
                  <a:srgbClr val="795E26"/>
                </a:solidFill>
                <a:effectLst/>
                <a:latin typeface="Consolas" panose="020B0609020204030204" pitchFamily="49" charset="0"/>
              </a:rPr>
              <a:t>alert</a:t>
            </a:r>
            <a:r>
              <a:rPr lang="en-IN" sz="1600" b="0" dirty="0">
                <a:solidFill>
                  <a:srgbClr val="000000"/>
                </a:solidFill>
                <a:effectLst/>
                <a:latin typeface="Consolas" panose="020B0609020204030204" pitchFamily="49" charset="0"/>
              </a:rPr>
              <a:t>(</a:t>
            </a:r>
            <a:r>
              <a:rPr lang="en-IN" sz="1600" b="0" dirty="0">
                <a:solidFill>
                  <a:srgbClr val="001080"/>
                </a:solidFill>
                <a:effectLst/>
                <a:latin typeface="Consolas" panose="020B0609020204030204" pitchFamily="49" charset="0"/>
              </a:rPr>
              <a:t>b</a:t>
            </a:r>
            <a:r>
              <a:rPr lang="en-IN" sz="1600" b="0" dirty="0">
                <a:solidFill>
                  <a:srgbClr val="000000"/>
                </a:solidFill>
                <a:effectLst/>
                <a:latin typeface="Consolas" panose="020B0609020204030204" pitchFamily="49" charset="0"/>
              </a:rPr>
              <a:t>);</a:t>
            </a:r>
          </a:p>
          <a:p>
            <a:pPr marL="0" indent="0">
              <a:buNone/>
            </a:pPr>
            <a:r>
              <a:rPr lang="en-IN" sz="1600" b="0" dirty="0">
                <a:solidFill>
                  <a:srgbClr val="000000"/>
                </a:solidFill>
                <a:effectLst/>
                <a:latin typeface="Consolas" panose="020B0609020204030204" pitchFamily="49" charset="0"/>
              </a:rPr>
              <a:t>});</a:t>
            </a:r>
          </a:p>
          <a:p>
            <a:pPr marL="0" indent="0">
              <a:buNone/>
            </a:pPr>
            <a:r>
              <a:rPr lang="en-IN" sz="1600" b="0" dirty="0">
                <a:solidFill>
                  <a:srgbClr val="800000"/>
                </a:solidFill>
                <a:effectLst/>
                <a:latin typeface="Consolas" panose="020B0609020204030204" pitchFamily="49" charset="0"/>
              </a:rPr>
              <a:t>&lt;/script&gt;</a:t>
            </a:r>
            <a:endParaRPr lang="en-IN" sz="1600" b="0" dirty="0">
              <a:solidFill>
                <a:srgbClr val="000000"/>
              </a:solidFill>
              <a:effectLst/>
              <a:latin typeface="Consolas" panose="020B0609020204030204" pitchFamily="49" charset="0"/>
            </a:endParaRPr>
          </a:p>
          <a:p>
            <a:pPr marL="0" indent="0">
              <a:buNone/>
            </a:pPr>
            <a:r>
              <a:rPr lang="en-IN" sz="1600" b="0" dirty="0">
                <a:solidFill>
                  <a:srgbClr val="800000"/>
                </a:solidFill>
                <a:effectLst/>
                <a:latin typeface="Consolas" panose="020B0609020204030204" pitchFamily="49" charset="0"/>
              </a:rPr>
              <a:t>&lt;/head&gt;&lt;body&gt;</a:t>
            </a:r>
            <a:endParaRPr lang="en-IN" sz="1600" b="0" dirty="0">
              <a:solidFill>
                <a:srgbClr val="000000"/>
              </a:solidFill>
              <a:effectLst/>
              <a:latin typeface="Consolas" panose="020B0609020204030204" pitchFamily="49" charset="0"/>
            </a:endParaRPr>
          </a:p>
          <a:p>
            <a:pPr marL="0" indent="0">
              <a:buNone/>
            </a:pPr>
            <a:r>
              <a:rPr lang="en-IN" sz="1600" b="0" dirty="0">
                <a:solidFill>
                  <a:srgbClr val="800000"/>
                </a:solidFill>
                <a:effectLst/>
                <a:latin typeface="Consolas" panose="020B0609020204030204" pitchFamily="49" charset="0"/>
              </a:rPr>
              <a:t>&lt;a</a:t>
            </a:r>
            <a:r>
              <a:rPr lang="en-IN" sz="1600" b="0" dirty="0">
                <a:solidFill>
                  <a:srgbClr val="000000"/>
                </a:solidFill>
                <a:effectLst/>
                <a:latin typeface="Consolas" panose="020B0609020204030204" pitchFamily="49" charset="0"/>
              </a:rPr>
              <a:t> </a:t>
            </a:r>
            <a:r>
              <a:rPr lang="en-IN" sz="1600" b="0" dirty="0" err="1">
                <a:solidFill>
                  <a:srgbClr val="FF0000"/>
                </a:solidFill>
                <a:effectLst/>
                <a:latin typeface="Consolas" panose="020B0609020204030204" pitchFamily="49" charset="0"/>
              </a:rPr>
              <a:t>href</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"01.html"</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id</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"aa"</a:t>
            </a:r>
            <a:r>
              <a:rPr lang="en-IN" sz="1600" b="0" dirty="0">
                <a:solidFill>
                  <a:srgbClr val="CD3131"/>
                </a:solidFill>
                <a:effectLst/>
                <a:latin typeface="Consolas" panose="020B0609020204030204" pitchFamily="49" charset="0"/>
              </a:rPr>
              <a:t>/</a:t>
            </a:r>
            <a:r>
              <a:rPr lang="en-IN" sz="1600" b="0" dirty="0">
                <a:solidFill>
                  <a:srgbClr val="800000"/>
                </a:solidFill>
                <a:effectLst/>
                <a:latin typeface="Consolas" panose="020B0609020204030204" pitchFamily="49" charset="0"/>
              </a:rPr>
              <a:t>&gt;</a:t>
            </a:r>
            <a:r>
              <a:rPr lang="en-IN" sz="1600" b="0" dirty="0">
                <a:solidFill>
                  <a:srgbClr val="000000"/>
                </a:solidFill>
                <a:effectLst/>
                <a:latin typeface="Consolas" panose="020B0609020204030204" pitchFamily="49" charset="0"/>
              </a:rPr>
              <a:t>click</a:t>
            </a:r>
            <a:r>
              <a:rPr lang="en-IN" sz="1600" b="0" dirty="0">
                <a:solidFill>
                  <a:srgbClr val="800000"/>
                </a:solidFill>
                <a:effectLst/>
                <a:latin typeface="Consolas" panose="020B0609020204030204" pitchFamily="49" charset="0"/>
              </a:rPr>
              <a:t>&lt;/a&gt;</a:t>
            </a:r>
            <a:endParaRPr lang="en-IN" sz="1600" b="0" dirty="0">
              <a:solidFill>
                <a:srgbClr val="000000"/>
              </a:solidFill>
              <a:effectLst/>
              <a:latin typeface="Consolas" panose="020B0609020204030204" pitchFamily="49" charset="0"/>
            </a:endParaRPr>
          </a:p>
          <a:p>
            <a:pPr marL="0" indent="0">
              <a:buNone/>
            </a:pPr>
            <a:r>
              <a:rPr lang="en-IN" sz="1600" b="0" dirty="0">
                <a:solidFill>
                  <a:srgbClr val="800000"/>
                </a:solidFill>
                <a:effectLst/>
                <a:latin typeface="Consolas" panose="020B0609020204030204" pitchFamily="49" charset="0"/>
              </a:rPr>
              <a:t>&lt;a</a:t>
            </a:r>
            <a:r>
              <a:rPr lang="en-IN" sz="1600" b="0" dirty="0">
                <a:solidFill>
                  <a:srgbClr val="000000"/>
                </a:solidFill>
                <a:effectLst/>
                <a:latin typeface="Consolas" panose="020B0609020204030204" pitchFamily="49" charset="0"/>
              </a:rPr>
              <a:t> </a:t>
            </a:r>
            <a:r>
              <a:rPr lang="en-IN" sz="1600" b="0" dirty="0" err="1">
                <a:solidFill>
                  <a:srgbClr val="FF0000"/>
                </a:solidFill>
                <a:effectLst/>
                <a:latin typeface="Consolas" panose="020B0609020204030204" pitchFamily="49" charset="0"/>
              </a:rPr>
              <a:t>href</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"01.html"</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id</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t>
            </a:r>
            <a:r>
              <a:rPr lang="en-IN" sz="1600" b="0" dirty="0" err="1">
                <a:solidFill>
                  <a:srgbClr val="0000FF"/>
                </a:solidFill>
                <a:effectLst/>
                <a:latin typeface="Consolas" panose="020B0609020204030204" pitchFamily="49" charset="0"/>
              </a:rPr>
              <a:t>nn</a:t>
            </a:r>
            <a:r>
              <a:rPr lang="en-IN" sz="1600" b="0" dirty="0">
                <a:solidFill>
                  <a:srgbClr val="0000FF"/>
                </a:solidFill>
                <a:effectLst/>
                <a:latin typeface="Consolas" panose="020B0609020204030204" pitchFamily="49" charset="0"/>
              </a:rPr>
              <a:t>"</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alt</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"open file 01"</a:t>
            </a:r>
            <a:r>
              <a:rPr lang="en-IN" sz="1600" b="0" dirty="0">
                <a:solidFill>
                  <a:srgbClr val="CD3131"/>
                </a:solidFill>
                <a:effectLst/>
                <a:latin typeface="Consolas" panose="020B0609020204030204" pitchFamily="49" charset="0"/>
              </a:rPr>
              <a:t>/</a:t>
            </a:r>
            <a:r>
              <a:rPr lang="en-IN" sz="1600" b="0" dirty="0">
                <a:solidFill>
                  <a:srgbClr val="800000"/>
                </a:solidFill>
                <a:effectLst/>
                <a:latin typeface="Consolas" panose="020B0609020204030204" pitchFamily="49" charset="0"/>
              </a:rPr>
              <a:t>&gt;</a:t>
            </a:r>
          </a:p>
          <a:p>
            <a:pPr marL="0" indent="0">
              <a:buNone/>
            </a:pPr>
            <a:r>
              <a:rPr lang="en-IN" sz="1600" b="0" dirty="0">
                <a:solidFill>
                  <a:srgbClr val="000000"/>
                </a:solidFill>
                <a:effectLst/>
                <a:latin typeface="Consolas" panose="020B0609020204030204" pitchFamily="49" charset="0"/>
              </a:rPr>
              <a:t>click</a:t>
            </a:r>
            <a:r>
              <a:rPr lang="en-IN" sz="1600" b="0" dirty="0">
                <a:solidFill>
                  <a:srgbClr val="800000"/>
                </a:solidFill>
                <a:effectLst/>
                <a:latin typeface="Consolas" panose="020B0609020204030204" pitchFamily="49" charset="0"/>
              </a:rPr>
              <a:t>&lt;/a&gt;</a:t>
            </a:r>
            <a:endParaRPr lang="en-IN" sz="1600" b="0" dirty="0">
              <a:solidFill>
                <a:srgbClr val="000000"/>
              </a:solidFill>
              <a:effectLst/>
              <a:latin typeface="Consolas" panose="020B0609020204030204" pitchFamily="49" charset="0"/>
            </a:endParaRPr>
          </a:p>
          <a:p>
            <a:pPr marL="0" indent="0">
              <a:buNone/>
            </a:pPr>
            <a:r>
              <a:rPr lang="en-IN" sz="1600" b="0" dirty="0">
                <a:solidFill>
                  <a:srgbClr val="800000"/>
                </a:solidFill>
                <a:effectLst/>
                <a:latin typeface="Consolas" panose="020B0609020204030204" pitchFamily="49" charset="0"/>
              </a:rPr>
              <a:t>&lt;/body&gt;&lt;/html&gt;</a:t>
            </a:r>
            <a:endParaRPr lang="en-IN" sz="1600" b="0" dirty="0">
              <a:solidFill>
                <a:srgbClr val="000000"/>
              </a:solidFill>
              <a:effectLst/>
              <a:latin typeface="Consolas" panose="020B0609020204030204" pitchFamily="49" charset="0"/>
            </a:endParaRPr>
          </a:p>
          <a:p>
            <a:pPr marL="0" indent="0">
              <a:buNone/>
            </a:pPr>
            <a:endParaRPr lang="en-IN" sz="1600" dirty="0"/>
          </a:p>
        </p:txBody>
      </p:sp>
      <p:sp>
        <p:nvSpPr>
          <p:cNvPr id="5" name="TextBox 4">
            <a:extLst>
              <a:ext uri="{FF2B5EF4-FFF2-40B4-BE49-F238E27FC236}">
                <a16:creationId xmlns:a16="http://schemas.microsoft.com/office/drawing/2014/main" id="{A0750759-079D-4288-AF6B-DEA50ADB05CA}"/>
              </a:ext>
            </a:extLst>
          </p:cNvPr>
          <p:cNvSpPr txBox="1"/>
          <p:nvPr/>
        </p:nvSpPr>
        <p:spPr>
          <a:xfrm>
            <a:off x="6096000" y="3943"/>
            <a:ext cx="6096000" cy="5078313"/>
          </a:xfrm>
          <a:prstGeom prst="rect">
            <a:avLst/>
          </a:prstGeom>
          <a:noFill/>
        </p:spPr>
        <p:txBody>
          <a:bodyPr wrap="square">
            <a:spAutoFit/>
          </a:bodyPr>
          <a:lstStyle/>
          <a:p>
            <a:r>
              <a:rPr lang="en-IN" b="0" dirty="0">
                <a:solidFill>
                  <a:srgbClr val="800000"/>
                </a:solidFill>
                <a:effectLst/>
                <a:latin typeface="Consolas" panose="020B0609020204030204" pitchFamily="49" charset="0"/>
              </a:rPr>
              <a:t>&lt;!DOCTYPE</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html</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&lt;html&gt;&lt;head&gt;&lt;script</a:t>
            </a:r>
            <a:r>
              <a:rPr lang="en-IN" b="0" dirty="0">
                <a:solidFill>
                  <a:srgbClr val="000000"/>
                </a:solidFill>
                <a:effectLst/>
                <a:latin typeface="Consolas" panose="020B0609020204030204" pitchFamily="49" charset="0"/>
              </a:rPr>
              <a:t> </a:t>
            </a:r>
            <a:r>
              <a:rPr lang="en-IN" b="0" dirty="0" err="1">
                <a:solidFill>
                  <a:srgbClr val="FF0000"/>
                </a:solidFill>
                <a:effectLst/>
                <a:latin typeface="Consolas" panose="020B0609020204030204" pitchFamily="49" charset="0"/>
              </a:rPr>
              <a:t>src</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"../jquery-1.9.1.js"</a:t>
            </a:r>
            <a:r>
              <a:rPr lang="en-IN" b="0" dirty="0">
                <a:solidFill>
                  <a:srgbClr val="800000"/>
                </a:solidFill>
                <a:effectLst/>
                <a:latin typeface="Consolas" panose="020B0609020204030204" pitchFamily="49" charset="0"/>
              </a:rPr>
              <a:t>&gt;&lt;/script&gt;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document</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ready</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a</a:t>
            </a:r>
            <a:r>
              <a:rPr lang="en-IN" b="0" dirty="0">
                <a:solidFill>
                  <a:srgbClr val="000000"/>
                </a:solidFill>
                <a:effectLst/>
                <a:latin typeface="Consolas" panose="020B0609020204030204" pitchFamily="49" charset="0"/>
              </a:rPr>
              <a:t>=</a:t>
            </a:r>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"#aa"</a:t>
            </a:r>
            <a:r>
              <a:rPr lang="en-IN" b="0" dirty="0">
                <a:solidFill>
                  <a:srgbClr val="000000"/>
                </a:solidFill>
                <a:effectLst/>
                <a:latin typeface="Consolas" panose="020B0609020204030204" pitchFamily="49" charset="0"/>
              </a:rPr>
              <a:t>);</a:t>
            </a:r>
          </a:p>
          <a:p>
            <a:r>
              <a:rPr lang="en-IN" b="0" dirty="0">
                <a:solidFill>
                  <a:srgbClr val="001080"/>
                </a:solidFill>
                <a:effectLst/>
                <a:latin typeface="Consolas" panose="020B0609020204030204" pitchFamily="49" charset="0"/>
              </a:rPr>
              <a:t>	</a:t>
            </a:r>
            <a:r>
              <a:rPr lang="en-IN" b="0" dirty="0" err="1">
                <a:solidFill>
                  <a:srgbClr val="001080"/>
                </a:solidFill>
                <a:effectLst/>
                <a:latin typeface="Consolas" panose="020B0609020204030204" pitchFamily="49" charset="0"/>
              </a:rPr>
              <a:t>a</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mouseover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a</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attr</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"align"</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center</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let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a2</a:t>
            </a:r>
            <a:r>
              <a:rPr lang="en-IN" b="0" dirty="0">
                <a:solidFill>
                  <a:srgbClr val="000000"/>
                </a:solidFill>
                <a:effectLst/>
                <a:latin typeface="Consolas" panose="020B0609020204030204" pitchFamily="49" charset="0"/>
              </a:rPr>
              <a:t>=</a:t>
            </a:r>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nn</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001080"/>
                </a:solidFill>
                <a:effectLst/>
                <a:latin typeface="Consolas" panose="020B0609020204030204" pitchFamily="49" charset="0"/>
              </a:rPr>
              <a:t>	a2</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mouseover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a:t>
            </a:r>
          </a:p>
          <a:p>
            <a:r>
              <a:rPr lang="en-IN" b="0" dirty="0">
                <a:solidFill>
                  <a:srgbClr val="001080"/>
                </a:solidFill>
                <a:effectLst/>
                <a:latin typeface="Consolas" panose="020B0609020204030204" pitchFamily="49" charset="0"/>
              </a:rPr>
              <a:t>	a2</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attr</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"align"</a:t>
            </a:r>
            <a:r>
              <a:rPr lang="en-IN" b="0" dirty="0">
                <a:solidFill>
                  <a:srgbClr val="00108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center</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title"</a:t>
            </a:r>
            <a:r>
              <a:rPr lang="en-IN" b="0" dirty="0" err="1">
                <a:solidFill>
                  <a:srgbClr val="001080"/>
                </a:solidFill>
                <a:effectLst/>
                <a:latin typeface="Consolas" panose="020B0609020204030204" pitchFamily="49" charset="0"/>
              </a:rPr>
              <a:t>:</a:t>
            </a:r>
            <a:r>
              <a:rPr lang="en-IN" b="0" dirty="0" err="1">
                <a:solidFill>
                  <a:srgbClr val="A31515"/>
                </a:solidFill>
                <a:effectLst/>
                <a:latin typeface="Consolas" panose="020B0609020204030204" pitchFamily="49" charset="0"/>
              </a:rPr>
              <a:t>"go</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 ) });</a:t>
            </a:r>
          </a:p>
          <a:p>
            <a:r>
              <a:rPr lang="en-IN" b="0" dirty="0">
                <a:solidFill>
                  <a:srgbClr val="000000"/>
                </a:solidFill>
                <a:effectLst/>
                <a:latin typeface="Consolas" panose="020B0609020204030204" pitchFamily="49" charset="0"/>
              </a:rPr>
              <a:t>});</a:t>
            </a:r>
          </a:p>
          <a:p>
            <a:r>
              <a:rPr lang="en-IN" b="0" dirty="0">
                <a:solidFill>
                  <a:srgbClr val="800000"/>
                </a:solidFill>
                <a:effectLst/>
                <a:latin typeface="Consolas" panose="020B0609020204030204" pitchFamily="49" charset="0"/>
              </a:rPr>
              <a:t>&lt;/script&gt;&lt;/head&gt;&lt;body&gt;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&lt;h1</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id</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"aa"</a:t>
            </a:r>
            <a:r>
              <a:rPr lang="en-IN" b="0" dirty="0">
                <a:solidFill>
                  <a:srgbClr val="000000"/>
                </a:solidFill>
                <a:effectLst/>
                <a:latin typeface="Consolas" panose="020B0609020204030204" pitchFamily="49" charset="0"/>
              </a:rPr>
              <a:t> </a:t>
            </a:r>
            <a:r>
              <a:rPr lang="en-IN" b="0" dirty="0">
                <a:solidFill>
                  <a:srgbClr val="CD3131"/>
                </a:solidFill>
                <a:effectLst/>
                <a:latin typeface="Consolas" panose="020B0609020204030204" pitchFamily="49" charset="0"/>
              </a:rPr>
              <a:t>align</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"right"</a:t>
            </a:r>
            <a:r>
              <a:rPr lang="en-IN" b="0" dirty="0">
                <a:solidFill>
                  <a:srgbClr val="CD3131"/>
                </a:solidFill>
                <a:effectLst/>
                <a:latin typeface="Consolas" panose="020B0609020204030204" pitchFamily="49" charset="0"/>
              </a:rPr>
              <a:t>/</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Hello</a:t>
            </a:r>
            <a:r>
              <a:rPr lang="en-IN" b="0" dirty="0">
                <a:solidFill>
                  <a:srgbClr val="800000"/>
                </a:solidFill>
                <a:effectLst/>
                <a:latin typeface="Consolas" panose="020B0609020204030204" pitchFamily="49" charset="0"/>
              </a:rPr>
              <a:t>&lt;/h1&gt;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&lt;h3</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id</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err="1">
                <a:solidFill>
                  <a:srgbClr val="0000FF"/>
                </a:solidFill>
                <a:effectLst/>
                <a:latin typeface="Consolas" panose="020B0609020204030204" pitchFamily="49" charset="0"/>
              </a:rPr>
              <a:t>nn</a:t>
            </a:r>
            <a:r>
              <a:rPr lang="en-IN" b="0" dirty="0">
                <a:solidFill>
                  <a:srgbClr val="0000FF"/>
                </a:solidFill>
                <a:effectLst/>
                <a:latin typeface="Consolas" panose="020B0609020204030204" pitchFamily="49" charset="0"/>
              </a:rPr>
              <a:t>"</a:t>
            </a:r>
            <a:r>
              <a:rPr lang="en-IN" b="0" dirty="0">
                <a:solidFill>
                  <a:srgbClr val="CD3131"/>
                </a:solidFill>
                <a:effectLst/>
                <a:latin typeface="Consolas" panose="020B0609020204030204" pitchFamily="49" charset="0"/>
              </a:rPr>
              <a:t>/</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h3</a:t>
            </a:r>
            <a:r>
              <a:rPr lang="en-IN" b="0" dirty="0">
                <a:solidFill>
                  <a:srgbClr val="800000"/>
                </a:solidFill>
                <a:effectLst/>
                <a:latin typeface="Consolas" panose="020B0609020204030204" pitchFamily="49" charset="0"/>
              </a:rPr>
              <a:t>&lt;/h3&gt; &lt;/body&gt;&lt;/html&gt;</a:t>
            </a:r>
            <a:endParaRPr lang="en-IN" b="0" dirty="0">
              <a:solidFill>
                <a:srgbClr val="000000"/>
              </a:solidFill>
              <a:effectLst/>
              <a:latin typeface="Consolas" panose="020B0609020204030204" pitchFamily="49" charset="0"/>
            </a:endParaRPr>
          </a:p>
        </p:txBody>
      </p:sp>
      <p:sp>
        <p:nvSpPr>
          <p:cNvPr id="7" name="TextBox 6">
            <a:extLst>
              <a:ext uri="{FF2B5EF4-FFF2-40B4-BE49-F238E27FC236}">
                <a16:creationId xmlns:a16="http://schemas.microsoft.com/office/drawing/2014/main" id="{CCF25E14-1180-42E9-A3C5-BC683D76BC74}"/>
              </a:ext>
            </a:extLst>
          </p:cNvPr>
          <p:cNvSpPr txBox="1"/>
          <p:nvPr/>
        </p:nvSpPr>
        <p:spPr>
          <a:xfrm>
            <a:off x="2698955" y="5181600"/>
            <a:ext cx="6794090" cy="1477328"/>
          </a:xfrm>
          <a:prstGeom prst="rect">
            <a:avLst/>
          </a:prstGeom>
          <a:ln w="57150"/>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1800" b="0" dirty="0" err="1">
                <a:solidFill>
                  <a:srgbClr val="795E26"/>
                </a:solidFill>
                <a:effectLst/>
                <a:latin typeface="Consolas" panose="020B0609020204030204" pitchFamily="49" charset="0"/>
              </a:rPr>
              <a:t>attr</a:t>
            </a:r>
            <a:r>
              <a:rPr lang="en-IN" sz="1800" b="0" dirty="0">
                <a:solidFill>
                  <a:srgbClr val="000000"/>
                </a:solidFill>
                <a:effectLst/>
                <a:latin typeface="Consolas" panose="020B0609020204030204" pitchFamily="49" charset="0"/>
              </a:rPr>
              <a:t>(‘align’);</a:t>
            </a:r>
            <a:r>
              <a:rPr lang="en-IN" sz="1800" b="0" dirty="0">
                <a:solidFill>
                  <a:srgbClr val="000000"/>
                </a:solidFill>
                <a:effectLst/>
                <a:latin typeface="Consolas" panose="020B0609020204030204" pitchFamily="49" charset="0"/>
                <a:sym typeface="Wingdings" panose="05000000000000000000" pitchFamily="2" charset="2"/>
              </a:rPr>
              <a:t> Get value for align attribute</a:t>
            </a:r>
          </a:p>
          <a:p>
            <a:r>
              <a:rPr lang="en-IN" b="0" dirty="0" err="1">
                <a:solidFill>
                  <a:srgbClr val="795E26"/>
                </a:solidFill>
                <a:effectLst/>
                <a:latin typeface="Consolas" panose="020B0609020204030204" pitchFamily="49" charset="0"/>
              </a:rPr>
              <a:t>attr</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"align"</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center</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dirty="0">
                <a:solidFill>
                  <a:srgbClr val="000000"/>
                </a:solidFill>
                <a:latin typeface="Consolas" panose="020B0609020204030204" pitchFamily="49" charset="0"/>
                <a:sym typeface="Wingdings" panose="05000000000000000000" pitchFamily="2" charset="2"/>
              </a:rPr>
              <a:t> </a:t>
            </a:r>
            <a:r>
              <a:rPr lang="en-IN" sz="1600" dirty="0">
                <a:solidFill>
                  <a:srgbClr val="000000"/>
                </a:solidFill>
                <a:latin typeface="Consolas" panose="020B0609020204030204" pitchFamily="49" charset="0"/>
                <a:sym typeface="Wingdings" panose="05000000000000000000" pitchFamily="2" charset="2"/>
              </a:rPr>
              <a:t>Set value for align attribute </a:t>
            </a:r>
            <a:endParaRPr lang="en-IN" dirty="0">
              <a:solidFill>
                <a:srgbClr val="000000"/>
              </a:solidFill>
              <a:latin typeface="Consolas" panose="020B0609020204030204" pitchFamily="49" charset="0"/>
              <a:sym typeface="Wingdings" panose="05000000000000000000" pitchFamily="2" charset="2"/>
            </a:endParaRPr>
          </a:p>
          <a:p>
            <a:endParaRPr lang="en-IN" sz="1800" b="0" dirty="0">
              <a:solidFill>
                <a:srgbClr val="000000"/>
              </a:solidFill>
              <a:effectLst/>
              <a:latin typeface="Consolas" panose="020B0609020204030204" pitchFamily="49" charset="0"/>
              <a:sym typeface="Wingdings" panose="05000000000000000000" pitchFamily="2" charset="2"/>
            </a:endParaRPr>
          </a:p>
          <a:p>
            <a:r>
              <a:rPr lang="en-IN" b="0" dirty="0" err="1">
                <a:solidFill>
                  <a:srgbClr val="795E26"/>
                </a:solidFill>
                <a:effectLst/>
                <a:latin typeface="Consolas" panose="020B0609020204030204" pitchFamily="49" charset="0"/>
              </a:rPr>
              <a:t>attr</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"align"</a:t>
            </a:r>
            <a:r>
              <a:rPr lang="en-IN" b="0" dirty="0">
                <a:solidFill>
                  <a:srgbClr val="00108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center</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title"</a:t>
            </a:r>
            <a:r>
              <a:rPr lang="en-IN" b="0" dirty="0" err="1">
                <a:solidFill>
                  <a:srgbClr val="001080"/>
                </a:solidFill>
                <a:effectLst/>
                <a:latin typeface="Consolas" panose="020B0609020204030204" pitchFamily="49" charset="0"/>
              </a:rPr>
              <a:t>:</a:t>
            </a:r>
            <a:r>
              <a:rPr lang="en-IN" b="0" dirty="0" err="1">
                <a:solidFill>
                  <a:srgbClr val="A31515"/>
                </a:solidFill>
                <a:effectLst/>
                <a:latin typeface="Consolas" panose="020B0609020204030204" pitchFamily="49" charset="0"/>
              </a:rPr>
              <a:t>"go</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000000"/>
                </a:solidFill>
                <a:effectLst/>
                <a:latin typeface="Consolas" panose="020B0609020204030204" pitchFamily="49" charset="0"/>
                <a:sym typeface="Wingdings" panose="05000000000000000000" pitchFamily="2" charset="2"/>
              </a:rPr>
              <a:t>allow you to set multiple </a:t>
            </a:r>
            <a:r>
              <a:rPr lang="en-IN" b="0" dirty="0" err="1">
                <a:solidFill>
                  <a:srgbClr val="000000"/>
                </a:solidFill>
                <a:effectLst/>
                <a:latin typeface="Consolas" panose="020B0609020204030204" pitchFamily="49" charset="0"/>
                <a:sym typeface="Wingdings" panose="05000000000000000000" pitchFamily="2" charset="2"/>
              </a:rPr>
              <a:t>attribut</a:t>
            </a:r>
            <a:r>
              <a:rPr lang="en-IN" b="0" dirty="0">
                <a:solidFill>
                  <a:srgbClr val="000000"/>
                </a:solidFill>
                <a:effectLst/>
                <a:latin typeface="Consolas" panose="020B0609020204030204" pitchFamily="49" charset="0"/>
                <a:sym typeface="Wingdings" panose="05000000000000000000" pitchFamily="2" charset="2"/>
              </a:rPr>
              <a:t>;’s value</a:t>
            </a:r>
            <a:endParaRPr lang="en-IN" dirty="0"/>
          </a:p>
        </p:txBody>
      </p:sp>
    </p:spTree>
    <p:extLst>
      <p:ext uri="{BB962C8B-B14F-4D97-AF65-F5344CB8AC3E}">
        <p14:creationId xmlns:p14="http://schemas.microsoft.com/office/powerpoint/2010/main" val="3549424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8A4FE-4C9B-4E60-BEC1-BC1573D736B9}"/>
              </a:ext>
            </a:extLst>
          </p:cNvPr>
          <p:cNvSpPr>
            <a:spLocks noGrp="1"/>
          </p:cNvSpPr>
          <p:nvPr>
            <p:ph type="title"/>
          </p:nvPr>
        </p:nvSpPr>
        <p:spPr>
          <a:xfrm>
            <a:off x="1238864" y="0"/>
            <a:ext cx="9878961" cy="568940"/>
          </a:xfrm>
        </p:spPr>
        <p:txBody>
          <a:bodyPr>
            <a:normAutofit fontScale="90000"/>
          </a:bodyPr>
          <a:lstStyle/>
          <a:p>
            <a:r>
              <a:rPr lang="en-US" dirty="0"/>
              <a:t>prop()</a:t>
            </a:r>
            <a:r>
              <a:rPr lang="en-US" dirty="0">
                <a:sym typeface="Wingdings" panose="05000000000000000000" pitchFamily="2" charset="2"/>
              </a:rPr>
              <a:t> getter setter</a:t>
            </a:r>
            <a:endParaRPr lang="en-IN" dirty="0"/>
          </a:p>
        </p:txBody>
      </p:sp>
      <p:sp>
        <p:nvSpPr>
          <p:cNvPr id="3" name="Content Placeholder 2">
            <a:extLst>
              <a:ext uri="{FF2B5EF4-FFF2-40B4-BE49-F238E27FC236}">
                <a16:creationId xmlns:a16="http://schemas.microsoft.com/office/drawing/2014/main" id="{B9E2D500-C4E1-4521-B6E4-8C1E54C0DD82}"/>
              </a:ext>
            </a:extLst>
          </p:cNvPr>
          <p:cNvSpPr>
            <a:spLocks noGrp="1"/>
          </p:cNvSpPr>
          <p:nvPr>
            <p:ph idx="1"/>
          </p:nvPr>
        </p:nvSpPr>
        <p:spPr>
          <a:xfrm>
            <a:off x="164689" y="571141"/>
            <a:ext cx="4554795" cy="6014239"/>
          </a:xfrm>
        </p:spPr>
        <p:txBody>
          <a:bodyPr>
            <a:noAutofit/>
          </a:bodyPr>
          <a:lstStyle/>
          <a:p>
            <a:pPr marL="0" indent="0">
              <a:buNone/>
            </a:pPr>
            <a:r>
              <a:rPr lang="en-IN" sz="1600" b="0" dirty="0">
                <a:solidFill>
                  <a:srgbClr val="800000"/>
                </a:solidFill>
                <a:effectLst/>
                <a:latin typeface="Consolas" panose="020B0609020204030204" pitchFamily="49" charset="0"/>
              </a:rPr>
              <a:t>//Get</a:t>
            </a:r>
          </a:p>
          <a:p>
            <a:pPr marL="0" indent="0">
              <a:buNone/>
            </a:pPr>
            <a:r>
              <a:rPr lang="en-IN" sz="1100" b="0" dirty="0">
                <a:solidFill>
                  <a:srgbClr val="800000"/>
                </a:solidFill>
                <a:effectLst/>
                <a:latin typeface="Consolas" panose="020B0609020204030204" pitchFamily="49" charset="0"/>
              </a:rPr>
              <a:t>&lt;!DOCTYPE</a:t>
            </a:r>
            <a:r>
              <a:rPr lang="en-IN" sz="1100" b="0" dirty="0">
                <a:solidFill>
                  <a:srgbClr val="000000"/>
                </a:solidFill>
                <a:effectLst/>
                <a:latin typeface="Consolas" panose="020B0609020204030204" pitchFamily="49" charset="0"/>
              </a:rPr>
              <a:t> </a:t>
            </a:r>
            <a:r>
              <a:rPr lang="en-IN" sz="1100" b="0" dirty="0">
                <a:solidFill>
                  <a:srgbClr val="FF0000"/>
                </a:solidFill>
                <a:effectLst/>
                <a:latin typeface="Consolas" panose="020B0609020204030204" pitchFamily="49" charset="0"/>
              </a:rPr>
              <a:t>html</a:t>
            </a:r>
            <a:r>
              <a:rPr lang="en-IN" sz="1100" b="0" dirty="0">
                <a:solidFill>
                  <a:srgbClr val="800000"/>
                </a:solidFill>
                <a:effectLst/>
                <a:latin typeface="Consolas" panose="020B0609020204030204" pitchFamily="49" charset="0"/>
              </a:rPr>
              <a:t>&gt;</a:t>
            </a:r>
            <a:endParaRPr lang="en-IN" sz="1100" b="0" dirty="0">
              <a:solidFill>
                <a:srgbClr val="000000"/>
              </a:solidFill>
              <a:effectLst/>
              <a:latin typeface="Consolas" panose="020B0609020204030204" pitchFamily="49" charset="0"/>
            </a:endParaRPr>
          </a:p>
          <a:p>
            <a:pPr marL="0" indent="0">
              <a:buNone/>
            </a:pPr>
            <a:r>
              <a:rPr lang="en-IN" sz="1100" b="0" dirty="0">
                <a:solidFill>
                  <a:srgbClr val="800000"/>
                </a:solidFill>
                <a:effectLst/>
                <a:latin typeface="Consolas" panose="020B0609020204030204" pitchFamily="49" charset="0"/>
              </a:rPr>
              <a:t>&lt;html&gt;&lt;head&gt;</a:t>
            </a:r>
            <a:endParaRPr lang="en-IN" sz="1100" b="0" dirty="0">
              <a:solidFill>
                <a:srgbClr val="000000"/>
              </a:solidFill>
              <a:effectLst/>
              <a:latin typeface="Consolas" panose="020B0609020204030204" pitchFamily="49" charset="0"/>
            </a:endParaRPr>
          </a:p>
          <a:p>
            <a:pPr marL="0" indent="0">
              <a:buNone/>
            </a:pPr>
            <a:r>
              <a:rPr lang="en-IN" sz="1100" b="0" dirty="0">
                <a:solidFill>
                  <a:srgbClr val="800000"/>
                </a:solidFill>
                <a:effectLst/>
                <a:latin typeface="Consolas" panose="020B0609020204030204" pitchFamily="49" charset="0"/>
              </a:rPr>
              <a:t>&lt;script</a:t>
            </a:r>
            <a:r>
              <a:rPr lang="en-IN" sz="1100" b="0" dirty="0">
                <a:solidFill>
                  <a:srgbClr val="000000"/>
                </a:solidFill>
                <a:effectLst/>
                <a:latin typeface="Consolas" panose="020B0609020204030204" pitchFamily="49" charset="0"/>
              </a:rPr>
              <a:t> </a:t>
            </a:r>
            <a:r>
              <a:rPr lang="en-IN" sz="1100" b="0" dirty="0" err="1">
                <a:solidFill>
                  <a:srgbClr val="FF0000"/>
                </a:solidFill>
                <a:effectLst/>
                <a:latin typeface="Consolas" panose="020B0609020204030204" pitchFamily="49" charset="0"/>
              </a:rPr>
              <a:t>src</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"../jquery-1.9.1.js"</a:t>
            </a:r>
            <a:r>
              <a:rPr lang="en-IN" sz="1100" b="0" dirty="0">
                <a:solidFill>
                  <a:srgbClr val="800000"/>
                </a:solidFill>
                <a:effectLst/>
                <a:latin typeface="Consolas" panose="020B0609020204030204" pitchFamily="49" charset="0"/>
              </a:rPr>
              <a:t>&gt;&lt;/script&gt;</a:t>
            </a:r>
            <a:endParaRPr lang="en-IN" sz="1100" b="0" dirty="0">
              <a:solidFill>
                <a:srgbClr val="000000"/>
              </a:solidFill>
              <a:effectLst/>
              <a:latin typeface="Consolas" panose="020B0609020204030204" pitchFamily="49" charset="0"/>
            </a:endParaRPr>
          </a:p>
          <a:p>
            <a:pPr marL="0" indent="0">
              <a:buNone/>
            </a:pPr>
            <a:r>
              <a:rPr lang="en-IN" sz="1100" b="0" dirty="0">
                <a:solidFill>
                  <a:srgbClr val="800000"/>
                </a:solidFill>
                <a:effectLst/>
                <a:latin typeface="Consolas" panose="020B0609020204030204" pitchFamily="49" charset="0"/>
              </a:rPr>
              <a:t>&lt;script&gt;</a:t>
            </a:r>
            <a:endParaRPr lang="en-IN" sz="1100" b="0" dirty="0">
              <a:solidFill>
                <a:srgbClr val="000000"/>
              </a:solidFill>
              <a:effectLst/>
              <a:latin typeface="Consolas" panose="020B0609020204030204" pitchFamily="49" charset="0"/>
            </a:endParaRPr>
          </a:p>
          <a:p>
            <a:pPr marL="0" indent="0">
              <a:buNone/>
            </a:pPr>
            <a:r>
              <a:rPr lang="en-IN" sz="1100" b="0" dirty="0">
                <a:solidFill>
                  <a:srgbClr val="0070C1"/>
                </a:solidFill>
                <a:effectLst/>
                <a:latin typeface="Consolas" panose="020B0609020204030204" pitchFamily="49" charset="0"/>
              </a:rPr>
              <a:t>$</a:t>
            </a:r>
            <a:r>
              <a:rPr lang="en-IN" sz="1100" b="0" dirty="0">
                <a:solidFill>
                  <a:srgbClr val="000000"/>
                </a:solidFill>
                <a:effectLst/>
                <a:latin typeface="Consolas" panose="020B0609020204030204" pitchFamily="49" charset="0"/>
              </a:rPr>
              <a:t>(</a:t>
            </a:r>
            <a:r>
              <a:rPr lang="en-IN" sz="1100" b="0" dirty="0">
                <a:solidFill>
                  <a:srgbClr val="001080"/>
                </a:solidFill>
                <a:effectLst/>
                <a:latin typeface="Consolas" panose="020B0609020204030204" pitchFamily="49" charset="0"/>
              </a:rPr>
              <a:t>document</a:t>
            </a:r>
            <a:r>
              <a:rPr lang="en-IN" sz="1100" b="0" dirty="0">
                <a:solidFill>
                  <a:srgbClr val="000000"/>
                </a:solidFill>
                <a:effectLst/>
                <a:latin typeface="Consolas" panose="020B0609020204030204" pitchFamily="49" charset="0"/>
              </a:rPr>
              <a:t>).</a:t>
            </a:r>
            <a:r>
              <a:rPr lang="en-IN" sz="1100" b="0" dirty="0">
                <a:solidFill>
                  <a:srgbClr val="795E26"/>
                </a:solidFill>
                <a:effectLst/>
                <a:latin typeface="Consolas" panose="020B0609020204030204" pitchFamily="49" charset="0"/>
              </a:rPr>
              <a:t>ready</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function</a:t>
            </a:r>
            <a:r>
              <a:rPr lang="en-IN" sz="1100" b="0" dirty="0">
                <a:solidFill>
                  <a:srgbClr val="000000"/>
                </a:solidFill>
                <a:effectLst/>
                <a:latin typeface="Consolas" panose="020B0609020204030204" pitchFamily="49" charset="0"/>
              </a:rPr>
              <a:t>() {</a:t>
            </a:r>
          </a:p>
          <a:p>
            <a:pPr marL="0" indent="0">
              <a:buNone/>
            </a:pPr>
            <a:r>
              <a:rPr lang="en-IN" sz="1100" b="0" dirty="0">
                <a:solidFill>
                  <a:srgbClr val="0000FF"/>
                </a:solidFill>
                <a:effectLst/>
                <a:latin typeface="Consolas" panose="020B0609020204030204" pitchFamily="49" charset="0"/>
              </a:rPr>
              <a:t>var</a:t>
            </a:r>
            <a:r>
              <a:rPr lang="en-IN" sz="1100" b="0" dirty="0">
                <a:solidFill>
                  <a:srgbClr val="000000"/>
                </a:solidFill>
                <a:effectLst/>
                <a:latin typeface="Consolas" panose="020B0609020204030204" pitchFamily="49" charset="0"/>
              </a:rPr>
              <a:t> </a:t>
            </a:r>
            <a:r>
              <a:rPr lang="en-IN" sz="1100" b="0" dirty="0">
                <a:solidFill>
                  <a:srgbClr val="001080"/>
                </a:solidFill>
                <a:effectLst/>
                <a:latin typeface="Consolas" panose="020B0609020204030204" pitchFamily="49" charset="0"/>
              </a:rPr>
              <a:t>b</a:t>
            </a:r>
            <a:r>
              <a:rPr lang="en-IN" sz="1100" b="0" dirty="0">
                <a:solidFill>
                  <a:srgbClr val="000000"/>
                </a:solidFill>
                <a:effectLst/>
                <a:latin typeface="Consolas" panose="020B0609020204030204" pitchFamily="49" charset="0"/>
              </a:rPr>
              <a:t>=</a:t>
            </a:r>
            <a:r>
              <a:rPr lang="en-IN" sz="1100" b="0" dirty="0">
                <a:solidFill>
                  <a:srgbClr val="A31515"/>
                </a:solidFill>
                <a:effectLst/>
                <a:latin typeface="Consolas" panose="020B0609020204030204" pitchFamily="49" charset="0"/>
              </a:rPr>
              <a:t>""</a:t>
            </a:r>
            <a:r>
              <a:rPr lang="en-IN" sz="1100" b="0" dirty="0">
                <a:solidFill>
                  <a:srgbClr val="000000"/>
                </a:solidFill>
                <a:effectLst/>
                <a:latin typeface="Consolas" panose="020B0609020204030204" pitchFamily="49" charset="0"/>
              </a:rPr>
              <a:t>;</a:t>
            </a:r>
          </a:p>
          <a:p>
            <a:pPr marL="0" indent="0">
              <a:buNone/>
            </a:pPr>
            <a:r>
              <a:rPr lang="en-IN" sz="1100" b="0" dirty="0">
                <a:solidFill>
                  <a:srgbClr val="0070C1"/>
                </a:solidFill>
                <a:effectLst/>
                <a:latin typeface="Consolas" panose="020B0609020204030204" pitchFamily="49" charset="0"/>
              </a:rPr>
              <a:t>$</a:t>
            </a:r>
            <a:r>
              <a:rPr lang="en-IN" sz="1100" b="0" dirty="0">
                <a:solidFill>
                  <a:srgbClr val="000000"/>
                </a:solidFill>
                <a:effectLst/>
                <a:latin typeface="Consolas" panose="020B0609020204030204" pitchFamily="49" charset="0"/>
              </a:rPr>
              <a:t>(</a:t>
            </a:r>
            <a:r>
              <a:rPr lang="en-IN" sz="1100" b="0" dirty="0">
                <a:solidFill>
                  <a:srgbClr val="A31515"/>
                </a:solidFill>
                <a:effectLst/>
                <a:latin typeface="Consolas" panose="020B0609020204030204" pitchFamily="49" charset="0"/>
              </a:rPr>
              <a:t>"#</a:t>
            </a:r>
            <a:r>
              <a:rPr lang="en-IN" sz="1100" b="0" dirty="0" err="1">
                <a:solidFill>
                  <a:srgbClr val="A31515"/>
                </a:solidFill>
                <a:effectLst/>
                <a:latin typeface="Consolas" panose="020B0609020204030204" pitchFamily="49" charset="0"/>
              </a:rPr>
              <a:t>btn</a:t>
            </a:r>
            <a:r>
              <a:rPr lang="en-IN" sz="1100" b="0" dirty="0">
                <a:solidFill>
                  <a:srgbClr val="A31515"/>
                </a:solidFill>
                <a:effectLst/>
                <a:latin typeface="Consolas" panose="020B0609020204030204" pitchFamily="49" charset="0"/>
              </a:rPr>
              <a:t>"</a:t>
            </a:r>
            <a:r>
              <a:rPr lang="en-IN" sz="1100" b="0" dirty="0">
                <a:solidFill>
                  <a:srgbClr val="000000"/>
                </a:solidFill>
                <a:effectLst/>
                <a:latin typeface="Consolas" panose="020B0609020204030204" pitchFamily="49" charset="0"/>
              </a:rPr>
              <a:t>).</a:t>
            </a:r>
            <a:r>
              <a:rPr lang="en-IN" sz="1100" b="0" dirty="0">
                <a:solidFill>
                  <a:srgbClr val="795E26"/>
                </a:solidFill>
                <a:effectLst/>
                <a:latin typeface="Consolas" panose="020B0609020204030204" pitchFamily="49" charset="0"/>
              </a:rPr>
              <a:t>click</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function</a:t>
            </a:r>
            <a:r>
              <a:rPr lang="en-IN" sz="1100" b="0" dirty="0">
                <a:solidFill>
                  <a:srgbClr val="000000"/>
                </a:solidFill>
                <a:effectLst/>
                <a:latin typeface="Consolas" panose="020B0609020204030204" pitchFamily="49" charset="0"/>
              </a:rPr>
              <a:t>()</a:t>
            </a:r>
          </a:p>
          <a:p>
            <a:pPr marL="0" indent="0">
              <a:buNone/>
            </a:pP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let</a:t>
            </a:r>
            <a:r>
              <a:rPr lang="en-IN" sz="1100" b="0" dirty="0">
                <a:solidFill>
                  <a:srgbClr val="000000"/>
                </a:solidFill>
                <a:effectLst/>
                <a:latin typeface="Consolas" panose="020B0609020204030204" pitchFamily="49" charset="0"/>
              </a:rPr>
              <a:t> </a:t>
            </a:r>
            <a:r>
              <a:rPr lang="en-IN" sz="1100" b="0" dirty="0">
                <a:solidFill>
                  <a:srgbClr val="001080"/>
                </a:solidFill>
                <a:effectLst/>
                <a:latin typeface="Consolas" panose="020B0609020204030204" pitchFamily="49" charset="0"/>
              </a:rPr>
              <a:t>r</a:t>
            </a:r>
            <a:r>
              <a:rPr lang="en-IN" sz="1100" b="0" dirty="0">
                <a:solidFill>
                  <a:srgbClr val="000000"/>
                </a:solidFill>
                <a:effectLst/>
                <a:latin typeface="Consolas" panose="020B0609020204030204" pitchFamily="49" charset="0"/>
              </a:rPr>
              <a:t>=</a:t>
            </a:r>
            <a:r>
              <a:rPr lang="en-IN" sz="1100" b="0" dirty="0">
                <a:solidFill>
                  <a:srgbClr val="0070C1"/>
                </a:solidFill>
                <a:effectLst/>
                <a:latin typeface="Consolas" panose="020B0609020204030204" pitchFamily="49" charset="0"/>
              </a:rPr>
              <a:t>$</a:t>
            </a:r>
            <a:r>
              <a:rPr lang="en-IN" sz="1100" b="0" dirty="0">
                <a:solidFill>
                  <a:srgbClr val="000000"/>
                </a:solidFill>
                <a:effectLst/>
                <a:latin typeface="Consolas" panose="020B0609020204030204" pitchFamily="49" charset="0"/>
              </a:rPr>
              <a:t>(</a:t>
            </a:r>
            <a:r>
              <a:rPr lang="en-IN" sz="1100" b="0" dirty="0">
                <a:solidFill>
                  <a:srgbClr val="A31515"/>
                </a:solidFill>
                <a:effectLst/>
                <a:latin typeface="Consolas" panose="020B0609020204030204" pitchFamily="49" charset="0"/>
              </a:rPr>
              <a:t>'#rd1'</a:t>
            </a:r>
            <a:r>
              <a:rPr lang="en-IN" sz="1100" b="0" dirty="0">
                <a:solidFill>
                  <a:srgbClr val="000000"/>
                </a:solidFill>
                <a:effectLst/>
                <a:latin typeface="Consolas" panose="020B0609020204030204" pitchFamily="49" charset="0"/>
              </a:rPr>
              <a:t>);</a:t>
            </a:r>
          </a:p>
          <a:p>
            <a:pPr marL="0" indent="0">
              <a:buNone/>
            </a:pPr>
            <a:r>
              <a:rPr lang="en-IN" sz="1100" b="0" dirty="0">
                <a:solidFill>
                  <a:srgbClr val="000000"/>
                </a:solidFill>
                <a:effectLst/>
                <a:latin typeface="Consolas" panose="020B0609020204030204" pitchFamily="49" charset="0"/>
              </a:rPr>
              <a:t>    </a:t>
            </a:r>
            <a:r>
              <a:rPr lang="en-IN" sz="1100" b="0" dirty="0">
                <a:solidFill>
                  <a:srgbClr val="0000FF"/>
                </a:solidFill>
                <a:effectLst/>
                <a:latin typeface="Consolas" panose="020B0609020204030204" pitchFamily="49" charset="0"/>
              </a:rPr>
              <a:t>let</a:t>
            </a:r>
            <a:r>
              <a:rPr lang="en-IN" sz="1100" b="0" dirty="0">
                <a:solidFill>
                  <a:srgbClr val="000000"/>
                </a:solidFill>
                <a:effectLst/>
                <a:latin typeface="Consolas" panose="020B0609020204030204" pitchFamily="49" charset="0"/>
              </a:rPr>
              <a:t> </a:t>
            </a:r>
            <a:r>
              <a:rPr lang="en-IN" sz="1100" b="0" dirty="0">
                <a:solidFill>
                  <a:srgbClr val="001080"/>
                </a:solidFill>
                <a:effectLst/>
                <a:latin typeface="Consolas" panose="020B0609020204030204" pitchFamily="49" charset="0"/>
              </a:rPr>
              <a:t>result</a:t>
            </a:r>
            <a:r>
              <a:rPr lang="en-IN" sz="1100" b="0" dirty="0">
                <a:solidFill>
                  <a:srgbClr val="000000"/>
                </a:solidFill>
                <a:effectLst/>
                <a:latin typeface="Consolas" panose="020B0609020204030204" pitchFamily="49" charset="0"/>
              </a:rPr>
              <a:t>=</a:t>
            </a:r>
            <a:r>
              <a:rPr lang="en-IN" sz="1100" b="0" dirty="0" err="1">
                <a:solidFill>
                  <a:srgbClr val="001080"/>
                </a:solidFill>
                <a:effectLst/>
                <a:latin typeface="Consolas" panose="020B0609020204030204" pitchFamily="49" charset="0"/>
              </a:rPr>
              <a:t>r</a:t>
            </a:r>
            <a:r>
              <a:rPr lang="en-IN" sz="1100" b="0" dirty="0" err="1">
                <a:solidFill>
                  <a:srgbClr val="000000"/>
                </a:solidFill>
                <a:effectLst/>
                <a:latin typeface="Consolas" panose="020B0609020204030204" pitchFamily="49" charset="0"/>
              </a:rPr>
              <a:t>.</a:t>
            </a:r>
            <a:r>
              <a:rPr lang="en-IN" sz="1100" b="0" dirty="0" err="1">
                <a:solidFill>
                  <a:srgbClr val="795E26"/>
                </a:solidFill>
                <a:effectLst/>
                <a:latin typeface="Consolas" panose="020B0609020204030204" pitchFamily="49" charset="0"/>
              </a:rPr>
              <a:t>prop</a:t>
            </a:r>
            <a:r>
              <a:rPr lang="en-IN" sz="1100" b="0" dirty="0">
                <a:solidFill>
                  <a:srgbClr val="000000"/>
                </a:solidFill>
                <a:effectLst/>
                <a:latin typeface="Consolas" panose="020B0609020204030204" pitchFamily="49" charset="0"/>
              </a:rPr>
              <a:t>(</a:t>
            </a:r>
            <a:r>
              <a:rPr lang="en-IN" sz="1100" b="0" dirty="0">
                <a:solidFill>
                  <a:srgbClr val="A31515"/>
                </a:solidFill>
                <a:effectLst/>
                <a:latin typeface="Consolas" panose="020B0609020204030204" pitchFamily="49" charset="0"/>
              </a:rPr>
              <a:t>'checked'</a:t>
            </a:r>
            <a:r>
              <a:rPr lang="en-IN" sz="1100" b="0" dirty="0">
                <a:solidFill>
                  <a:srgbClr val="000000"/>
                </a:solidFill>
                <a:effectLst/>
                <a:latin typeface="Consolas" panose="020B0609020204030204" pitchFamily="49" charset="0"/>
              </a:rPr>
              <a:t>)</a:t>
            </a:r>
          </a:p>
          <a:p>
            <a:pPr marL="0" indent="0">
              <a:buNone/>
            </a:pPr>
            <a:r>
              <a:rPr lang="en-IN" sz="1100" b="0" dirty="0">
                <a:solidFill>
                  <a:srgbClr val="000000"/>
                </a:solidFill>
                <a:effectLst/>
                <a:latin typeface="Consolas" panose="020B0609020204030204" pitchFamily="49" charset="0"/>
              </a:rPr>
              <a:t>    </a:t>
            </a:r>
            <a:r>
              <a:rPr lang="en-IN" sz="1100" b="0" dirty="0">
                <a:solidFill>
                  <a:srgbClr val="0070C1"/>
                </a:solidFill>
                <a:effectLst/>
                <a:latin typeface="Consolas" panose="020B0609020204030204" pitchFamily="49" charset="0"/>
              </a:rPr>
              <a:t>$</a:t>
            </a:r>
            <a:r>
              <a:rPr lang="en-IN" sz="1100" b="0" dirty="0">
                <a:solidFill>
                  <a:srgbClr val="000000"/>
                </a:solidFill>
                <a:effectLst/>
                <a:latin typeface="Consolas" panose="020B0609020204030204" pitchFamily="49" charset="0"/>
              </a:rPr>
              <a:t>(</a:t>
            </a:r>
            <a:r>
              <a:rPr lang="en-IN" sz="1100" b="0" dirty="0">
                <a:solidFill>
                  <a:srgbClr val="A31515"/>
                </a:solidFill>
                <a:effectLst/>
                <a:latin typeface="Consolas" panose="020B0609020204030204" pitchFamily="49" charset="0"/>
              </a:rPr>
              <a:t>"#DD"</a:t>
            </a:r>
            <a:r>
              <a:rPr lang="en-IN" sz="1100" b="0" dirty="0">
                <a:solidFill>
                  <a:srgbClr val="000000"/>
                </a:solidFill>
                <a:effectLst/>
                <a:latin typeface="Consolas" panose="020B0609020204030204" pitchFamily="49" charset="0"/>
              </a:rPr>
              <a:t>).</a:t>
            </a:r>
            <a:r>
              <a:rPr lang="en-IN" sz="1100" b="0" dirty="0">
                <a:solidFill>
                  <a:srgbClr val="795E26"/>
                </a:solidFill>
                <a:effectLst/>
                <a:latin typeface="Consolas" panose="020B0609020204030204" pitchFamily="49" charset="0"/>
              </a:rPr>
              <a:t>text</a:t>
            </a:r>
            <a:r>
              <a:rPr lang="en-IN" sz="1100" b="0" dirty="0">
                <a:solidFill>
                  <a:srgbClr val="000000"/>
                </a:solidFill>
                <a:effectLst/>
                <a:latin typeface="Consolas" panose="020B0609020204030204" pitchFamily="49" charset="0"/>
              </a:rPr>
              <a:t>(</a:t>
            </a:r>
            <a:r>
              <a:rPr lang="en-IN" sz="1100" b="0" dirty="0">
                <a:solidFill>
                  <a:srgbClr val="001080"/>
                </a:solidFill>
                <a:effectLst/>
                <a:latin typeface="Consolas" panose="020B0609020204030204" pitchFamily="49" charset="0"/>
              </a:rPr>
              <a:t>result</a:t>
            </a:r>
            <a:r>
              <a:rPr lang="en-IN" sz="1100" b="0" dirty="0">
                <a:solidFill>
                  <a:srgbClr val="000000"/>
                </a:solidFill>
                <a:effectLst/>
                <a:latin typeface="Consolas" panose="020B0609020204030204" pitchFamily="49" charset="0"/>
              </a:rPr>
              <a:t>);</a:t>
            </a:r>
          </a:p>
          <a:p>
            <a:pPr marL="0" indent="0">
              <a:buNone/>
            </a:pPr>
            <a:r>
              <a:rPr lang="en-IN" sz="1100" b="0" dirty="0">
                <a:solidFill>
                  <a:srgbClr val="000000"/>
                </a:solidFill>
                <a:effectLst/>
                <a:latin typeface="Consolas" panose="020B0609020204030204" pitchFamily="49" charset="0"/>
              </a:rPr>
              <a:t>    });</a:t>
            </a:r>
          </a:p>
          <a:p>
            <a:pPr marL="0" indent="0">
              <a:buNone/>
            </a:pPr>
            <a:r>
              <a:rPr lang="en-IN" sz="1100" b="0" dirty="0">
                <a:solidFill>
                  <a:srgbClr val="000000"/>
                </a:solidFill>
                <a:effectLst/>
                <a:latin typeface="Consolas" panose="020B0609020204030204" pitchFamily="49" charset="0"/>
              </a:rPr>
              <a:t>});</a:t>
            </a:r>
          </a:p>
          <a:p>
            <a:pPr marL="0" indent="0">
              <a:buNone/>
            </a:pPr>
            <a:r>
              <a:rPr lang="en-IN" sz="1100" b="0" dirty="0">
                <a:solidFill>
                  <a:srgbClr val="800000"/>
                </a:solidFill>
                <a:effectLst/>
                <a:latin typeface="Consolas" panose="020B0609020204030204" pitchFamily="49" charset="0"/>
              </a:rPr>
              <a:t>&lt;/script&gt;&lt;/head&gt;</a:t>
            </a:r>
            <a:endParaRPr lang="en-IN" sz="1100" b="0" dirty="0">
              <a:solidFill>
                <a:srgbClr val="000000"/>
              </a:solidFill>
              <a:effectLst/>
              <a:latin typeface="Consolas" panose="020B0609020204030204" pitchFamily="49" charset="0"/>
            </a:endParaRPr>
          </a:p>
          <a:p>
            <a:pPr marL="0" indent="0">
              <a:buNone/>
            </a:pPr>
            <a:r>
              <a:rPr lang="en-IN" sz="1100" b="0" dirty="0">
                <a:solidFill>
                  <a:srgbClr val="800000"/>
                </a:solidFill>
                <a:effectLst/>
                <a:latin typeface="Consolas" panose="020B0609020204030204" pitchFamily="49" charset="0"/>
              </a:rPr>
              <a:t>&lt;body&gt;&lt;pre&gt;</a:t>
            </a:r>
            <a:endParaRPr lang="en-IN" sz="1100" b="0" dirty="0">
              <a:solidFill>
                <a:srgbClr val="000000"/>
              </a:solidFill>
              <a:effectLst/>
              <a:latin typeface="Consolas" panose="020B0609020204030204" pitchFamily="49" charset="0"/>
            </a:endParaRPr>
          </a:p>
          <a:p>
            <a:pPr marL="0" indent="0">
              <a:buNone/>
            </a:pPr>
            <a:r>
              <a:rPr lang="en-IN" sz="1100" b="0" dirty="0">
                <a:solidFill>
                  <a:srgbClr val="800000"/>
                </a:solidFill>
                <a:effectLst/>
                <a:latin typeface="Consolas" panose="020B0609020204030204" pitchFamily="49" charset="0"/>
              </a:rPr>
              <a:t>&lt;form</a:t>
            </a:r>
            <a:r>
              <a:rPr lang="en-IN" sz="1100" b="0" dirty="0">
                <a:solidFill>
                  <a:srgbClr val="000000"/>
                </a:solidFill>
                <a:effectLst/>
                <a:latin typeface="Consolas" panose="020B0609020204030204" pitchFamily="49" charset="0"/>
              </a:rPr>
              <a:t> </a:t>
            </a:r>
            <a:r>
              <a:rPr lang="en-IN" sz="1100" b="0" dirty="0">
                <a:solidFill>
                  <a:srgbClr val="FF0000"/>
                </a:solidFill>
                <a:effectLst/>
                <a:latin typeface="Consolas" panose="020B0609020204030204" pitchFamily="49" charset="0"/>
              </a:rPr>
              <a:t>id</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r>
              <a:rPr lang="en-IN" sz="1100" b="0" dirty="0" err="1">
                <a:solidFill>
                  <a:srgbClr val="0000FF"/>
                </a:solidFill>
                <a:effectLst/>
                <a:latin typeface="Consolas" panose="020B0609020204030204" pitchFamily="49" charset="0"/>
              </a:rPr>
              <a:t>frm</a:t>
            </a:r>
            <a:r>
              <a:rPr lang="en-IN" sz="1100" b="0" dirty="0">
                <a:solidFill>
                  <a:srgbClr val="0000FF"/>
                </a:solidFill>
                <a:effectLst/>
                <a:latin typeface="Consolas" panose="020B0609020204030204" pitchFamily="49" charset="0"/>
              </a:rPr>
              <a:t>"</a:t>
            </a:r>
            <a:r>
              <a:rPr lang="en-IN" sz="1100" b="0" dirty="0">
                <a:solidFill>
                  <a:srgbClr val="000000"/>
                </a:solidFill>
                <a:effectLst/>
                <a:latin typeface="Consolas" panose="020B0609020204030204" pitchFamily="49" charset="0"/>
              </a:rPr>
              <a:t> </a:t>
            </a:r>
            <a:r>
              <a:rPr lang="en-IN" sz="1100" b="0" dirty="0">
                <a:solidFill>
                  <a:srgbClr val="FF0000"/>
                </a:solidFill>
                <a:effectLst/>
                <a:latin typeface="Consolas" panose="020B0609020204030204" pitchFamily="49" charset="0"/>
              </a:rPr>
              <a:t>action</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"a.html"</a:t>
            </a:r>
            <a:r>
              <a:rPr lang="en-IN" sz="1100" b="0" dirty="0">
                <a:solidFill>
                  <a:srgbClr val="800000"/>
                </a:solidFill>
                <a:effectLst/>
                <a:latin typeface="Consolas" panose="020B0609020204030204" pitchFamily="49" charset="0"/>
              </a:rPr>
              <a:t>&gt;</a:t>
            </a:r>
            <a:endParaRPr lang="en-IN" sz="1100" b="0" dirty="0">
              <a:solidFill>
                <a:srgbClr val="000000"/>
              </a:solidFill>
              <a:effectLst/>
              <a:latin typeface="Consolas" panose="020B0609020204030204" pitchFamily="49" charset="0"/>
            </a:endParaRPr>
          </a:p>
          <a:p>
            <a:pPr marL="0" indent="0">
              <a:buNone/>
            </a:pPr>
            <a:r>
              <a:rPr lang="en-IN" sz="1100" b="0" dirty="0">
                <a:solidFill>
                  <a:srgbClr val="800000"/>
                </a:solidFill>
                <a:effectLst/>
                <a:latin typeface="Consolas" panose="020B0609020204030204" pitchFamily="49" charset="0"/>
              </a:rPr>
              <a:t>&lt;input</a:t>
            </a:r>
            <a:r>
              <a:rPr lang="en-IN" sz="1100" b="0" dirty="0">
                <a:solidFill>
                  <a:srgbClr val="000000"/>
                </a:solidFill>
                <a:effectLst/>
                <a:latin typeface="Consolas" panose="020B0609020204030204" pitchFamily="49" charset="0"/>
              </a:rPr>
              <a:t> </a:t>
            </a:r>
            <a:r>
              <a:rPr lang="en-IN" sz="1100" b="0" dirty="0">
                <a:solidFill>
                  <a:srgbClr val="FF0000"/>
                </a:solidFill>
                <a:effectLst/>
                <a:latin typeface="Consolas" panose="020B0609020204030204" pitchFamily="49" charset="0"/>
              </a:rPr>
              <a:t>id</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"rd1"</a:t>
            </a:r>
            <a:r>
              <a:rPr lang="en-IN" sz="1100" b="0" dirty="0">
                <a:solidFill>
                  <a:srgbClr val="000000"/>
                </a:solidFill>
                <a:effectLst/>
                <a:latin typeface="Consolas" panose="020B0609020204030204" pitchFamily="49" charset="0"/>
              </a:rPr>
              <a:t> </a:t>
            </a:r>
            <a:r>
              <a:rPr lang="en-IN" sz="1100" b="0" dirty="0">
                <a:solidFill>
                  <a:srgbClr val="FF0000"/>
                </a:solidFill>
                <a:effectLst/>
                <a:latin typeface="Consolas" panose="020B0609020204030204" pitchFamily="49" charset="0"/>
              </a:rPr>
              <a:t>type</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"radio"</a:t>
            </a:r>
            <a:r>
              <a:rPr lang="en-IN" sz="1100" b="0" dirty="0">
                <a:solidFill>
                  <a:srgbClr val="000000"/>
                </a:solidFill>
                <a:effectLst/>
                <a:latin typeface="Consolas" panose="020B0609020204030204" pitchFamily="49" charset="0"/>
              </a:rPr>
              <a:t> </a:t>
            </a:r>
            <a:r>
              <a:rPr lang="en-IN" sz="1100" b="0" dirty="0">
                <a:solidFill>
                  <a:srgbClr val="FF0000"/>
                </a:solidFill>
                <a:effectLst/>
                <a:latin typeface="Consolas" panose="020B0609020204030204" pitchFamily="49" charset="0"/>
              </a:rPr>
              <a:t>name</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r>
              <a:rPr lang="en-IN" sz="1100" b="0" dirty="0" err="1">
                <a:solidFill>
                  <a:srgbClr val="0000FF"/>
                </a:solidFill>
                <a:effectLst/>
                <a:latin typeface="Consolas" panose="020B0609020204030204" pitchFamily="49" charset="0"/>
              </a:rPr>
              <a:t>ch</a:t>
            </a:r>
            <a:r>
              <a:rPr lang="en-IN" sz="1100" b="0" dirty="0">
                <a:solidFill>
                  <a:srgbClr val="0000FF"/>
                </a:solidFill>
                <a:effectLst/>
                <a:latin typeface="Consolas" panose="020B0609020204030204" pitchFamily="49" charset="0"/>
              </a:rPr>
              <a:t>"</a:t>
            </a:r>
            <a:r>
              <a:rPr lang="en-IN" sz="1100" b="0" dirty="0">
                <a:solidFill>
                  <a:srgbClr val="000000"/>
                </a:solidFill>
                <a:effectLst/>
                <a:latin typeface="Consolas" panose="020B0609020204030204" pitchFamily="49" charset="0"/>
              </a:rPr>
              <a:t> </a:t>
            </a:r>
            <a:r>
              <a:rPr lang="en-IN" sz="1100" b="0" dirty="0">
                <a:solidFill>
                  <a:srgbClr val="FF0000"/>
                </a:solidFill>
                <a:effectLst/>
                <a:latin typeface="Consolas" panose="020B0609020204030204" pitchFamily="49" charset="0"/>
              </a:rPr>
              <a:t>value</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r>
              <a:rPr lang="en-IN" sz="1100" b="0" dirty="0">
                <a:solidFill>
                  <a:srgbClr val="800000"/>
                </a:solidFill>
                <a:effectLst/>
                <a:latin typeface="Consolas" panose="020B0609020204030204" pitchFamily="49" charset="0"/>
              </a:rPr>
              <a:t>/&gt;</a:t>
            </a:r>
            <a:r>
              <a:rPr lang="en-IN" sz="1100" b="0" dirty="0">
                <a:solidFill>
                  <a:srgbClr val="000000"/>
                </a:solidFill>
                <a:effectLst/>
                <a:latin typeface="Consolas" panose="020B0609020204030204" pitchFamily="49" charset="0"/>
              </a:rPr>
              <a:t>+</a:t>
            </a:r>
          </a:p>
          <a:p>
            <a:pPr marL="0" indent="0">
              <a:buNone/>
            </a:pPr>
            <a:r>
              <a:rPr lang="en-IN" sz="1100" b="0" dirty="0">
                <a:solidFill>
                  <a:srgbClr val="800000"/>
                </a:solidFill>
                <a:effectLst/>
                <a:latin typeface="Consolas" panose="020B0609020204030204" pitchFamily="49" charset="0"/>
              </a:rPr>
              <a:t>&lt;input</a:t>
            </a:r>
            <a:r>
              <a:rPr lang="en-IN" sz="1100" b="0" dirty="0">
                <a:solidFill>
                  <a:srgbClr val="000000"/>
                </a:solidFill>
                <a:effectLst/>
                <a:latin typeface="Consolas" panose="020B0609020204030204" pitchFamily="49" charset="0"/>
              </a:rPr>
              <a:t>  </a:t>
            </a:r>
            <a:r>
              <a:rPr lang="en-IN" sz="1100" b="0" dirty="0">
                <a:solidFill>
                  <a:srgbClr val="FF0000"/>
                </a:solidFill>
                <a:effectLst/>
                <a:latin typeface="Consolas" panose="020B0609020204030204" pitchFamily="49" charset="0"/>
              </a:rPr>
              <a:t>id</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"rd2"</a:t>
            </a:r>
            <a:r>
              <a:rPr lang="en-IN" sz="1100" b="0" dirty="0">
                <a:solidFill>
                  <a:srgbClr val="000000"/>
                </a:solidFill>
                <a:effectLst/>
                <a:latin typeface="Consolas" panose="020B0609020204030204" pitchFamily="49" charset="0"/>
              </a:rPr>
              <a:t> </a:t>
            </a:r>
            <a:r>
              <a:rPr lang="en-IN" sz="1100" b="0" dirty="0">
                <a:solidFill>
                  <a:srgbClr val="FF0000"/>
                </a:solidFill>
                <a:effectLst/>
                <a:latin typeface="Consolas" panose="020B0609020204030204" pitchFamily="49" charset="0"/>
              </a:rPr>
              <a:t>type</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"radio"</a:t>
            </a:r>
            <a:r>
              <a:rPr lang="en-IN" sz="1100" b="0" dirty="0">
                <a:solidFill>
                  <a:srgbClr val="000000"/>
                </a:solidFill>
                <a:effectLst/>
                <a:latin typeface="Consolas" panose="020B0609020204030204" pitchFamily="49" charset="0"/>
              </a:rPr>
              <a:t> </a:t>
            </a:r>
            <a:r>
              <a:rPr lang="en-IN" sz="1100" b="0" dirty="0">
                <a:solidFill>
                  <a:srgbClr val="FF0000"/>
                </a:solidFill>
                <a:effectLst/>
                <a:latin typeface="Consolas" panose="020B0609020204030204" pitchFamily="49" charset="0"/>
              </a:rPr>
              <a:t>name</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r>
              <a:rPr lang="en-IN" sz="1100" b="0" dirty="0" err="1">
                <a:solidFill>
                  <a:srgbClr val="0000FF"/>
                </a:solidFill>
                <a:effectLst/>
                <a:latin typeface="Consolas" panose="020B0609020204030204" pitchFamily="49" charset="0"/>
              </a:rPr>
              <a:t>ch</a:t>
            </a:r>
            <a:r>
              <a:rPr lang="en-IN" sz="1100" b="0" dirty="0">
                <a:solidFill>
                  <a:srgbClr val="0000FF"/>
                </a:solidFill>
                <a:effectLst/>
                <a:latin typeface="Consolas" panose="020B0609020204030204" pitchFamily="49" charset="0"/>
              </a:rPr>
              <a:t>"</a:t>
            </a:r>
            <a:r>
              <a:rPr lang="en-IN" sz="1100" b="0" dirty="0">
                <a:solidFill>
                  <a:srgbClr val="000000"/>
                </a:solidFill>
                <a:effectLst/>
                <a:latin typeface="Consolas" panose="020B0609020204030204" pitchFamily="49" charset="0"/>
              </a:rPr>
              <a:t> </a:t>
            </a:r>
            <a:r>
              <a:rPr lang="en-IN" sz="1100" b="0" dirty="0">
                <a:solidFill>
                  <a:srgbClr val="FF0000"/>
                </a:solidFill>
                <a:effectLst/>
                <a:latin typeface="Consolas" panose="020B0609020204030204" pitchFamily="49" charset="0"/>
              </a:rPr>
              <a:t>value</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r>
              <a:rPr lang="en-IN" sz="1100" b="0" dirty="0">
                <a:solidFill>
                  <a:srgbClr val="800000"/>
                </a:solidFill>
                <a:effectLst/>
                <a:latin typeface="Consolas" panose="020B0609020204030204" pitchFamily="49" charset="0"/>
              </a:rPr>
              <a:t>/&gt;</a:t>
            </a:r>
            <a:r>
              <a:rPr lang="en-IN" sz="1100" b="0" dirty="0">
                <a:solidFill>
                  <a:srgbClr val="000000"/>
                </a:solidFill>
                <a:effectLst/>
                <a:latin typeface="Consolas" panose="020B0609020204030204" pitchFamily="49" charset="0"/>
              </a:rPr>
              <a:t>-</a:t>
            </a:r>
          </a:p>
          <a:p>
            <a:pPr marL="0" indent="0">
              <a:buNone/>
            </a:pPr>
            <a:r>
              <a:rPr lang="en-IN" sz="1100" b="0" dirty="0">
                <a:solidFill>
                  <a:srgbClr val="800000"/>
                </a:solidFill>
                <a:effectLst/>
                <a:latin typeface="Consolas" panose="020B0609020204030204" pitchFamily="49" charset="0"/>
              </a:rPr>
              <a:t>&lt;input</a:t>
            </a:r>
            <a:r>
              <a:rPr lang="en-IN" sz="1100" b="0" dirty="0">
                <a:solidFill>
                  <a:srgbClr val="000000"/>
                </a:solidFill>
                <a:effectLst/>
                <a:latin typeface="Consolas" panose="020B0609020204030204" pitchFamily="49" charset="0"/>
              </a:rPr>
              <a:t> </a:t>
            </a:r>
            <a:r>
              <a:rPr lang="en-IN" sz="1100" b="0" dirty="0">
                <a:solidFill>
                  <a:srgbClr val="FF0000"/>
                </a:solidFill>
                <a:effectLst/>
                <a:latin typeface="Consolas" panose="020B0609020204030204" pitchFamily="49" charset="0"/>
              </a:rPr>
              <a:t>type</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"button"</a:t>
            </a:r>
            <a:r>
              <a:rPr lang="en-IN" sz="1100" b="0" dirty="0">
                <a:solidFill>
                  <a:srgbClr val="000000"/>
                </a:solidFill>
                <a:effectLst/>
                <a:latin typeface="Consolas" panose="020B0609020204030204" pitchFamily="49" charset="0"/>
              </a:rPr>
              <a:t> </a:t>
            </a:r>
            <a:r>
              <a:rPr lang="en-IN" sz="1100" b="0" dirty="0">
                <a:solidFill>
                  <a:srgbClr val="FF0000"/>
                </a:solidFill>
                <a:effectLst/>
                <a:latin typeface="Consolas" panose="020B0609020204030204" pitchFamily="49" charset="0"/>
              </a:rPr>
              <a:t>id</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a:t>
            </a:r>
            <a:r>
              <a:rPr lang="en-IN" sz="1100" b="0" dirty="0" err="1">
                <a:solidFill>
                  <a:srgbClr val="0000FF"/>
                </a:solidFill>
                <a:effectLst/>
                <a:latin typeface="Consolas" panose="020B0609020204030204" pitchFamily="49" charset="0"/>
              </a:rPr>
              <a:t>btn</a:t>
            </a:r>
            <a:r>
              <a:rPr lang="en-IN" sz="1100" b="0" dirty="0">
                <a:solidFill>
                  <a:srgbClr val="0000FF"/>
                </a:solidFill>
                <a:effectLst/>
                <a:latin typeface="Consolas" panose="020B0609020204030204" pitchFamily="49" charset="0"/>
              </a:rPr>
              <a:t>"</a:t>
            </a:r>
            <a:r>
              <a:rPr lang="en-IN" sz="1100" b="0" dirty="0">
                <a:solidFill>
                  <a:srgbClr val="000000"/>
                </a:solidFill>
                <a:effectLst/>
                <a:latin typeface="Consolas" panose="020B0609020204030204" pitchFamily="49" charset="0"/>
              </a:rPr>
              <a:t> </a:t>
            </a:r>
            <a:r>
              <a:rPr lang="en-IN" sz="1100" b="0" dirty="0">
                <a:solidFill>
                  <a:srgbClr val="FF0000"/>
                </a:solidFill>
                <a:effectLst/>
                <a:latin typeface="Consolas" panose="020B0609020204030204" pitchFamily="49" charset="0"/>
              </a:rPr>
              <a:t>value</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"get data"</a:t>
            </a:r>
            <a:r>
              <a:rPr lang="en-IN" sz="1100" b="0" dirty="0">
                <a:solidFill>
                  <a:srgbClr val="800000"/>
                </a:solidFill>
                <a:effectLst/>
                <a:latin typeface="Consolas" panose="020B0609020204030204" pitchFamily="49" charset="0"/>
              </a:rPr>
              <a:t>/&gt;</a:t>
            </a:r>
            <a:endParaRPr lang="en-IN" sz="1100" b="0" dirty="0">
              <a:solidFill>
                <a:srgbClr val="000000"/>
              </a:solidFill>
              <a:effectLst/>
              <a:latin typeface="Consolas" panose="020B0609020204030204" pitchFamily="49" charset="0"/>
            </a:endParaRPr>
          </a:p>
          <a:p>
            <a:pPr marL="0" indent="0">
              <a:buNone/>
            </a:pPr>
            <a:r>
              <a:rPr lang="en-IN" sz="1100" b="0" dirty="0">
                <a:solidFill>
                  <a:srgbClr val="800000"/>
                </a:solidFill>
                <a:effectLst/>
                <a:latin typeface="Consolas" panose="020B0609020204030204" pitchFamily="49" charset="0"/>
              </a:rPr>
              <a:t>&lt;/form&gt;&lt;/pre&gt;</a:t>
            </a:r>
            <a:r>
              <a:rPr lang="en-IN" sz="1100" b="0" dirty="0">
                <a:solidFill>
                  <a:srgbClr val="000000"/>
                </a:solidFill>
                <a:effectLst/>
                <a:latin typeface="Consolas" panose="020B0609020204030204" pitchFamily="49" charset="0"/>
              </a:rPr>
              <a:t>        </a:t>
            </a:r>
          </a:p>
          <a:p>
            <a:pPr marL="0" indent="0">
              <a:buNone/>
            </a:pPr>
            <a:r>
              <a:rPr lang="en-IN" sz="1100" b="0" dirty="0">
                <a:solidFill>
                  <a:srgbClr val="800000"/>
                </a:solidFill>
                <a:effectLst/>
                <a:latin typeface="Consolas" panose="020B0609020204030204" pitchFamily="49" charset="0"/>
              </a:rPr>
              <a:t>&lt;div</a:t>
            </a:r>
            <a:r>
              <a:rPr lang="en-IN" sz="1100" b="0" dirty="0">
                <a:solidFill>
                  <a:srgbClr val="000000"/>
                </a:solidFill>
                <a:effectLst/>
                <a:latin typeface="Consolas" panose="020B0609020204030204" pitchFamily="49" charset="0"/>
              </a:rPr>
              <a:t> </a:t>
            </a:r>
            <a:r>
              <a:rPr lang="en-IN" sz="1100" b="0" dirty="0">
                <a:solidFill>
                  <a:srgbClr val="FF0000"/>
                </a:solidFill>
                <a:effectLst/>
                <a:latin typeface="Consolas" panose="020B0609020204030204" pitchFamily="49" charset="0"/>
              </a:rPr>
              <a:t>id</a:t>
            </a:r>
            <a:r>
              <a:rPr lang="en-IN" sz="1100" b="0" dirty="0">
                <a:solidFill>
                  <a:srgbClr val="000000"/>
                </a:solidFill>
                <a:effectLst/>
                <a:latin typeface="Consolas" panose="020B0609020204030204" pitchFamily="49" charset="0"/>
              </a:rPr>
              <a:t>=</a:t>
            </a:r>
            <a:r>
              <a:rPr lang="en-IN" sz="1100" b="0" dirty="0">
                <a:solidFill>
                  <a:srgbClr val="0000FF"/>
                </a:solidFill>
                <a:effectLst/>
                <a:latin typeface="Consolas" panose="020B0609020204030204" pitchFamily="49" charset="0"/>
              </a:rPr>
              <a:t>"DD"</a:t>
            </a:r>
            <a:r>
              <a:rPr lang="en-IN" sz="1100" b="0" dirty="0">
                <a:solidFill>
                  <a:srgbClr val="800000"/>
                </a:solidFill>
                <a:effectLst/>
                <a:latin typeface="Consolas" panose="020B0609020204030204" pitchFamily="49" charset="0"/>
              </a:rPr>
              <a:t>&gt;</a:t>
            </a:r>
            <a:r>
              <a:rPr lang="en-IN" sz="1100" b="0" dirty="0">
                <a:solidFill>
                  <a:srgbClr val="000000"/>
                </a:solidFill>
                <a:effectLst/>
                <a:latin typeface="Consolas" panose="020B0609020204030204" pitchFamily="49" charset="0"/>
              </a:rPr>
              <a:t>dd</a:t>
            </a:r>
            <a:r>
              <a:rPr lang="en-IN" sz="1100" b="0" dirty="0">
                <a:solidFill>
                  <a:srgbClr val="800000"/>
                </a:solidFill>
                <a:effectLst/>
                <a:latin typeface="Consolas" panose="020B0609020204030204" pitchFamily="49" charset="0"/>
              </a:rPr>
              <a:t>&lt;/div&gt;</a:t>
            </a:r>
            <a:endParaRPr lang="en-IN" sz="1100" b="0" dirty="0">
              <a:solidFill>
                <a:srgbClr val="000000"/>
              </a:solidFill>
              <a:effectLst/>
              <a:latin typeface="Consolas" panose="020B0609020204030204" pitchFamily="49" charset="0"/>
            </a:endParaRPr>
          </a:p>
          <a:p>
            <a:pPr marL="0" indent="0">
              <a:buNone/>
            </a:pPr>
            <a:r>
              <a:rPr lang="en-IN" sz="1100" b="0" dirty="0">
                <a:solidFill>
                  <a:srgbClr val="800000"/>
                </a:solidFill>
                <a:effectLst/>
                <a:latin typeface="Consolas" panose="020B0609020204030204" pitchFamily="49" charset="0"/>
              </a:rPr>
              <a:t>&lt;/body&gt;&lt;/html&gt;</a:t>
            </a:r>
            <a:endParaRPr lang="en-IN" sz="1100" b="0" dirty="0">
              <a:solidFill>
                <a:srgbClr val="000000"/>
              </a:solidFill>
              <a:effectLst/>
              <a:latin typeface="Consolas" panose="020B0609020204030204" pitchFamily="49" charset="0"/>
            </a:endParaRPr>
          </a:p>
          <a:p>
            <a:pPr marL="0" indent="0">
              <a:buNone/>
            </a:pPr>
            <a:br>
              <a:rPr lang="en-IN" sz="1100" b="0" dirty="0">
                <a:solidFill>
                  <a:srgbClr val="000000"/>
                </a:solidFill>
                <a:effectLst/>
                <a:latin typeface="Consolas" panose="020B0609020204030204" pitchFamily="49" charset="0"/>
              </a:rPr>
            </a:br>
            <a:br>
              <a:rPr lang="en-IN" sz="1100" b="0" dirty="0">
                <a:solidFill>
                  <a:srgbClr val="000000"/>
                </a:solidFill>
                <a:effectLst/>
                <a:latin typeface="Consolas" panose="020B0609020204030204" pitchFamily="49" charset="0"/>
              </a:rPr>
            </a:br>
            <a:endParaRPr lang="en-IN" sz="1100" b="0" dirty="0">
              <a:solidFill>
                <a:srgbClr val="000000"/>
              </a:solidFill>
              <a:effectLst/>
              <a:latin typeface="Consolas" panose="020B0609020204030204" pitchFamily="49" charset="0"/>
            </a:endParaRPr>
          </a:p>
          <a:p>
            <a:pPr marL="0" indent="0">
              <a:buNone/>
            </a:pPr>
            <a:r>
              <a:rPr lang="en-IN" sz="1600" dirty="0"/>
              <a:t> </a:t>
            </a:r>
          </a:p>
        </p:txBody>
      </p:sp>
      <p:sp>
        <p:nvSpPr>
          <p:cNvPr id="5" name="TextBox 4">
            <a:extLst>
              <a:ext uri="{FF2B5EF4-FFF2-40B4-BE49-F238E27FC236}">
                <a16:creationId xmlns:a16="http://schemas.microsoft.com/office/drawing/2014/main" id="{A0750759-079D-4288-AF6B-DEA50ADB05CA}"/>
              </a:ext>
            </a:extLst>
          </p:cNvPr>
          <p:cNvSpPr txBox="1"/>
          <p:nvPr/>
        </p:nvSpPr>
        <p:spPr>
          <a:xfrm>
            <a:off x="6096000" y="3943"/>
            <a:ext cx="6096000" cy="5355312"/>
          </a:xfrm>
          <a:prstGeom prst="rect">
            <a:avLst/>
          </a:prstGeom>
          <a:noFill/>
        </p:spPr>
        <p:txBody>
          <a:bodyPr wrap="square">
            <a:spAutoFit/>
          </a:bodyPr>
          <a:lstStyle/>
          <a:p>
            <a:r>
              <a:rPr lang="en-IN" sz="1600" b="0" dirty="0">
                <a:solidFill>
                  <a:srgbClr val="800000"/>
                </a:solidFill>
                <a:effectLst/>
                <a:latin typeface="Consolas" panose="020B0609020204030204" pitchFamily="49" charset="0"/>
              </a:rPr>
              <a:t>&lt;!DOCTYPE</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html</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&lt;html&gt;&lt;head&gt;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&lt;script</a:t>
            </a:r>
            <a:r>
              <a:rPr lang="en-IN" sz="1600" b="0" dirty="0">
                <a:solidFill>
                  <a:srgbClr val="000000"/>
                </a:solidFill>
                <a:effectLst/>
                <a:latin typeface="Consolas" panose="020B0609020204030204" pitchFamily="49" charset="0"/>
              </a:rPr>
              <a:t> </a:t>
            </a:r>
            <a:r>
              <a:rPr lang="en-IN" sz="1600" b="0" dirty="0" err="1">
                <a:solidFill>
                  <a:srgbClr val="FF0000"/>
                </a:solidFill>
                <a:effectLst/>
                <a:latin typeface="Consolas" panose="020B0609020204030204" pitchFamily="49" charset="0"/>
              </a:rPr>
              <a:t>src</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"../jquery-1.9.1.js"</a:t>
            </a:r>
            <a:r>
              <a:rPr lang="en-IN" sz="1600" b="0" dirty="0">
                <a:solidFill>
                  <a:srgbClr val="800000"/>
                </a:solidFill>
                <a:effectLst/>
                <a:latin typeface="Consolas" panose="020B0609020204030204" pitchFamily="49" charset="0"/>
              </a:rPr>
              <a:t>&gt;&lt;/script&gt;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&lt;script&gt;</a:t>
            </a:r>
            <a:endParaRPr lang="en-IN" sz="1600" b="0" dirty="0">
              <a:solidFill>
                <a:srgbClr val="000000"/>
              </a:solidFill>
              <a:effectLst/>
              <a:latin typeface="Consolas" panose="020B0609020204030204" pitchFamily="49" charset="0"/>
            </a:endParaRPr>
          </a:p>
          <a:p>
            <a:r>
              <a:rPr lang="en-IN" sz="1600" b="0" dirty="0">
                <a:solidFill>
                  <a:srgbClr val="0070C1"/>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001080"/>
                </a:solidFill>
                <a:effectLst/>
                <a:latin typeface="Consolas" panose="020B0609020204030204" pitchFamily="49" charset="0"/>
              </a:rPr>
              <a:t>document</a:t>
            </a:r>
            <a:r>
              <a:rPr lang="en-IN" sz="1600" b="0" dirty="0">
                <a:solidFill>
                  <a:srgbClr val="000000"/>
                </a:solidFill>
                <a:effectLst/>
                <a:latin typeface="Consolas" panose="020B0609020204030204" pitchFamily="49" charset="0"/>
              </a:rPr>
              <a:t>).</a:t>
            </a:r>
            <a:r>
              <a:rPr lang="en-IN" sz="1600" b="0" dirty="0">
                <a:solidFill>
                  <a:srgbClr val="795E26"/>
                </a:solidFill>
                <a:effectLst/>
                <a:latin typeface="Consolas" panose="020B0609020204030204" pitchFamily="49" charset="0"/>
              </a:rPr>
              <a:t>ready</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 {</a:t>
            </a:r>
          </a:p>
          <a:p>
            <a:r>
              <a:rPr lang="en-IN" sz="1600" b="0" dirty="0">
                <a:solidFill>
                  <a:srgbClr val="0000FF"/>
                </a:solidFill>
                <a:effectLst/>
                <a:latin typeface="Consolas" panose="020B0609020204030204" pitchFamily="49" charset="0"/>
              </a:rPr>
              <a:t>var</a:t>
            </a:r>
            <a:r>
              <a:rPr lang="en-IN" sz="1600" b="0" dirty="0">
                <a:solidFill>
                  <a:srgbClr val="000000"/>
                </a:solidFill>
                <a:effectLst/>
                <a:latin typeface="Consolas" panose="020B0609020204030204" pitchFamily="49" charset="0"/>
              </a:rPr>
              <a:t> </a:t>
            </a:r>
            <a:r>
              <a:rPr lang="en-IN" sz="1600" b="0" dirty="0">
                <a:solidFill>
                  <a:srgbClr val="001080"/>
                </a:solidFill>
                <a:effectLst/>
                <a:latin typeface="Consolas" panose="020B0609020204030204" pitchFamily="49" charset="0"/>
              </a:rPr>
              <a:t>b</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p>
          <a:p>
            <a:r>
              <a:rPr lang="en-IN" sz="1600" b="0" dirty="0">
                <a:solidFill>
                  <a:srgbClr val="0070C1"/>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a:t>
            </a:r>
            <a:r>
              <a:rPr lang="en-IN" sz="1600" b="0" dirty="0" err="1">
                <a:solidFill>
                  <a:srgbClr val="A31515"/>
                </a:solidFill>
                <a:effectLst/>
                <a:latin typeface="Consolas" panose="020B0609020204030204" pitchFamily="49" charset="0"/>
              </a:rPr>
              <a:t>btn</a:t>
            </a:r>
            <a:r>
              <a:rPr lang="en-IN" sz="1600" b="0" dirty="0">
                <a:solidFill>
                  <a:srgbClr val="A31515"/>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795E26"/>
                </a:solidFill>
                <a:effectLst/>
                <a:latin typeface="Consolas" panose="020B0609020204030204" pitchFamily="49" charset="0"/>
              </a:rPr>
              <a:t>click</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a:t>
            </a:r>
          </a:p>
          <a:p>
            <a:r>
              <a:rPr lang="en-IN" sz="1600" b="0" dirty="0">
                <a:solidFill>
                  <a:srgbClr val="0000FF"/>
                </a:solidFill>
                <a:effectLst/>
                <a:latin typeface="Consolas" panose="020B0609020204030204" pitchFamily="49" charset="0"/>
              </a:rPr>
              <a:t>let</a:t>
            </a:r>
            <a:r>
              <a:rPr lang="en-IN" sz="1600" b="0" dirty="0">
                <a:solidFill>
                  <a:srgbClr val="000000"/>
                </a:solidFill>
                <a:effectLst/>
                <a:latin typeface="Consolas" panose="020B0609020204030204" pitchFamily="49" charset="0"/>
              </a:rPr>
              <a:t> </a:t>
            </a:r>
            <a:r>
              <a:rPr lang="en-IN" sz="1600" b="0" dirty="0">
                <a:solidFill>
                  <a:srgbClr val="001080"/>
                </a:solidFill>
                <a:effectLst/>
                <a:latin typeface="Consolas" panose="020B0609020204030204" pitchFamily="49" charset="0"/>
              </a:rPr>
              <a:t>r</a:t>
            </a:r>
            <a:r>
              <a:rPr lang="en-IN" sz="1600" b="0" dirty="0">
                <a:solidFill>
                  <a:srgbClr val="000000"/>
                </a:solidFill>
                <a:effectLst/>
                <a:latin typeface="Consolas" panose="020B0609020204030204" pitchFamily="49" charset="0"/>
              </a:rPr>
              <a:t>=</a:t>
            </a:r>
            <a:r>
              <a:rPr lang="en-IN" sz="1600" b="0" dirty="0">
                <a:solidFill>
                  <a:srgbClr val="0070C1"/>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'#rd1'</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    </a:t>
            </a:r>
            <a:r>
              <a:rPr lang="en-IN" sz="1600" b="0" dirty="0" err="1">
                <a:solidFill>
                  <a:srgbClr val="001080"/>
                </a:solidFill>
                <a:effectLst/>
                <a:latin typeface="Consolas" panose="020B0609020204030204" pitchFamily="49" charset="0"/>
              </a:rPr>
              <a:t>r</a:t>
            </a:r>
            <a:r>
              <a:rPr lang="en-IN" sz="1600" b="0" dirty="0" err="1">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prop</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'checked’</a:t>
            </a:r>
            <a:r>
              <a:rPr lang="en-IN" sz="1600" b="0" dirty="0">
                <a:solidFill>
                  <a:srgbClr val="000000"/>
                </a:solidFill>
                <a:effectLst/>
                <a:latin typeface="Consolas" panose="020B0609020204030204" pitchFamily="49" charset="0"/>
              </a:rPr>
              <a:t>,</a:t>
            </a:r>
            <a:r>
              <a:rPr lang="en-IN" sz="1600" b="0" dirty="0">
                <a:solidFill>
                  <a:srgbClr val="001080"/>
                </a:solidFill>
                <a:effectLst/>
                <a:latin typeface="Consolas" panose="020B0609020204030204" pitchFamily="49" charset="0"/>
              </a:rPr>
              <a:t> true</a:t>
            </a:r>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a:t>
            </a:r>
          </a:p>
          <a:p>
            <a:r>
              <a:rPr lang="en-IN" sz="1600" b="0" dirty="0">
                <a:solidFill>
                  <a:srgbClr val="000000"/>
                </a:solidFill>
                <a:effectLst/>
                <a:latin typeface="Consolas" panose="020B0609020204030204" pitchFamily="49" charset="0"/>
              </a:rPr>
              <a:t>});</a:t>
            </a:r>
          </a:p>
          <a:p>
            <a:r>
              <a:rPr lang="en-IN" sz="1600" b="0" dirty="0">
                <a:solidFill>
                  <a:srgbClr val="800000"/>
                </a:solidFill>
                <a:effectLst/>
                <a:latin typeface="Consolas" panose="020B0609020204030204" pitchFamily="49" charset="0"/>
              </a:rPr>
              <a:t>&lt;/script&gt;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&lt;/head&gt;&lt;body&gt;&lt;pre&gt; </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&lt;form</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id</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t>
            </a:r>
            <a:r>
              <a:rPr lang="en-IN" sz="1600" b="0" dirty="0" err="1">
                <a:solidFill>
                  <a:srgbClr val="0000FF"/>
                </a:solidFill>
                <a:effectLst/>
                <a:latin typeface="Consolas" panose="020B0609020204030204" pitchFamily="49" charset="0"/>
              </a:rPr>
              <a:t>frm</a:t>
            </a:r>
            <a:r>
              <a:rPr lang="en-IN" sz="1600" b="0" dirty="0">
                <a:solidFill>
                  <a:srgbClr val="0000FF"/>
                </a:solidFill>
                <a:effectLst/>
                <a:latin typeface="Consolas" panose="020B0609020204030204" pitchFamily="49" charset="0"/>
              </a:rPr>
              <a:t>"</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action</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"a.html"</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&lt;input</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id</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"rd1"</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type</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"radio"</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name</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t>
            </a:r>
            <a:r>
              <a:rPr lang="en-IN" sz="1600" b="0" dirty="0" err="1">
                <a:solidFill>
                  <a:srgbClr val="0000FF"/>
                </a:solidFill>
                <a:effectLst/>
                <a:latin typeface="Consolas" panose="020B0609020204030204" pitchFamily="49" charset="0"/>
              </a:rPr>
              <a:t>ch</a:t>
            </a:r>
            <a:r>
              <a:rPr lang="en-IN" sz="1600" b="0" dirty="0">
                <a:solidFill>
                  <a:srgbClr val="0000FF"/>
                </a:solidFill>
                <a:effectLst/>
                <a:latin typeface="Consolas" panose="020B0609020204030204" pitchFamily="49" charset="0"/>
              </a:rPr>
              <a:t>"</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value</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t>
            </a:r>
            <a:r>
              <a:rPr lang="en-IN" sz="1600" b="0" dirty="0">
                <a:solidFill>
                  <a:srgbClr val="800000"/>
                </a:solidFill>
                <a:effectLst/>
                <a:latin typeface="Consolas" panose="020B0609020204030204" pitchFamily="49" charset="0"/>
              </a:rPr>
              <a:t>/&gt;</a:t>
            </a:r>
            <a:r>
              <a:rPr lang="en-IN" sz="1600" b="0" dirty="0">
                <a:solidFill>
                  <a:srgbClr val="000000"/>
                </a:solidFill>
                <a:effectLst/>
                <a:latin typeface="Consolas" panose="020B0609020204030204" pitchFamily="49" charset="0"/>
              </a:rPr>
              <a:t>+</a:t>
            </a:r>
          </a:p>
          <a:p>
            <a:r>
              <a:rPr lang="en-IN" sz="1600" b="0" dirty="0">
                <a:solidFill>
                  <a:srgbClr val="800000"/>
                </a:solidFill>
                <a:effectLst/>
                <a:latin typeface="Consolas" panose="020B0609020204030204" pitchFamily="49" charset="0"/>
              </a:rPr>
              <a:t>&lt;input</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id</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"rd2"</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type</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"radio"</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name</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t>
            </a:r>
            <a:r>
              <a:rPr lang="en-IN" sz="1600" b="0" dirty="0" err="1">
                <a:solidFill>
                  <a:srgbClr val="0000FF"/>
                </a:solidFill>
                <a:effectLst/>
                <a:latin typeface="Consolas" panose="020B0609020204030204" pitchFamily="49" charset="0"/>
              </a:rPr>
              <a:t>ch</a:t>
            </a:r>
            <a:r>
              <a:rPr lang="en-IN" sz="1600" b="0" dirty="0">
                <a:solidFill>
                  <a:srgbClr val="0000FF"/>
                </a:solidFill>
                <a:effectLst/>
                <a:latin typeface="Consolas" panose="020B0609020204030204" pitchFamily="49" charset="0"/>
              </a:rPr>
              <a:t>"</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value</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t>
            </a:r>
            <a:r>
              <a:rPr lang="en-IN" sz="1600" b="0" dirty="0">
                <a:solidFill>
                  <a:srgbClr val="800000"/>
                </a:solidFill>
                <a:effectLst/>
                <a:latin typeface="Consolas" panose="020B0609020204030204" pitchFamily="49" charset="0"/>
              </a:rPr>
              <a:t>/&gt;</a:t>
            </a:r>
            <a:r>
              <a:rPr lang="en-IN" sz="1600" b="0" dirty="0">
                <a:solidFill>
                  <a:srgbClr val="000000"/>
                </a:solidFill>
                <a:effectLst/>
                <a:latin typeface="Consolas" panose="020B0609020204030204" pitchFamily="49" charset="0"/>
              </a:rPr>
              <a:t>-</a:t>
            </a:r>
          </a:p>
          <a:p>
            <a:r>
              <a:rPr lang="en-IN" sz="1600" b="0" dirty="0">
                <a:solidFill>
                  <a:srgbClr val="800000"/>
                </a:solidFill>
                <a:effectLst/>
                <a:latin typeface="Consolas" panose="020B0609020204030204" pitchFamily="49" charset="0"/>
              </a:rPr>
              <a:t>&lt;input</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type</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"button"</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id</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t>
            </a:r>
            <a:r>
              <a:rPr lang="en-IN" sz="1600" b="0" dirty="0" err="1">
                <a:solidFill>
                  <a:srgbClr val="0000FF"/>
                </a:solidFill>
                <a:effectLst/>
                <a:latin typeface="Consolas" panose="020B0609020204030204" pitchFamily="49" charset="0"/>
              </a:rPr>
              <a:t>btn</a:t>
            </a:r>
            <a:r>
              <a:rPr lang="en-IN" sz="1600" b="0" dirty="0">
                <a:solidFill>
                  <a:srgbClr val="0000FF"/>
                </a:solidFill>
                <a:effectLst/>
                <a:latin typeface="Consolas" panose="020B0609020204030204" pitchFamily="49" charset="0"/>
              </a:rPr>
              <a:t>"</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value</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"checked r1"</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&lt;/form&gt;&lt;/pre&gt;</a:t>
            </a:r>
            <a:r>
              <a:rPr lang="en-IN" sz="1600" b="0" dirty="0">
                <a:solidFill>
                  <a:srgbClr val="000000"/>
                </a:solidFill>
                <a:effectLst/>
                <a:latin typeface="Consolas" panose="020B0609020204030204" pitchFamily="49" charset="0"/>
              </a:rPr>
              <a:t>     </a:t>
            </a:r>
          </a:p>
          <a:p>
            <a:r>
              <a:rPr lang="en-IN" sz="1600" b="0" dirty="0">
                <a:solidFill>
                  <a:srgbClr val="800000"/>
                </a:solidFill>
                <a:effectLst/>
                <a:latin typeface="Consolas" panose="020B0609020204030204" pitchFamily="49" charset="0"/>
              </a:rPr>
              <a:t>&lt;div</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id</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"DD"</a:t>
            </a:r>
            <a:r>
              <a:rPr lang="en-IN" sz="1600" b="0" dirty="0">
                <a:solidFill>
                  <a:srgbClr val="800000"/>
                </a:solidFill>
                <a:effectLst/>
                <a:latin typeface="Consolas" panose="020B0609020204030204" pitchFamily="49" charset="0"/>
              </a:rPr>
              <a:t>&gt;</a:t>
            </a:r>
            <a:r>
              <a:rPr lang="en-IN" sz="1600" b="0" dirty="0">
                <a:solidFill>
                  <a:srgbClr val="000000"/>
                </a:solidFill>
                <a:effectLst/>
                <a:latin typeface="Consolas" panose="020B0609020204030204" pitchFamily="49" charset="0"/>
              </a:rPr>
              <a:t>dd</a:t>
            </a:r>
            <a:r>
              <a:rPr lang="en-IN" sz="1600" b="0" dirty="0">
                <a:solidFill>
                  <a:srgbClr val="800000"/>
                </a:solidFill>
                <a:effectLst/>
                <a:latin typeface="Consolas" panose="020B0609020204030204" pitchFamily="49" charset="0"/>
              </a:rPr>
              <a:t>&lt;/div&gt;</a:t>
            </a:r>
            <a:endParaRPr lang="en-IN" sz="1600" b="0" dirty="0">
              <a:solidFill>
                <a:srgbClr val="000000"/>
              </a:solidFill>
              <a:effectLst/>
              <a:latin typeface="Consolas" panose="020B0609020204030204" pitchFamily="49" charset="0"/>
            </a:endParaRPr>
          </a:p>
          <a:p>
            <a:r>
              <a:rPr lang="en-IN" sz="1600" b="0" dirty="0">
                <a:solidFill>
                  <a:srgbClr val="800000"/>
                </a:solidFill>
                <a:effectLst/>
                <a:latin typeface="Consolas" panose="020B0609020204030204" pitchFamily="49" charset="0"/>
              </a:rPr>
              <a:t>&lt;/body&gt;&lt;/html&gt;</a:t>
            </a:r>
            <a:endParaRPr lang="en-IN" sz="1600" b="0" dirty="0">
              <a:solidFill>
                <a:srgbClr val="000000"/>
              </a:solidFill>
              <a:effectLst/>
              <a:latin typeface="Consolas" panose="020B0609020204030204" pitchFamily="49" charset="0"/>
            </a:endParaRPr>
          </a:p>
        </p:txBody>
      </p:sp>
      <p:sp>
        <p:nvSpPr>
          <p:cNvPr id="7" name="TextBox 6">
            <a:extLst>
              <a:ext uri="{FF2B5EF4-FFF2-40B4-BE49-F238E27FC236}">
                <a16:creationId xmlns:a16="http://schemas.microsoft.com/office/drawing/2014/main" id="{CCF25E14-1180-42E9-A3C5-BC683D76BC74}"/>
              </a:ext>
            </a:extLst>
          </p:cNvPr>
          <p:cNvSpPr txBox="1"/>
          <p:nvPr/>
        </p:nvSpPr>
        <p:spPr>
          <a:xfrm>
            <a:off x="5233221" y="5662050"/>
            <a:ext cx="6794090" cy="923330"/>
          </a:xfrm>
          <a:prstGeom prst="rect">
            <a:avLst/>
          </a:prstGeom>
          <a:ln w="57150"/>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1800" b="0" dirty="0">
                <a:solidFill>
                  <a:srgbClr val="795E26"/>
                </a:solidFill>
                <a:effectLst/>
                <a:latin typeface="Consolas" panose="020B0609020204030204" pitchFamily="49" charset="0"/>
              </a:rPr>
              <a:t>prop</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'checked'</a:t>
            </a:r>
            <a:r>
              <a:rPr lang="en-IN" sz="1800" b="0" dirty="0">
                <a:solidFill>
                  <a:srgbClr val="000000"/>
                </a:solidFill>
                <a:effectLst/>
                <a:latin typeface="Consolas" panose="020B0609020204030204" pitchFamily="49" charset="0"/>
              </a:rPr>
              <a:t>) </a:t>
            </a:r>
            <a:r>
              <a:rPr lang="en-IN" sz="1800" b="0" dirty="0">
                <a:solidFill>
                  <a:srgbClr val="000000"/>
                </a:solidFill>
                <a:effectLst/>
                <a:latin typeface="Consolas" panose="020B0609020204030204" pitchFamily="49" charset="0"/>
                <a:sym typeface="Wingdings" panose="05000000000000000000" pitchFamily="2" charset="2"/>
              </a:rPr>
              <a:t> Get value for checked property</a:t>
            </a:r>
          </a:p>
          <a:p>
            <a:r>
              <a:rPr lang="en-IN" sz="1800" b="0" dirty="0">
                <a:solidFill>
                  <a:srgbClr val="795E26"/>
                </a:solidFill>
                <a:effectLst/>
                <a:latin typeface="Consolas" panose="020B0609020204030204" pitchFamily="49" charset="0"/>
              </a:rPr>
              <a:t>prop</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a:t>
            </a:r>
            <a:r>
              <a:rPr lang="en-IN" sz="1800" b="0" dirty="0" err="1">
                <a:solidFill>
                  <a:srgbClr val="A31515"/>
                </a:solidFill>
                <a:effectLst/>
                <a:latin typeface="Consolas" panose="020B0609020204030204" pitchFamily="49" charset="0"/>
              </a:rPr>
              <a:t>checked’,true</a:t>
            </a:r>
            <a:r>
              <a:rPr lang="en-IN" sz="1800" b="0" dirty="0">
                <a:solidFill>
                  <a:srgbClr val="000000"/>
                </a:solidFill>
                <a:effectLst/>
                <a:latin typeface="Consolas" panose="020B0609020204030204" pitchFamily="49" charset="0"/>
              </a:rPr>
              <a:t>) </a:t>
            </a:r>
            <a:r>
              <a:rPr lang="en-IN" dirty="0">
                <a:solidFill>
                  <a:srgbClr val="000000"/>
                </a:solidFill>
                <a:latin typeface="Consolas" panose="020B0609020204030204" pitchFamily="49" charset="0"/>
                <a:sym typeface="Wingdings" panose="05000000000000000000" pitchFamily="2" charset="2"/>
              </a:rPr>
              <a:t> </a:t>
            </a:r>
            <a:r>
              <a:rPr lang="en-IN" sz="1600" dirty="0">
                <a:solidFill>
                  <a:srgbClr val="000000"/>
                </a:solidFill>
                <a:latin typeface="Consolas" panose="020B0609020204030204" pitchFamily="49" charset="0"/>
                <a:sym typeface="Wingdings" panose="05000000000000000000" pitchFamily="2" charset="2"/>
              </a:rPr>
              <a:t>Set value for </a:t>
            </a:r>
            <a:r>
              <a:rPr lang="en-IN" sz="1600" b="0" dirty="0">
                <a:solidFill>
                  <a:srgbClr val="000000"/>
                </a:solidFill>
                <a:effectLst/>
                <a:latin typeface="Consolas" panose="020B0609020204030204" pitchFamily="49" charset="0"/>
                <a:sym typeface="Wingdings" panose="05000000000000000000" pitchFamily="2" charset="2"/>
              </a:rPr>
              <a:t>checked property</a:t>
            </a:r>
            <a:endParaRPr lang="en-IN" dirty="0">
              <a:solidFill>
                <a:srgbClr val="000000"/>
              </a:solidFill>
              <a:latin typeface="Consolas" panose="020B0609020204030204" pitchFamily="49" charset="0"/>
              <a:sym typeface="Wingdings" panose="05000000000000000000" pitchFamily="2" charset="2"/>
            </a:endParaRPr>
          </a:p>
          <a:p>
            <a:endParaRPr lang="en-IN" sz="1800" b="0" dirty="0">
              <a:solidFill>
                <a:srgbClr val="000000"/>
              </a:solidFill>
              <a:effectLst/>
              <a:latin typeface="Consolas" panose="020B0609020204030204" pitchFamily="49" charset="0"/>
              <a:sym typeface="Wingdings" panose="05000000000000000000" pitchFamily="2" charset="2"/>
            </a:endParaRPr>
          </a:p>
        </p:txBody>
      </p:sp>
    </p:spTree>
    <p:extLst>
      <p:ext uri="{BB962C8B-B14F-4D97-AF65-F5344CB8AC3E}">
        <p14:creationId xmlns:p14="http://schemas.microsoft.com/office/powerpoint/2010/main" val="30258189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AA8CCF4-901E-46E6-B0C0-EFCF95AB52D4}"/>
              </a:ext>
            </a:extLst>
          </p:cNvPr>
          <p:cNvSpPr txBox="1"/>
          <p:nvPr/>
        </p:nvSpPr>
        <p:spPr>
          <a:xfrm>
            <a:off x="1337188" y="523933"/>
            <a:ext cx="6135328" cy="1754326"/>
          </a:xfrm>
          <a:prstGeom prst="rect">
            <a:avLst/>
          </a:prstGeom>
          <a:noFill/>
        </p:spPr>
        <p:txBody>
          <a:bodyPr wrap="square">
            <a:spAutoFit/>
          </a:bodyPr>
          <a:lstStyle/>
          <a:p>
            <a:r>
              <a:rPr lang="en-US" dirty="0"/>
              <a:t>Create h1 tag and type your name</a:t>
            </a:r>
          </a:p>
          <a:p>
            <a:r>
              <a:rPr lang="en-US" dirty="0"/>
              <a:t>create a button on click </a:t>
            </a:r>
          </a:p>
          <a:p>
            <a:r>
              <a:rPr lang="en-US" dirty="0"/>
              <a:t>name in h1 tag should be replace with data "welcome to CDAC"</a:t>
            </a:r>
          </a:p>
          <a:p>
            <a:endParaRPr lang="en-US" dirty="0"/>
          </a:p>
          <a:p>
            <a:r>
              <a:rPr lang="en-US" dirty="0"/>
              <a:t>&lt;h1&gt; </a:t>
            </a:r>
            <a:r>
              <a:rPr lang="en-US" dirty="0" err="1"/>
              <a:t>Ketki</a:t>
            </a:r>
            <a:r>
              <a:rPr lang="en-US" dirty="0"/>
              <a:t>&lt;/h1&gt;   welcome to CDAC</a:t>
            </a:r>
          </a:p>
          <a:p>
            <a:r>
              <a:rPr lang="en-US" dirty="0"/>
              <a:t>[button ]</a:t>
            </a:r>
            <a:endParaRPr lang="en-IN" dirty="0"/>
          </a:p>
        </p:txBody>
      </p:sp>
    </p:spTree>
    <p:extLst>
      <p:ext uri="{BB962C8B-B14F-4D97-AF65-F5344CB8AC3E}">
        <p14:creationId xmlns:p14="http://schemas.microsoft.com/office/powerpoint/2010/main" val="14788316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8A4FE-4C9B-4E60-BEC1-BC1573D736B9}"/>
              </a:ext>
            </a:extLst>
          </p:cNvPr>
          <p:cNvSpPr>
            <a:spLocks noGrp="1"/>
          </p:cNvSpPr>
          <p:nvPr>
            <p:ph type="title"/>
          </p:nvPr>
        </p:nvSpPr>
        <p:spPr>
          <a:xfrm>
            <a:off x="1238864" y="0"/>
            <a:ext cx="9878961" cy="568940"/>
          </a:xfrm>
        </p:spPr>
        <p:txBody>
          <a:bodyPr>
            <a:normAutofit fontScale="90000"/>
          </a:bodyPr>
          <a:lstStyle/>
          <a:p>
            <a:r>
              <a:rPr lang="en-US" dirty="0" err="1"/>
              <a:t>val</a:t>
            </a:r>
            <a:r>
              <a:rPr lang="en-US" dirty="0"/>
              <a:t>()</a:t>
            </a:r>
            <a:r>
              <a:rPr lang="en-US" dirty="0">
                <a:sym typeface="Wingdings" panose="05000000000000000000" pitchFamily="2" charset="2"/>
              </a:rPr>
              <a:t> getter setter</a:t>
            </a:r>
            <a:endParaRPr lang="en-IN" dirty="0"/>
          </a:p>
        </p:txBody>
      </p:sp>
      <p:sp>
        <p:nvSpPr>
          <p:cNvPr id="3" name="Content Placeholder 2">
            <a:extLst>
              <a:ext uri="{FF2B5EF4-FFF2-40B4-BE49-F238E27FC236}">
                <a16:creationId xmlns:a16="http://schemas.microsoft.com/office/drawing/2014/main" id="{B9E2D500-C4E1-4521-B6E4-8C1E54C0DD82}"/>
              </a:ext>
            </a:extLst>
          </p:cNvPr>
          <p:cNvSpPr>
            <a:spLocks noGrp="1"/>
          </p:cNvSpPr>
          <p:nvPr>
            <p:ph idx="1"/>
          </p:nvPr>
        </p:nvSpPr>
        <p:spPr>
          <a:xfrm>
            <a:off x="164689" y="571141"/>
            <a:ext cx="4554795" cy="6193453"/>
          </a:xfrm>
        </p:spPr>
        <p:txBody>
          <a:bodyPr>
            <a:noAutofit/>
          </a:bodyPr>
          <a:lstStyle/>
          <a:p>
            <a:pPr marL="0" indent="0">
              <a:buNone/>
            </a:pPr>
            <a:r>
              <a:rPr lang="en-IN" sz="1600" b="0" dirty="0">
                <a:solidFill>
                  <a:srgbClr val="800000"/>
                </a:solidFill>
                <a:effectLst/>
                <a:latin typeface="Consolas" panose="020B0609020204030204" pitchFamily="49" charset="0"/>
              </a:rPr>
              <a:t>&lt;!DOCTYPE</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html</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pPr marL="0" indent="0">
              <a:buNone/>
            </a:pPr>
            <a:r>
              <a:rPr lang="en-IN" sz="1600" b="0" dirty="0">
                <a:solidFill>
                  <a:srgbClr val="800000"/>
                </a:solidFill>
                <a:effectLst/>
                <a:latin typeface="Consolas" panose="020B0609020204030204" pitchFamily="49" charset="0"/>
              </a:rPr>
              <a:t>&lt;html&gt;&lt;head&gt;</a:t>
            </a:r>
            <a:endParaRPr lang="en-IN" sz="1600" b="0" dirty="0">
              <a:solidFill>
                <a:srgbClr val="000000"/>
              </a:solidFill>
              <a:effectLst/>
              <a:latin typeface="Consolas" panose="020B0609020204030204" pitchFamily="49" charset="0"/>
            </a:endParaRPr>
          </a:p>
          <a:p>
            <a:pPr marL="0" indent="0">
              <a:buNone/>
            </a:pPr>
            <a:r>
              <a:rPr lang="en-IN" sz="1600" b="0" dirty="0">
                <a:solidFill>
                  <a:srgbClr val="800000"/>
                </a:solidFill>
                <a:effectLst/>
                <a:latin typeface="Consolas" panose="020B0609020204030204" pitchFamily="49" charset="0"/>
              </a:rPr>
              <a:t>&lt;script</a:t>
            </a:r>
            <a:r>
              <a:rPr lang="en-IN" sz="1600" b="0" dirty="0">
                <a:solidFill>
                  <a:srgbClr val="000000"/>
                </a:solidFill>
                <a:effectLst/>
                <a:latin typeface="Consolas" panose="020B0609020204030204" pitchFamily="49" charset="0"/>
              </a:rPr>
              <a:t> </a:t>
            </a:r>
            <a:r>
              <a:rPr lang="en-IN" sz="1600" b="0" dirty="0" err="1">
                <a:solidFill>
                  <a:srgbClr val="FF0000"/>
                </a:solidFill>
                <a:effectLst/>
                <a:latin typeface="Consolas" panose="020B0609020204030204" pitchFamily="49" charset="0"/>
              </a:rPr>
              <a:t>src</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"jquery-1.9.1.js"</a:t>
            </a:r>
            <a:r>
              <a:rPr lang="en-IN" sz="1600" b="0" dirty="0">
                <a:solidFill>
                  <a:srgbClr val="800000"/>
                </a:solidFill>
                <a:effectLst/>
                <a:latin typeface="Consolas" panose="020B0609020204030204" pitchFamily="49" charset="0"/>
              </a:rPr>
              <a:t>&gt;&lt;/script&gt;</a:t>
            </a:r>
            <a:endParaRPr lang="en-IN" sz="1600" b="0" dirty="0">
              <a:solidFill>
                <a:srgbClr val="000000"/>
              </a:solidFill>
              <a:effectLst/>
              <a:latin typeface="Consolas" panose="020B0609020204030204" pitchFamily="49" charset="0"/>
            </a:endParaRPr>
          </a:p>
          <a:p>
            <a:pPr marL="0" indent="0">
              <a:buNone/>
            </a:pPr>
            <a:r>
              <a:rPr lang="en-IN" sz="1600" b="0" dirty="0">
                <a:solidFill>
                  <a:srgbClr val="800000"/>
                </a:solidFill>
                <a:effectLst/>
                <a:latin typeface="Consolas" panose="020B0609020204030204" pitchFamily="49" charset="0"/>
              </a:rPr>
              <a:t>&lt;script&gt;</a:t>
            </a:r>
            <a:endParaRPr lang="en-IN" sz="1600" b="0" dirty="0">
              <a:solidFill>
                <a:srgbClr val="000000"/>
              </a:solidFill>
              <a:effectLst/>
              <a:latin typeface="Consolas" panose="020B0609020204030204" pitchFamily="49" charset="0"/>
            </a:endParaRPr>
          </a:p>
          <a:p>
            <a:pPr marL="0" indent="0">
              <a:buNone/>
            </a:pPr>
            <a:r>
              <a:rPr lang="en-IN" sz="1600" b="0" dirty="0">
                <a:solidFill>
                  <a:srgbClr val="0070C1"/>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001080"/>
                </a:solidFill>
                <a:effectLst/>
                <a:latin typeface="Consolas" panose="020B0609020204030204" pitchFamily="49" charset="0"/>
              </a:rPr>
              <a:t>document</a:t>
            </a:r>
            <a:r>
              <a:rPr lang="en-IN" sz="1600" b="0" dirty="0">
                <a:solidFill>
                  <a:srgbClr val="000000"/>
                </a:solidFill>
                <a:effectLst/>
                <a:latin typeface="Consolas" panose="020B0609020204030204" pitchFamily="49" charset="0"/>
              </a:rPr>
              <a:t>).</a:t>
            </a:r>
            <a:r>
              <a:rPr lang="en-IN" sz="1600" b="0" dirty="0">
                <a:solidFill>
                  <a:srgbClr val="795E26"/>
                </a:solidFill>
                <a:effectLst/>
                <a:latin typeface="Consolas" panose="020B0609020204030204" pitchFamily="49" charset="0"/>
              </a:rPr>
              <a:t>ready</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 {</a:t>
            </a:r>
          </a:p>
          <a:p>
            <a:pPr marL="0" indent="0">
              <a:buNone/>
            </a:pPr>
            <a:br>
              <a:rPr lang="en-IN" sz="1600" b="0" dirty="0">
                <a:solidFill>
                  <a:srgbClr val="000000"/>
                </a:solidFill>
                <a:effectLst/>
                <a:latin typeface="Consolas" panose="020B0609020204030204" pitchFamily="49" charset="0"/>
              </a:rPr>
            </a:br>
            <a:r>
              <a:rPr lang="en-IN" sz="1600" b="0" dirty="0">
                <a:solidFill>
                  <a:srgbClr val="000000"/>
                </a:solidFill>
                <a:effectLst/>
                <a:latin typeface="Consolas" panose="020B0609020204030204" pitchFamily="49" charset="0"/>
              </a:rPr>
              <a:t>  </a:t>
            </a:r>
            <a:r>
              <a:rPr lang="en-IN" sz="1600" b="0" dirty="0">
                <a:solidFill>
                  <a:srgbClr val="0070C1"/>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a:t>
            </a:r>
            <a:r>
              <a:rPr lang="en-IN" sz="1600" b="0" dirty="0" err="1">
                <a:solidFill>
                  <a:srgbClr val="A31515"/>
                </a:solidFill>
                <a:effectLst/>
                <a:latin typeface="Consolas" panose="020B0609020204030204" pitchFamily="49" charset="0"/>
              </a:rPr>
              <a:t>btn</a:t>
            </a:r>
            <a:r>
              <a:rPr lang="en-IN" sz="1600" b="0" dirty="0">
                <a:solidFill>
                  <a:srgbClr val="A31515"/>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795E26"/>
                </a:solidFill>
                <a:effectLst/>
                <a:latin typeface="Consolas" panose="020B0609020204030204" pitchFamily="49" charset="0"/>
              </a:rPr>
              <a:t>click</a:t>
            </a: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function</a:t>
            </a:r>
            <a:r>
              <a:rPr lang="en-IN" sz="1600" b="0" dirty="0">
                <a:solidFill>
                  <a:srgbClr val="000000"/>
                </a:solidFill>
                <a:effectLst/>
                <a:latin typeface="Consolas" panose="020B0609020204030204" pitchFamily="49" charset="0"/>
              </a:rPr>
              <a:t>(){</a:t>
            </a:r>
          </a:p>
          <a:p>
            <a:pPr marL="0" indent="0">
              <a:buNone/>
            </a:pPr>
            <a:r>
              <a:rPr lang="en-IN" sz="1600" b="0" dirty="0">
                <a:solidFill>
                  <a:srgbClr val="000000"/>
                </a:solidFill>
                <a:effectLst/>
                <a:latin typeface="Consolas" panose="020B0609020204030204" pitchFamily="49" charset="0"/>
              </a:rPr>
              <a:t>   </a:t>
            </a:r>
            <a:r>
              <a:rPr lang="en-IN" sz="1600" b="0" dirty="0">
                <a:solidFill>
                  <a:srgbClr val="0000FF"/>
                </a:solidFill>
                <a:effectLst/>
                <a:latin typeface="Consolas" panose="020B0609020204030204" pitchFamily="49" charset="0"/>
              </a:rPr>
              <a:t>var</a:t>
            </a:r>
            <a:r>
              <a:rPr lang="en-IN" sz="1600" b="0" dirty="0">
                <a:solidFill>
                  <a:srgbClr val="000000"/>
                </a:solidFill>
                <a:effectLst/>
                <a:latin typeface="Consolas" panose="020B0609020204030204" pitchFamily="49" charset="0"/>
              </a:rPr>
              <a:t> </a:t>
            </a:r>
            <a:r>
              <a:rPr lang="en-IN" sz="1600" b="0" dirty="0">
                <a:solidFill>
                  <a:srgbClr val="001080"/>
                </a:solidFill>
                <a:effectLst/>
                <a:latin typeface="Consolas" panose="020B0609020204030204" pitchFamily="49" charset="0"/>
              </a:rPr>
              <a:t>a</a:t>
            </a:r>
            <a:r>
              <a:rPr lang="en-IN" sz="1600" b="0" dirty="0">
                <a:solidFill>
                  <a:srgbClr val="000000"/>
                </a:solidFill>
                <a:effectLst/>
                <a:latin typeface="Consolas" panose="020B0609020204030204" pitchFamily="49" charset="0"/>
              </a:rPr>
              <a:t>=</a:t>
            </a:r>
            <a:r>
              <a:rPr lang="en-IN" sz="1600" b="0" dirty="0">
                <a:solidFill>
                  <a:srgbClr val="0070C1"/>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"#t1"</a:t>
            </a:r>
            <a:r>
              <a:rPr lang="en-IN" sz="1600" b="0" dirty="0">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val</a:t>
            </a:r>
            <a:r>
              <a:rPr lang="en-IN" sz="1600" b="0" dirty="0">
                <a:solidFill>
                  <a:srgbClr val="000000"/>
                </a:solidFill>
                <a:effectLst/>
                <a:latin typeface="Consolas" panose="020B0609020204030204" pitchFamily="49" charset="0"/>
              </a:rPr>
              <a:t>();</a:t>
            </a:r>
          </a:p>
          <a:p>
            <a:pPr marL="0" indent="0">
              <a:buNone/>
            </a:pPr>
            <a:r>
              <a:rPr lang="en-IN" sz="1600" b="0" dirty="0">
                <a:solidFill>
                  <a:srgbClr val="0070C1"/>
                </a:solidFill>
                <a:effectLst/>
                <a:latin typeface="Consolas" panose="020B0609020204030204" pitchFamily="49" charset="0"/>
              </a:rPr>
              <a:t>$</a:t>
            </a:r>
            <a:r>
              <a:rPr lang="en-IN" sz="1600" b="0" dirty="0">
                <a:solidFill>
                  <a:srgbClr val="000000"/>
                </a:solidFill>
                <a:effectLst/>
                <a:latin typeface="Consolas" panose="020B0609020204030204" pitchFamily="49" charset="0"/>
              </a:rPr>
              <a:t>(</a:t>
            </a:r>
            <a:r>
              <a:rPr lang="en-IN" sz="1600" b="0" dirty="0">
                <a:solidFill>
                  <a:srgbClr val="A31515"/>
                </a:solidFill>
                <a:effectLst/>
                <a:latin typeface="Consolas" panose="020B0609020204030204" pitchFamily="49" charset="0"/>
              </a:rPr>
              <a:t>"#t2"</a:t>
            </a:r>
            <a:r>
              <a:rPr lang="en-IN" sz="1600" b="0" dirty="0">
                <a:solidFill>
                  <a:srgbClr val="000000"/>
                </a:solidFill>
                <a:effectLst/>
                <a:latin typeface="Consolas" panose="020B0609020204030204" pitchFamily="49" charset="0"/>
              </a:rPr>
              <a:t>).</a:t>
            </a:r>
            <a:r>
              <a:rPr lang="en-IN" sz="1600" b="0" dirty="0" err="1">
                <a:solidFill>
                  <a:srgbClr val="795E26"/>
                </a:solidFill>
                <a:effectLst/>
                <a:latin typeface="Consolas" panose="020B0609020204030204" pitchFamily="49" charset="0"/>
              </a:rPr>
              <a:t>val</a:t>
            </a:r>
            <a:r>
              <a:rPr lang="en-IN" sz="1600" b="0" dirty="0">
                <a:solidFill>
                  <a:srgbClr val="000000"/>
                </a:solidFill>
                <a:effectLst/>
                <a:latin typeface="Consolas" panose="020B0609020204030204" pitchFamily="49" charset="0"/>
              </a:rPr>
              <a:t>(</a:t>
            </a:r>
            <a:r>
              <a:rPr lang="en-IN" sz="1600" b="0" dirty="0">
                <a:solidFill>
                  <a:srgbClr val="001080"/>
                </a:solidFill>
                <a:effectLst/>
                <a:latin typeface="Consolas" panose="020B0609020204030204" pitchFamily="49" charset="0"/>
              </a:rPr>
              <a:t>a</a:t>
            </a:r>
            <a:r>
              <a:rPr lang="en-IN" sz="1600" b="0" dirty="0">
                <a:solidFill>
                  <a:srgbClr val="000000"/>
                </a:solidFill>
                <a:effectLst/>
                <a:latin typeface="Consolas" panose="020B0609020204030204" pitchFamily="49" charset="0"/>
              </a:rPr>
              <a:t>)})</a:t>
            </a:r>
          </a:p>
          <a:p>
            <a:pPr marL="0" indent="0">
              <a:buNone/>
            </a:pPr>
            <a:r>
              <a:rPr lang="en-IN" sz="1600" b="0" dirty="0">
                <a:solidFill>
                  <a:srgbClr val="000000"/>
                </a:solidFill>
                <a:effectLst/>
                <a:latin typeface="Consolas" panose="020B0609020204030204" pitchFamily="49" charset="0"/>
              </a:rPr>
              <a:t>});</a:t>
            </a:r>
          </a:p>
          <a:p>
            <a:pPr marL="0" indent="0">
              <a:buNone/>
            </a:pPr>
            <a:r>
              <a:rPr lang="en-IN" sz="1600" b="0" dirty="0">
                <a:solidFill>
                  <a:srgbClr val="800000"/>
                </a:solidFill>
                <a:effectLst/>
                <a:latin typeface="Consolas" panose="020B0609020204030204" pitchFamily="49" charset="0"/>
              </a:rPr>
              <a:t>&lt;/script&gt;</a:t>
            </a:r>
            <a:endParaRPr lang="en-IN" sz="1600" b="0" dirty="0">
              <a:solidFill>
                <a:srgbClr val="000000"/>
              </a:solidFill>
              <a:effectLst/>
              <a:latin typeface="Consolas" panose="020B0609020204030204" pitchFamily="49" charset="0"/>
            </a:endParaRPr>
          </a:p>
          <a:p>
            <a:pPr marL="0" indent="0">
              <a:buNone/>
            </a:pPr>
            <a:r>
              <a:rPr lang="en-IN" sz="1600" b="0" dirty="0">
                <a:solidFill>
                  <a:srgbClr val="800000"/>
                </a:solidFill>
                <a:effectLst/>
                <a:latin typeface="Consolas" panose="020B0609020204030204" pitchFamily="49" charset="0"/>
              </a:rPr>
              <a:t>&lt;/head&gt;&lt;body&gt;</a:t>
            </a:r>
            <a:endParaRPr lang="en-IN" sz="1600" b="0" dirty="0">
              <a:solidFill>
                <a:srgbClr val="000000"/>
              </a:solidFill>
              <a:effectLst/>
              <a:latin typeface="Consolas" panose="020B0609020204030204" pitchFamily="49" charset="0"/>
            </a:endParaRPr>
          </a:p>
          <a:p>
            <a:pPr marL="0" indent="0">
              <a:buNone/>
            </a:pPr>
            <a:r>
              <a:rPr lang="en-IN" sz="1600" b="0" dirty="0">
                <a:solidFill>
                  <a:srgbClr val="800000"/>
                </a:solidFill>
                <a:effectLst/>
                <a:latin typeface="Consolas" panose="020B0609020204030204" pitchFamily="49" charset="0"/>
              </a:rPr>
              <a:t>&lt;input</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type</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"text"</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value</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"my data"</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id</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"t1"</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pPr marL="0" indent="0">
              <a:buNone/>
            </a:pPr>
            <a:r>
              <a:rPr lang="en-IN" sz="1600" b="0" dirty="0">
                <a:solidFill>
                  <a:srgbClr val="800000"/>
                </a:solidFill>
                <a:effectLst/>
                <a:latin typeface="Consolas" panose="020B0609020204030204" pitchFamily="49" charset="0"/>
              </a:rPr>
              <a:t>&lt;input</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type</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"button"</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value</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"copy"</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id</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a:t>
            </a:r>
            <a:r>
              <a:rPr lang="en-IN" sz="1600" b="0" dirty="0" err="1">
                <a:solidFill>
                  <a:srgbClr val="0000FF"/>
                </a:solidFill>
                <a:effectLst/>
                <a:latin typeface="Consolas" panose="020B0609020204030204" pitchFamily="49" charset="0"/>
              </a:rPr>
              <a:t>btn</a:t>
            </a:r>
            <a:r>
              <a:rPr lang="en-IN" sz="1600" b="0" dirty="0">
                <a:solidFill>
                  <a:srgbClr val="0000FF"/>
                </a:solidFill>
                <a:effectLst/>
                <a:latin typeface="Consolas" panose="020B0609020204030204" pitchFamily="49" charset="0"/>
              </a:rPr>
              <a:t>"</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pPr marL="0" indent="0">
              <a:buNone/>
            </a:pPr>
            <a:r>
              <a:rPr lang="en-IN" sz="1600" b="0" dirty="0">
                <a:solidFill>
                  <a:srgbClr val="800000"/>
                </a:solidFill>
                <a:effectLst/>
                <a:latin typeface="Consolas" panose="020B0609020204030204" pitchFamily="49" charset="0"/>
              </a:rPr>
              <a:t>&lt;input</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type</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"text"</a:t>
            </a:r>
            <a:r>
              <a:rPr lang="en-IN" sz="1600" b="0" dirty="0">
                <a:solidFill>
                  <a:srgbClr val="000000"/>
                </a:solidFill>
                <a:effectLst/>
                <a:latin typeface="Consolas" panose="020B0609020204030204" pitchFamily="49" charset="0"/>
              </a:rPr>
              <a:t> </a:t>
            </a:r>
            <a:r>
              <a:rPr lang="en-IN" sz="1600" b="0" dirty="0">
                <a:solidFill>
                  <a:srgbClr val="FF0000"/>
                </a:solidFill>
                <a:effectLst/>
                <a:latin typeface="Consolas" panose="020B0609020204030204" pitchFamily="49" charset="0"/>
              </a:rPr>
              <a:t>id</a:t>
            </a:r>
            <a:r>
              <a:rPr lang="en-IN" sz="1600" b="0" dirty="0">
                <a:solidFill>
                  <a:srgbClr val="000000"/>
                </a:solidFill>
                <a:effectLst/>
                <a:latin typeface="Consolas" panose="020B0609020204030204" pitchFamily="49" charset="0"/>
              </a:rPr>
              <a:t>=</a:t>
            </a:r>
            <a:r>
              <a:rPr lang="en-IN" sz="1600" b="0" dirty="0">
                <a:solidFill>
                  <a:srgbClr val="0000FF"/>
                </a:solidFill>
                <a:effectLst/>
                <a:latin typeface="Consolas" panose="020B0609020204030204" pitchFamily="49" charset="0"/>
              </a:rPr>
              <a:t>"t2"</a:t>
            </a:r>
            <a:r>
              <a:rPr lang="en-IN" sz="1600" b="0" dirty="0">
                <a:solidFill>
                  <a:srgbClr val="800000"/>
                </a:solidFill>
                <a:effectLst/>
                <a:latin typeface="Consolas" panose="020B0609020204030204" pitchFamily="49" charset="0"/>
              </a:rPr>
              <a:t>/&gt;</a:t>
            </a:r>
            <a:endParaRPr lang="en-IN" sz="1600" b="0" dirty="0">
              <a:solidFill>
                <a:srgbClr val="000000"/>
              </a:solidFill>
              <a:effectLst/>
              <a:latin typeface="Consolas" panose="020B0609020204030204" pitchFamily="49" charset="0"/>
            </a:endParaRPr>
          </a:p>
          <a:p>
            <a:pPr marL="0" indent="0">
              <a:buNone/>
            </a:pPr>
            <a:r>
              <a:rPr lang="en-IN" sz="1600" b="0" dirty="0">
                <a:solidFill>
                  <a:srgbClr val="800000"/>
                </a:solidFill>
                <a:effectLst/>
                <a:latin typeface="Consolas" panose="020B0609020204030204" pitchFamily="49" charset="0"/>
              </a:rPr>
              <a:t>&lt;/body&gt;&lt;/html&gt;</a:t>
            </a:r>
            <a:endParaRPr lang="en-IN" sz="1600" b="0" dirty="0">
              <a:solidFill>
                <a:srgbClr val="000000"/>
              </a:solidFill>
              <a:effectLst/>
              <a:latin typeface="Consolas" panose="020B0609020204030204" pitchFamily="49" charset="0"/>
            </a:endParaRPr>
          </a:p>
          <a:p>
            <a:pPr marL="0" indent="0">
              <a:buNone/>
            </a:pPr>
            <a:br>
              <a:rPr lang="en-IN" sz="1600" b="0" dirty="0">
                <a:solidFill>
                  <a:srgbClr val="000000"/>
                </a:solidFill>
                <a:effectLst/>
                <a:latin typeface="Consolas" panose="020B0609020204030204" pitchFamily="49" charset="0"/>
              </a:rPr>
            </a:br>
            <a:br>
              <a:rPr lang="en-IN" sz="1600" b="0" dirty="0">
                <a:solidFill>
                  <a:srgbClr val="000000"/>
                </a:solidFill>
                <a:effectLst/>
                <a:latin typeface="Consolas" panose="020B0609020204030204" pitchFamily="49" charset="0"/>
              </a:rPr>
            </a:br>
            <a:endParaRPr lang="en-IN" sz="1600" b="0" dirty="0">
              <a:solidFill>
                <a:srgbClr val="000000"/>
              </a:solidFill>
              <a:effectLst/>
              <a:latin typeface="Consolas" panose="020B0609020204030204" pitchFamily="49" charset="0"/>
            </a:endParaRPr>
          </a:p>
          <a:p>
            <a:pPr marL="0" indent="0">
              <a:buNone/>
            </a:pPr>
            <a:br>
              <a:rPr lang="en-IN" sz="2400" b="0" dirty="0">
                <a:solidFill>
                  <a:srgbClr val="000000"/>
                </a:solidFill>
                <a:effectLst/>
                <a:latin typeface="Consolas" panose="020B0609020204030204" pitchFamily="49" charset="0"/>
              </a:rPr>
            </a:br>
            <a:br>
              <a:rPr lang="en-IN" sz="2400" b="0" dirty="0">
                <a:solidFill>
                  <a:srgbClr val="000000"/>
                </a:solidFill>
                <a:effectLst/>
                <a:latin typeface="Consolas" panose="020B0609020204030204" pitchFamily="49" charset="0"/>
              </a:rPr>
            </a:br>
            <a:endParaRPr lang="en-IN" sz="2400" b="0" dirty="0">
              <a:solidFill>
                <a:srgbClr val="000000"/>
              </a:solidFill>
              <a:effectLst/>
              <a:latin typeface="Consolas" panose="020B0609020204030204" pitchFamily="49" charset="0"/>
            </a:endParaRPr>
          </a:p>
          <a:p>
            <a:pPr marL="0" indent="0">
              <a:buNone/>
            </a:pPr>
            <a:r>
              <a:rPr lang="en-IN" sz="3600" dirty="0"/>
              <a:t> </a:t>
            </a:r>
          </a:p>
        </p:txBody>
      </p:sp>
      <p:sp>
        <p:nvSpPr>
          <p:cNvPr id="7" name="TextBox 6">
            <a:extLst>
              <a:ext uri="{FF2B5EF4-FFF2-40B4-BE49-F238E27FC236}">
                <a16:creationId xmlns:a16="http://schemas.microsoft.com/office/drawing/2014/main" id="{CCF25E14-1180-42E9-A3C5-BC683D76BC74}"/>
              </a:ext>
            </a:extLst>
          </p:cNvPr>
          <p:cNvSpPr txBox="1"/>
          <p:nvPr/>
        </p:nvSpPr>
        <p:spPr>
          <a:xfrm>
            <a:off x="5397910" y="1217869"/>
            <a:ext cx="6794090" cy="1723549"/>
          </a:xfrm>
          <a:prstGeom prst="rect">
            <a:avLst/>
          </a:prstGeom>
          <a:ln w="57150"/>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1800" b="0" dirty="0" err="1">
                <a:solidFill>
                  <a:srgbClr val="795E26"/>
                </a:solidFill>
                <a:effectLst/>
                <a:latin typeface="Consolas" panose="020B0609020204030204" pitchFamily="49" charset="0"/>
              </a:rPr>
              <a:t>val</a:t>
            </a:r>
            <a:r>
              <a:rPr lang="en-IN" sz="1800" b="0" dirty="0">
                <a:solidFill>
                  <a:srgbClr val="000000"/>
                </a:solidFill>
                <a:effectLst/>
                <a:latin typeface="Consolas" panose="020B0609020204030204" pitchFamily="49" charset="0"/>
              </a:rPr>
              <a:t>() </a:t>
            </a:r>
            <a:r>
              <a:rPr lang="en-IN" sz="1800" b="0" dirty="0">
                <a:solidFill>
                  <a:srgbClr val="000000"/>
                </a:solidFill>
                <a:effectLst/>
                <a:latin typeface="Consolas" panose="020B0609020204030204" pitchFamily="49" charset="0"/>
                <a:sym typeface="Wingdings" panose="05000000000000000000" pitchFamily="2" charset="2"/>
              </a:rPr>
              <a:t> Get value for textbox, checkbox, radio and select</a:t>
            </a:r>
          </a:p>
          <a:p>
            <a:endParaRPr lang="en-IN" sz="1800" b="0" dirty="0">
              <a:solidFill>
                <a:srgbClr val="000000"/>
              </a:solidFill>
              <a:effectLst/>
              <a:latin typeface="Consolas" panose="020B0609020204030204" pitchFamily="49" charset="0"/>
              <a:sym typeface="Wingdings" panose="05000000000000000000" pitchFamily="2" charset="2"/>
            </a:endParaRPr>
          </a:p>
          <a:p>
            <a:r>
              <a:rPr lang="en-IN" sz="1800" b="0" dirty="0" err="1">
                <a:solidFill>
                  <a:srgbClr val="795E26"/>
                </a:solidFill>
                <a:effectLst/>
                <a:latin typeface="Consolas" panose="020B0609020204030204" pitchFamily="49" charset="0"/>
              </a:rPr>
              <a:t>val</a:t>
            </a:r>
            <a:r>
              <a:rPr lang="en-IN" sz="1800" b="0" dirty="0">
                <a:solidFill>
                  <a:srgbClr val="000000"/>
                </a:solidFill>
                <a:effectLst/>
                <a:latin typeface="Consolas" panose="020B0609020204030204" pitchFamily="49" charset="0"/>
              </a:rPr>
              <a:t>(“set value”) </a:t>
            </a:r>
            <a:r>
              <a:rPr lang="en-IN" dirty="0">
                <a:solidFill>
                  <a:srgbClr val="000000"/>
                </a:solidFill>
                <a:latin typeface="Consolas" panose="020B0609020204030204" pitchFamily="49" charset="0"/>
                <a:sym typeface="Wingdings" panose="05000000000000000000" pitchFamily="2" charset="2"/>
              </a:rPr>
              <a:t> </a:t>
            </a:r>
            <a:r>
              <a:rPr lang="en-IN" sz="1600" dirty="0">
                <a:solidFill>
                  <a:srgbClr val="000000"/>
                </a:solidFill>
                <a:latin typeface="Consolas" panose="020B0609020204030204" pitchFamily="49" charset="0"/>
                <a:sym typeface="Wingdings" panose="05000000000000000000" pitchFamily="2" charset="2"/>
              </a:rPr>
              <a:t>Set value for </a:t>
            </a:r>
            <a:r>
              <a:rPr lang="en-IN" sz="1600" b="0" dirty="0">
                <a:solidFill>
                  <a:srgbClr val="000000"/>
                </a:solidFill>
                <a:effectLst/>
                <a:latin typeface="Consolas" panose="020B0609020204030204" pitchFamily="49" charset="0"/>
                <a:sym typeface="Wingdings" panose="05000000000000000000" pitchFamily="2" charset="2"/>
              </a:rPr>
              <a:t>textbox, checkbox, radio and select</a:t>
            </a:r>
          </a:p>
          <a:p>
            <a:endParaRPr lang="en-IN" sz="1800" b="0" dirty="0">
              <a:solidFill>
                <a:srgbClr val="000000"/>
              </a:solidFill>
              <a:effectLst/>
              <a:latin typeface="Consolas" panose="020B0609020204030204" pitchFamily="49" charset="0"/>
              <a:sym typeface="Wingdings" panose="05000000000000000000" pitchFamily="2" charset="2"/>
            </a:endParaRPr>
          </a:p>
        </p:txBody>
      </p:sp>
    </p:spTree>
    <p:extLst>
      <p:ext uri="{BB962C8B-B14F-4D97-AF65-F5344CB8AC3E}">
        <p14:creationId xmlns:p14="http://schemas.microsoft.com/office/powerpoint/2010/main" val="208968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13E7DF9-A4EB-4BBD-8CE8-8A07937583A3}"/>
              </a:ext>
            </a:extLst>
          </p:cNvPr>
          <p:cNvSpPr txBox="1"/>
          <p:nvPr/>
        </p:nvSpPr>
        <p:spPr>
          <a:xfrm>
            <a:off x="186813" y="3596514"/>
            <a:ext cx="6135328" cy="3108543"/>
          </a:xfrm>
          <a:prstGeom prst="rect">
            <a:avLst/>
          </a:prstGeom>
          <a:noFill/>
        </p:spPr>
        <p:txBody>
          <a:bodyPr wrap="square">
            <a:spAutoFit/>
          </a:bodyPr>
          <a:lstStyle/>
          <a:p>
            <a:r>
              <a:rPr lang="en-IN" sz="1400" b="0" dirty="0">
                <a:solidFill>
                  <a:srgbClr val="800000"/>
                </a:solidFill>
                <a:effectLst/>
                <a:latin typeface="Consolas" panose="020B0609020204030204" pitchFamily="49" charset="0"/>
              </a:rPr>
              <a:t>&lt;!DOCTYPE</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html</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&lt;html&gt;&lt;head&gt;&lt;style&gt;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a:t>
            </a:r>
            <a:r>
              <a:rPr lang="en-IN" sz="1400" b="0" dirty="0" err="1">
                <a:solidFill>
                  <a:srgbClr val="800000"/>
                </a:solidFill>
                <a:effectLst/>
                <a:latin typeface="Consolas" panose="020B0609020204030204" pitchFamily="49" charset="0"/>
              </a:rPr>
              <a:t>rc</a:t>
            </a:r>
            <a:r>
              <a:rPr lang="en-IN" sz="1400" b="0" dirty="0">
                <a:solidFill>
                  <a:srgbClr val="000000"/>
                </a:solidFill>
                <a:effectLst/>
                <a:latin typeface="Consolas" panose="020B0609020204030204" pitchFamily="49" charset="0"/>
              </a:rPr>
              <a:t> {</a:t>
            </a:r>
            <a:r>
              <a:rPr lang="en-IN" sz="1400" b="0" dirty="0" err="1">
                <a:solidFill>
                  <a:srgbClr val="FF0000"/>
                </a:solidFill>
                <a:effectLst/>
                <a:latin typeface="Consolas" panose="020B0609020204030204" pitchFamily="49" charset="0"/>
              </a:rPr>
              <a:t>color</a:t>
            </a:r>
            <a:r>
              <a:rPr lang="en-IN" sz="1400" b="0" dirty="0" err="1">
                <a:solidFill>
                  <a:srgbClr val="000000"/>
                </a:solidFill>
                <a:effectLst/>
                <a:latin typeface="Consolas" panose="020B0609020204030204" pitchFamily="49" charset="0"/>
              </a:rPr>
              <a:t>:</a:t>
            </a:r>
            <a:r>
              <a:rPr lang="en-IN" sz="1400" b="0" dirty="0" err="1">
                <a:solidFill>
                  <a:srgbClr val="0451A5"/>
                </a:solidFill>
                <a:effectLst/>
                <a:latin typeface="Consolas" panose="020B0609020204030204" pitchFamily="49" charset="0"/>
              </a:rPr>
              <a:t>pink</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border</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2px</a:t>
            </a:r>
            <a:r>
              <a:rPr lang="en-IN" sz="1400" b="0" dirty="0">
                <a:solidFill>
                  <a:srgbClr val="000000"/>
                </a:solidFill>
                <a:effectLst/>
                <a:latin typeface="Consolas" panose="020B0609020204030204" pitchFamily="49" charset="0"/>
              </a:rPr>
              <a:t> </a:t>
            </a:r>
            <a:r>
              <a:rPr lang="en-IN" sz="1400" b="0" dirty="0">
                <a:solidFill>
                  <a:srgbClr val="0451A5"/>
                </a:solidFill>
                <a:effectLst/>
                <a:latin typeface="Consolas" panose="020B0609020204030204" pitchFamily="49" charset="0"/>
              </a:rPr>
              <a:t>solid</a:t>
            </a:r>
            <a:r>
              <a:rPr lang="en-IN" sz="1400" b="0" dirty="0">
                <a:solidFill>
                  <a:srgbClr val="000000"/>
                </a:solidFill>
                <a:effectLst/>
                <a:latin typeface="Consolas" panose="020B0609020204030204" pitchFamily="49" charset="0"/>
              </a:rPr>
              <a:t> </a:t>
            </a:r>
            <a:r>
              <a:rPr lang="en-IN" sz="1400" b="0" dirty="0">
                <a:solidFill>
                  <a:srgbClr val="0451A5"/>
                </a:solidFill>
                <a:effectLst/>
                <a:latin typeface="Consolas" panose="020B0609020204030204" pitchFamily="49" charset="0"/>
              </a:rPr>
              <a:t>pink</a:t>
            </a:r>
            <a:r>
              <a:rPr lang="en-IN" sz="1400" b="0" dirty="0">
                <a:solidFill>
                  <a:srgbClr val="000000"/>
                </a:solidFill>
                <a:effectLst/>
                <a:latin typeface="Consolas" panose="020B0609020204030204" pitchFamily="49" charset="0"/>
              </a:rPr>
              <a:t>;</a:t>
            </a:r>
          </a:p>
          <a:p>
            <a:br>
              <a:rPr lang="en-IN" sz="1400" b="0" dirty="0">
                <a:solidFill>
                  <a:srgbClr val="000000"/>
                </a:solidFill>
                <a:effectLst/>
                <a:latin typeface="Consolas" panose="020B0609020204030204" pitchFamily="49" charset="0"/>
              </a:rPr>
            </a:br>
            <a:r>
              <a:rPr lang="en-IN" sz="1400" b="0" dirty="0">
                <a:solidFill>
                  <a:srgbClr val="000000"/>
                </a:solidFill>
                <a:effectLst/>
                <a:latin typeface="Consolas" panose="020B0609020204030204" pitchFamily="49" charset="0"/>
              </a:rPr>
              <a:t>}</a:t>
            </a:r>
          </a:p>
          <a:p>
            <a:r>
              <a:rPr lang="en-IN" sz="1400" b="0" dirty="0">
                <a:solidFill>
                  <a:srgbClr val="800000"/>
                </a:solidFill>
                <a:effectLst/>
                <a:latin typeface="Consolas" panose="020B0609020204030204" pitchFamily="49" charset="0"/>
              </a:rPr>
              <a:t>.</a:t>
            </a:r>
            <a:r>
              <a:rPr lang="en-IN" sz="1400" b="0" dirty="0" err="1">
                <a:solidFill>
                  <a:srgbClr val="800000"/>
                </a:solidFill>
                <a:effectLst/>
                <a:latin typeface="Consolas" panose="020B0609020204030204" pitchFamily="49" charset="0"/>
              </a:rPr>
              <a:t>gc</a:t>
            </a:r>
            <a:r>
              <a:rPr lang="en-IN" sz="1400" b="0" dirty="0">
                <a:solidFill>
                  <a:srgbClr val="000000"/>
                </a:solidFill>
                <a:effectLst/>
                <a:latin typeface="Consolas" panose="020B0609020204030204" pitchFamily="49" charset="0"/>
              </a:rPr>
              <a:t> {   </a:t>
            </a:r>
            <a:r>
              <a:rPr lang="en-IN" sz="1400" b="0" dirty="0" err="1">
                <a:solidFill>
                  <a:srgbClr val="FF0000"/>
                </a:solidFill>
                <a:effectLst/>
                <a:latin typeface="Consolas" panose="020B0609020204030204" pitchFamily="49" charset="0"/>
              </a:rPr>
              <a:t>color</a:t>
            </a:r>
            <a:r>
              <a:rPr lang="en-IN" sz="1400" b="0" dirty="0" err="1">
                <a:solidFill>
                  <a:srgbClr val="000000"/>
                </a:solidFill>
                <a:effectLst/>
                <a:latin typeface="Consolas" panose="020B0609020204030204" pitchFamily="49" charset="0"/>
              </a:rPr>
              <a:t>:</a:t>
            </a:r>
            <a:r>
              <a:rPr lang="en-IN" sz="1400" b="0" dirty="0" err="1">
                <a:solidFill>
                  <a:srgbClr val="0451A5"/>
                </a:solidFill>
                <a:effectLst/>
                <a:latin typeface="Consolas" panose="020B0609020204030204" pitchFamily="49" charset="0"/>
              </a:rPr>
              <a:t>green</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height</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250px</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border</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2px</a:t>
            </a:r>
            <a:r>
              <a:rPr lang="en-IN" sz="1400" b="0" dirty="0">
                <a:solidFill>
                  <a:srgbClr val="000000"/>
                </a:solidFill>
                <a:effectLst/>
                <a:latin typeface="Consolas" panose="020B0609020204030204" pitchFamily="49" charset="0"/>
              </a:rPr>
              <a:t> </a:t>
            </a:r>
            <a:r>
              <a:rPr lang="en-IN" sz="1400" b="0" dirty="0">
                <a:solidFill>
                  <a:srgbClr val="0451A5"/>
                </a:solidFill>
                <a:effectLst/>
                <a:latin typeface="Consolas" panose="020B0609020204030204" pitchFamily="49" charset="0"/>
              </a:rPr>
              <a:t>solid</a:t>
            </a:r>
            <a:r>
              <a:rPr lang="en-IN" sz="1400" b="0" dirty="0">
                <a:solidFill>
                  <a:srgbClr val="000000"/>
                </a:solidFill>
                <a:effectLst/>
                <a:latin typeface="Consolas" panose="020B0609020204030204" pitchFamily="49" charset="0"/>
              </a:rPr>
              <a:t> </a:t>
            </a:r>
            <a:r>
              <a:rPr lang="en-IN" sz="1400" b="0" dirty="0">
                <a:solidFill>
                  <a:srgbClr val="0451A5"/>
                </a:solidFill>
                <a:effectLst/>
                <a:latin typeface="Consolas" panose="020B0609020204030204" pitchFamily="49" charset="0"/>
              </a:rPr>
              <a:t>green</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padding</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2px</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width</a:t>
            </a:r>
            <a:r>
              <a:rPr lang="en-IN" sz="1400" b="0" dirty="0">
                <a:solidFill>
                  <a:srgbClr val="000000"/>
                </a:solidFill>
                <a:effectLst/>
                <a:latin typeface="Consolas" panose="020B0609020204030204" pitchFamily="49" charset="0"/>
              </a:rPr>
              <a:t>:</a:t>
            </a:r>
            <a:r>
              <a:rPr lang="en-IN" sz="1400" b="0" dirty="0">
                <a:solidFill>
                  <a:srgbClr val="098658"/>
                </a:solidFill>
                <a:effectLst/>
                <a:latin typeface="Consolas" panose="020B0609020204030204" pitchFamily="49" charset="0"/>
              </a:rPr>
              <a:t>150px</a:t>
            </a:r>
            <a:r>
              <a:rPr lang="en-IN" sz="1400" b="0" dirty="0">
                <a:solidFill>
                  <a:srgbClr val="000000"/>
                </a:solidFill>
                <a:effectLst/>
                <a:latin typeface="Consolas" panose="020B0609020204030204" pitchFamily="49" charset="0"/>
              </a:rPr>
              <a:t>;</a:t>
            </a:r>
          </a:p>
          <a:p>
            <a:r>
              <a:rPr lang="en-IN" sz="1400" b="0" dirty="0">
                <a:solidFill>
                  <a:srgbClr val="000000"/>
                </a:solidFill>
                <a:effectLst/>
                <a:latin typeface="Consolas" panose="020B0609020204030204" pitchFamily="49" charset="0"/>
              </a:rPr>
              <a:t>}</a:t>
            </a:r>
          </a:p>
          <a:p>
            <a:r>
              <a:rPr lang="en-IN" sz="1400" b="0" dirty="0">
                <a:solidFill>
                  <a:srgbClr val="800000"/>
                </a:solidFill>
                <a:effectLst/>
                <a:latin typeface="Consolas" panose="020B0609020204030204" pitchFamily="49" charset="0"/>
              </a:rPr>
              <a:t>&lt;/style&gt;</a:t>
            </a:r>
            <a:endParaRPr lang="en-IN" sz="1400" b="0" dirty="0">
              <a:solidFill>
                <a:srgbClr val="000000"/>
              </a:solidFill>
              <a:effectLst/>
              <a:latin typeface="Consolas" panose="020B0609020204030204" pitchFamily="49" charset="0"/>
            </a:endParaRPr>
          </a:p>
          <a:p>
            <a:r>
              <a:rPr lang="en-IN" sz="1400" b="0" dirty="0">
                <a:solidFill>
                  <a:srgbClr val="800000"/>
                </a:solidFill>
                <a:effectLst/>
                <a:latin typeface="Consolas" panose="020B0609020204030204" pitchFamily="49" charset="0"/>
              </a:rPr>
              <a:t>&lt;script</a:t>
            </a:r>
            <a:r>
              <a:rPr lang="en-IN" sz="1400" b="0" dirty="0">
                <a:solidFill>
                  <a:srgbClr val="000000"/>
                </a:solidFill>
                <a:effectLst/>
                <a:latin typeface="Consolas" panose="020B0609020204030204" pitchFamily="49" charset="0"/>
              </a:rPr>
              <a:t> </a:t>
            </a:r>
            <a:r>
              <a:rPr lang="en-IN" sz="1400" b="0" dirty="0" err="1">
                <a:solidFill>
                  <a:srgbClr val="FF0000"/>
                </a:solidFill>
                <a:effectLst/>
                <a:latin typeface="Consolas" panose="020B0609020204030204" pitchFamily="49" charset="0"/>
              </a:rPr>
              <a:t>src</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"../jquery-1.9.1.js"</a:t>
            </a:r>
            <a:r>
              <a:rPr lang="en-IN" sz="1400" b="0" dirty="0">
                <a:solidFill>
                  <a:srgbClr val="800000"/>
                </a:solidFill>
                <a:effectLst/>
                <a:latin typeface="Consolas" panose="020B0609020204030204" pitchFamily="49" charset="0"/>
              </a:rPr>
              <a:t>&gt;&lt;/script&gt;</a:t>
            </a:r>
            <a:endParaRPr lang="en-IN" sz="1400" b="0" dirty="0">
              <a:solidFill>
                <a:srgbClr val="000000"/>
              </a:solidFill>
              <a:effectLst/>
              <a:latin typeface="Consolas" panose="020B0609020204030204" pitchFamily="49" charset="0"/>
            </a:endParaRPr>
          </a:p>
        </p:txBody>
      </p:sp>
      <p:sp>
        <p:nvSpPr>
          <p:cNvPr id="7" name="TextBox 6">
            <a:extLst>
              <a:ext uri="{FF2B5EF4-FFF2-40B4-BE49-F238E27FC236}">
                <a16:creationId xmlns:a16="http://schemas.microsoft.com/office/drawing/2014/main" id="{19B5A512-741E-4A6F-9D14-23AA8480AEDB}"/>
              </a:ext>
            </a:extLst>
          </p:cNvPr>
          <p:cNvSpPr txBox="1"/>
          <p:nvPr/>
        </p:nvSpPr>
        <p:spPr>
          <a:xfrm>
            <a:off x="6164826" y="28588"/>
            <a:ext cx="6135328" cy="6186309"/>
          </a:xfrm>
          <a:prstGeom prst="rect">
            <a:avLst/>
          </a:prstGeom>
          <a:noFill/>
        </p:spPr>
        <p:txBody>
          <a:bodyPr wrap="square">
            <a:spAutoFit/>
          </a:bodyPr>
          <a:lstStyle/>
          <a:p>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document</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ready</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"#pd"</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mouseover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 </a:t>
            </a: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a</a:t>
            </a:r>
            <a:r>
              <a:rPr lang="en-IN" b="0" dirty="0">
                <a:solidFill>
                  <a:srgbClr val="000000"/>
                </a:solidFill>
                <a:effectLst/>
                <a:latin typeface="Consolas" panose="020B0609020204030204" pitchFamily="49" charset="0"/>
              </a:rPr>
              <a:t>=</a:t>
            </a:r>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"#pd"</a:t>
            </a:r>
            <a:r>
              <a:rPr lang="en-IN" b="0" dirty="0">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css</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color</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795E26"/>
                </a:solidFill>
                <a:effectLst/>
                <a:latin typeface="Consolas" panose="020B0609020204030204" pitchFamily="49" charset="0"/>
              </a:rPr>
              <a:t>alert</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a</a:t>
            </a:r>
            <a:r>
              <a:rPr lang="en-IN" b="0" dirty="0">
                <a:solidFill>
                  <a:srgbClr val="000000"/>
                </a:solidFill>
                <a:effectLst/>
                <a:latin typeface="Consolas" panose="020B0609020204030204" pitchFamily="49" charset="0"/>
              </a:rPr>
              <a:t>);</a:t>
            </a:r>
          </a:p>
          <a:p>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"#s"</a:t>
            </a:r>
            <a:r>
              <a:rPr lang="en-IN" b="0" dirty="0">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css</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color</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"blue"</a:t>
            </a:r>
            <a:r>
              <a:rPr lang="en-IN" b="0" dirty="0">
                <a:solidFill>
                  <a:srgbClr val="000000"/>
                </a:solidFill>
                <a:effectLst/>
                <a:latin typeface="Consolas" panose="020B0609020204030204" pitchFamily="49" charset="0"/>
              </a:rPr>
              <a:t>);</a:t>
            </a:r>
          </a:p>
          <a:p>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"#s"</a:t>
            </a:r>
            <a:r>
              <a:rPr lang="en-IN" b="0" dirty="0">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css</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backg</a:t>
            </a:r>
            <a:r>
              <a:rPr lang="en-IN" b="0" dirty="0">
                <a:solidFill>
                  <a:srgbClr val="A31515"/>
                </a:solidFill>
                <a:effectLst/>
                <a:latin typeface="Consolas" panose="020B0609020204030204" pitchFamily="49" charset="0"/>
              </a:rPr>
              <a:t>round-color'</a:t>
            </a:r>
            <a:r>
              <a:rPr lang="en-IN" b="0" dirty="0">
                <a:solidFill>
                  <a:srgbClr val="001080"/>
                </a:solidFill>
                <a:effectLst/>
                <a:latin typeface="Consolas" panose="020B0609020204030204" pitchFamily="49" charset="0"/>
              </a:rPr>
              <a:t>:</a:t>
            </a:r>
            <a:r>
              <a:rPr lang="en-IN" b="0" dirty="0">
                <a:solidFill>
                  <a:srgbClr val="A31515"/>
                </a:solidFill>
                <a:effectLst/>
                <a:latin typeface="Consolas" panose="020B0609020204030204" pitchFamily="49" charset="0"/>
              </a:rPr>
              <a:t>'bisque'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'font-weight'</a:t>
            </a:r>
            <a:r>
              <a:rPr lang="en-IN" b="0" dirty="0">
                <a:solidFill>
                  <a:srgbClr val="001080"/>
                </a:solidFill>
                <a:effectLst/>
                <a:latin typeface="Consolas" panose="020B0609020204030204" pitchFamily="49" charset="0"/>
              </a:rPr>
              <a:t> :</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'bolder'</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a:p>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&lt;/head&gt;&lt;body&gt;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&lt;h1&gt;</a:t>
            </a:r>
            <a:r>
              <a:rPr lang="en-IN" b="0" dirty="0">
                <a:solidFill>
                  <a:srgbClr val="000000"/>
                </a:solidFill>
                <a:effectLst/>
                <a:latin typeface="Consolas" panose="020B0609020204030204" pitchFamily="49" charset="0"/>
              </a:rPr>
              <a:t> hello this is h1 tag</a:t>
            </a:r>
            <a:r>
              <a:rPr lang="en-IN" b="0" dirty="0">
                <a:solidFill>
                  <a:srgbClr val="800000"/>
                </a:solidFill>
                <a:effectLst/>
                <a:latin typeface="Consolas" panose="020B0609020204030204" pitchFamily="49" charset="0"/>
              </a:rPr>
              <a:t>&lt;/h1&gt;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&lt;p</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id</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"pd"</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class</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err="1">
                <a:solidFill>
                  <a:srgbClr val="0000FF"/>
                </a:solidFill>
                <a:effectLst/>
                <a:latin typeface="Consolas" panose="020B0609020204030204" pitchFamily="49" charset="0"/>
              </a:rPr>
              <a:t>gc</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 this p tag</a:t>
            </a:r>
            <a:r>
              <a:rPr lang="en-IN" b="0" dirty="0">
                <a:solidFill>
                  <a:srgbClr val="800000"/>
                </a:solidFill>
                <a:effectLst/>
                <a:latin typeface="Consolas" panose="020B0609020204030204" pitchFamily="49" charset="0"/>
              </a:rPr>
              <a:t>&lt;/p&gt;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&lt;p</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id</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"s"</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class</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err="1">
                <a:solidFill>
                  <a:srgbClr val="0000FF"/>
                </a:solidFill>
                <a:effectLst/>
                <a:latin typeface="Consolas" panose="020B0609020204030204" pitchFamily="49" charset="0"/>
              </a:rPr>
              <a:t>rc</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 this p tag with pink </a:t>
            </a:r>
            <a:r>
              <a:rPr lang="en-IN" b="0" dirty="0" err="1">
                <a:solidFill>
                  <a:srgbClr val="000000"/>
                </a:solidFill>
                <a:effectLst/>
                <a:latin typeface="Consolas" panose="020B0609020204030204" pitchFamily="49" charset="0"/>
              </a:rPr>
              <a:t>color</a:t>
            </a:r>
            <a:r>
              <a:rPr lang="en-IN" b="0" dirty="0">
                <a:solidFill>
                  <a:srgbClr val="800000"/>
                </a:solidFill>
                <a:effectLst/>
                <a:latin typeface="Consolas" panose="020B0609020204030204" pitchFamily="49" charset="0"/>
              </a:rPr>
              <a:t>&lt;/p&gt;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&lt;/body&gt;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&lt;/html&gt;</a:t>
            </a:r>
            <a:endParaRPr lang="en-IN" b="0" dirty="0">
              <a:solidFill>
                <a:srgbClr val="000000"/>
              </a:solidFill>
              <a:effectLst/>
              <a:latin typeface="Consolas" panose="020B0609020204030204" pitchFamily="49" charset="0"/>
            </a:endParaRPr>
          </a:p>
          <a:p>
            <a:br>
              <a:rPr lang="en-IN" b="0" dirty="0">
                <a:solidFill>
                  <a:srgbClr val="000000"/>
                </a:solidFill>
                <a:effectLst/>
                <a:latin typeface="Consolas" panose="020B0609020204030204" pitchFamily="49" charset="0"/>
              </a:rPr>
            </a:br>
            <a:endParaRPr lang="en-IN" b="0" dirty="0">
              <a:solidFill>
                <a:srgbClr val="000000"/>
              </a:solidFill>
              <a:effectLst/>
              <a:latin typeface="Consolas" panose="020B0609020204030204" pitchFamily="49" charset="0"/>
            </a:endParaRPr>
          </a:p>
        </p:txBody>
      </p:sp>
      <p:pic>
        <p:nvPicPr>
          <p:cNvPr id="9" name="Picture 8">
            <a:extLst>
              <a:ext uri="{FF2B5EF4-FFF2-40B4-BE49-F238E27FC236}">
                <a16:creationId xmlns:a16="http://schemas.microsoft.com/office/drawing/2014/main" id="{3E21292F-10DE-42D3-91E8-83DA4312E14C}"/>
              </a:ext>
            </a:extLst>
          </p:cNvPr>
          <p:cNvPicPr>
            <a:picLocks noChangeAspect="1"/>
          </p:cNvPicPr>
          <p:nvPr/>
        </p:nvPicPr>
        <p:blipFill rotWithShape="1">
          <a:blip r:embed="rId2"/>
          <a:srcRect l="26372" t="9378" r="21611" b="37061"/>
          <a:stretch/>
        </p:blipFill>
        <p:spPr>
          <a:xfrm>
            <a:off x="494001" y="325647"/>
            <a:ext cx="5068668" cy="2935839"/>
          </a:xfrm>
          <a:prstGeom prst="rect">
            <a:avLst/>
          </a:prstGeom>
        </p:spPr>
      </p:pic>
    </p:spTree>
    <p:extLst>
      <p:ext uri="{BB962C8B-B14F-4D97-AF65-F5344CB8AC3E}">
        <p14:creationId xmlns:p14="http://schemas.microsoft.com/office/powerpoint/2010/main" val="31226151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F91A9-0C26-4913-A723-EDBD2B1C66C0}"/>
              </a:ext>
            </a:extLst>
          </p:cNvPr>
          <p:cNvSpPr>
            <a:spLocks noGrp="1"/>
          </p:cNvSpPr>
          <p:nvPr>
            <p:ph type="title"/>
          </p:nvPr>
        </p:nvSpPr>
        <p:spPr>
          <a:xfrm>
            <a:off x="1052052" y="0"/>
            <a:ext cx="9839632" cy="509946"/>
          </a:xfrm>
        </p:spPr>
        <p:txBody>
          <a:bodyPr>
            <a:noAutofit/>
          </a:bodyPr>
          <a:lstStyle/>
          <a:p>
            <a:r>
              <a:rPr lang="en-US" sz="3600" dirty="0" err="1"/>
              <a:t>CSS</a:t>
            </a:r>
            <a:r>
              <a:rPr lang="en-US" sz="3600" dirty="0" err="1">
                <a:sym typeface="Wingdings" panose="05000000000000000000" pitchFamily="2" charset="2"/>
              </a:rPr>
              <a:t>addClass-removeClass</a:t>
            </a:r>
            <a:r>
              <a:rPr lang="en-US" sz="3600" dirty="0">
                <a:sym typeface="Wingdings" panose="05000000000000000000" pitchFamily="2" charset="2"/>
              </a:rPr>
              <a:t>- toggle </a:t>
            </a:r>
            <a:endParaRPr lang="en-IN" sz="3600" dirty="0"/>
          </a:p>
        </p:txBody>
      </p:sp>
      <p:sp>
        <p:nvSpPr>
          <p:cNvPr id="3" name="Content Placeholder 2">
            <a:extLst>
              <a:ext uri="{FF2B5EF4-FFF2-40B4-BE49-F238E27FC236}">
                <a16:creationId xmlns:a16="http://schemas.microsoft.com/office/drawing/2014/main" id="{7A30BD44-D36F-471C-8B96-B1D1727CE99C}"/>
              </a:ext>
            </a:extLst>
          </p:cNvPr>
          <p:cNvSpPr>
            <a:spLocks noGrp="1"/>
          </p:cNvSpPr>
          <p:nvPr>
            <p:ph idx="1"/>
          </p:nvPr>
        </p:nvSpPr>
        <p:spPr>
          <a:xfrm>
            <a:off x="0" y="698961"/>
            <a:ext cx="3382297" cy="5487349"/>
          </a:xfrm>
        </p:spPr>
        <p:style>
          <a:lnRef idx="2">
            <a:schemeClr val="accent2"/>
          </a:lnRef>
          <a:fillRef idx="1">
            <a:schemeClr val="lt1"/>
          </a:fillRef>
          <a:effectRef idx="0">
            <a:schemeClr val="accent2"/>
          </a:effectRef>
          <a:fontRef idx="minor">
            <a:schemeClr val="dk1"/>
          </a:fontRef>
        </p:style>
        <p:txBody>
          <a:bodyPr>
            <a:noAutofit/>
          </a:bodyPr>
          <a:lstStyle/>
          <a:p>
            <a:pPr marL="0" indent="0">
              <a:buNone/>
            </a:pPr>
            <a:r>
              <a:rPr lang="en-IN" sz="1400" b="0" dirty="0">
                <a:solidFill>
                  <a:srgbClr val="800000"/>
                </a:solidFill>
                <a:effectLst/>
                <a:latin typeface="Consolas" panose="020B0609020204030204" pitchFamily="49" charset="0"/>
              </a:rPr>
              <a:t>&lt;!DOCTYPE</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html</a:t>
            </a:r>
            <a:r>
              <a:rPr lang="en-IN" sz="1400" b="0" dirty="0">
                <a:solidFill>
                  <a:srgbClr val="800000"/>
                </a:solidFill>
                <a:effectLst/>
                <a:latin typeface="Consolas" panose="020B0609020204030204" pitchFamily="49" charset="0"/>
              </a:rPr>
              <a:t>&gt;</a:t>
            </a:r>
            <a:endParaRPr lang="en-IN" sz="1400" b="0" dirty="0">
              <a:solidFill>
                <a:srgbClr val="000000"/>
              </a:solidFill>
              <a:effectLst/>
              <a:latin typeface="Consolas" panose="020B0609020204030204" pitchFamily="49" charset="0"/>
            </a:endParaRPr>
          </a:p>
          <a:p>
            <a:pPr marL="0" indent="0">
              <a:buNone/>
            </a:pPr>
            <a:r>
              <a:rPr lang="en-IN" sz="1400" b="0" dirty="0">
                <a:solidFill>
                  <a:srgbClr val="800000"/>
                </a:solidFill>
                <a:effectLst/>
                <a:latin typeface="Consolas" panose="020B0609020204030204" pitchFamily="49" charset="0"/>
              </a:rPr>
              <a:t>&lt;html&gt;</a:t>
            </a:r>
            <a:endParaRPr lang="en-IN" sz="1400" b="0" dirty="0">
              <a:solidFill>
                <a:srgbClr val="000000"/>
              </a:solidFill>
              <a:effectLst/>
              <a:latin typeface="Consolas" panose="020B0609020204030204" pitchFamily="49" charset="0"/>
            </a:endParaRPr>
          </a:p>
          <a:p>
            <a:pPr marL="0" indent="0">
              <a:buNone/>
            </a:pPr>
            <a:r>
              <a:rPr lang="en-IN" sz="1400" b="0" dirty="0">
                <a:solidFill>
                  <a:srgbClr val="800000"/>
                </a:solidFill>
                <a:effectLst/>
                <a:latin typeface="Consolas" panose="020B0609020204030204" pitchFamily="49" charset="0"/>
              </a:rPr>
              <a:t>&lt;head&gt;&lt;style&gt;</a:t>
            </a:r>
            <a:endParaRPr lang="en-IN" sz="1400" b="0" dirty="0">
              <a:solidFill>
                <a:srgbClr val="000000"/>
              </a:solidFill>
              <a:effectLst/>
              <a:latin typeface="Consolas" panose="020B0609020204030204" pitchFamily="49" charset="0"/>
            </a:endParaRPr>
          </a:p>
          <a:p>
            <a:pPr marL="0" indent="0">
              <a:buNone/>
            </a:pPr>
            <a:r>
              <a:rPr lang="en-IN" sz="1400" b="0" dirty="0">
                <a:solidFill>
                  <a:srgbClr val="800000"/>
                </a:solidFill>
                <a:effectLst/>
                <a:latin typeface="Consolas" panose="020B0609020204030204" pitchFamily="49" charset="0"/>
              </a:rPr>
              <a:t>.</a:t>
            </a:r>
            <a:r>
              <a:rPr lang="en-IN" sz="1400" b="0" dirty="0" err="1">
                <a:solidFill>
                  <a:srgbClr val="800000"/>
                </a:solidFill>
                <a:effectLst/>
                <a:latin typeface="Consolas" panose="020B0609020204030204" pitchFamily="49" charset="0"/>
              </a:rPr>
              <a:t>rc</a:t>
            </a:r>
            <a:r>
              <a:rPr lang="en-IN" sz="1400" b="0" dirty="0">
                <a:solidFill>
                  <a:srgbClr val="000000"/>
                </a:solidFill>
                <a:effectLst/>
                <a:latin typeface="Consolas" panose="020B0609020204030204" pitchFamily="49" charset="0"/>
              </a:rPr>
              <a:t> {</a:t>
            </a:r>
            <a:r>
              <a:rPr lang="en-IN" sz="1400" b="0" dirty="0" err="1">
                <a:solidFill>
                  <a:srgbClr val="FF0000"/>
                </a:solidFill>
                <a:effectLst/>
                <a:latin typeface="Consolas" panose="020B0609020204030204" pitchFamily="49" charset="0"/>
              </a:rPr>
              <a:t>color</a:t>
            </a:r>
            <a:r>
              <a:rPr lang="en-IN" sz="1400" b="0" dirty="0" err="1">
                <a:solidFill>
                  <a:srgbClr val="000000"/>
                </a:solidFill>
                <a:effectLst/>
                <a:latin typeface="Consolas" panose="020B0609020204030204" pitchFamily="49" charset="0"/>
              </a:rPr>
              <a:t>:</a:t>
            </a:r>
            <a:r>
              <a:rPr lang="en-IN" sz="1400" b="0" dirty="0" err="1">
                <a:solidFill>
                  <a:srgbClr val="0451A5"/>
                </a:solidFill>
                <a:effectLst/>
                <a:latin typeface="Consolas" panose="020B0609020204030204" pitchFamily="49" charset="0"/>
              </a:rPr>
              <a:t>pink</a:t>
            </a:r>
            <a:r>
              <a:rPr lang="en-IN" sz="1400" b="0" dirty="0">
                <a:solidFill>
                  <a:srgbClr val="000000"/>
                </a:solidFill>
                <a:effectLst/>
                <a:latin typeface="Consolas" panose="020B0609020204030204" pitchFamily="49" charset="0"/>
              </a:rPr>
              <a:t>;}</a:t>
            </a:r>
          </a:p>
          <a:p>
            <a:pPr marL="0" indent="0">
              <a:buNone/>
            </a:pPr>
            <a:r>
              <a:rPr lang="en-IN" sz="1400" b="0" dirty="0">
                <a:solidFill>
                  <a:srgbClr val="800000"/>
                </a:solidFill>
                <a:effectLst/>
                <a:latin typeface="Consolas" panose="020B0609020204030204" pitchFamily="49" charset="0"/>
              </a:rPr>
              <a:t>&lt;/style&gt;</a:t>
            </a:r>
            <a:endParaRPr lang="en-IN" sz="1400" b="0" dirty="0">
              <a:solidFill>
                <a:srgbClr val="000000"/>
              </a:solidFill>
              <a:effectLst/>
              <a:latin typeface="Consolas" panose="020B0609020204030204" pitchFamily="49" charset="0"/>
            </a:endParaRPr>
          </a:p>
          <a:p>
            <a:pPr marL="0" indent="0">
              <a:buNone/>
            </a:pPr>
            <a:r>
              <a:rPr lang="en-IN" sz="1400" b="0" dirty="0">
                <a:solidFill>
                  <a:srgbClr val="800000"/>
                </a:solidFill>
                <a:effectLst/>
                <a:latin typeface="Consolas" panose="020B0609020204030204" pitchFamily="49" charset="0"/>
              </a:rPr>
              <a:t>&lt;script</a:t>
            </a:r>
            <a:r>
              <a:rPr lang="en-IN" sz="1400" b="0" dirty="0">
                <a:solidFill>
                  <a:srgbClr val="000000"/>
                </a:solidFill>
                <a:effectLst/>
                <a:latin typeface="Consolas" panose="020B0609020204030204" pitchFamily="49" charset="0"/>
              </a:rPr>
              <a:t> </a:t>
            </a:r>
            <a:r>
              <a:rPr lang="en-IN" sz="1400" b="0" dirty="0" err="1">
                <a:solidFill>
                  <a:srgbClr val="FF0000"/>
                </a:solidFill>
                <a:effectLst/>
                <a:latin typeface="Consolas" panose="020B0609020204030204" pitchFamily="49" charset="0"/>
              </a:rPr>
              <a:t>src</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"../jquery-1.9.1.js"</a:t>
            </a:r>
            <a:r>
              <a:rPr lang="en-IN" sz="1400" b="0" dirty="0">
                <a:solidFill>
                  <a:srgbClr val="800000"/>
                </a:solidFill>
                <a:effectLst/>
                <a:latin typeface="Consolas" panose="020B0609020204030204" pitchFamily="49" charset="0"/>
              </a:rPr>
              <a:t>&gt; &lt;/script&gt;</a:t>
            </a:r>
            <a:endParaRPr lang="en-IN" sz="1400" b="0" dirty="0">
              <a:solidFill>
                <a:srgbClr val="000000"/>
              </a:solidFill>
              <a:effectLst/>
              <a:latin typeface="Consolas" panose="020B0609020204030204" pitchFamily="49" charset="0"/>
            </a:endParaRPr>
          </a:p>
          <a:p>
            <a:pPr marL="0" indent="0">
              <a:buNone/>
            </a:pPr>
            <a:r>
              <a:rPr lang="en-IN" sz="1400" b="0" dirty="0">
                <a:solidFill>
                  <a:srgbClr val="800000"/>
                </a:solidFill>
                <a:effectLst/>
                <a:latin typeface="Consolas" panose="020B0609020204030204" pitchFamily="49" charset="0"/>
              </a:rPr>
              <a:t>&lt;script&gt;</a:t>
            </a:r>
            <a:endParaRPr lang="en-IN" sz="1400" b="0" dirty="0">
              <a:solidFill>
                <a:srgbClr val="000000"/>
              </a:solidFill>
              <a:effectLst/>
              <a:latin typeface="Consolas" panose="020B0609020204030204" pitchFamily="49" charset="0"/>
            </a:endParaRPr>
          </a:p>
          <a:p>
            <a:pPr marL="0" indent="0">
              <a:buNone/>
            </a:pPr>
            <a:r>
              <a:rPr lang="en-IN" sz="1400" b="0" dirty="0">
                <a:solidFill>
                  <a:srgbClr val="0070C1"/>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r>
              <a:rPr lang="en-IN" sz="1400" b="0" dirty="0">
                <a:solidFill>
                  <a:srgbClr val="001080"/>
                </a:solidFill>
                <a:effectLst/>
                <a:latin typeface="Consolas" panose="020B0609020204030204" pitchFamily="49" charset="0"/>
              </a:rPr>
              <a:t>document</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ready</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p>
          <a:p>
            <a:pPr marL="0" indent="0">
              <a:buNone/>
            </a:pPr>
            <a:br>
              <a:rPr lang="en-IN" sz="1400" b="0" dirty="0">
                <a:solidFill>
                  <a:srgbClr val="000000"/>
                </a:solidFill>
                <a:effectLst/>
                <a:latin typeface="Consolas" panose="020B0609020204030204" pitchFamily="49" charset="0"/>
              </a:rPr>
            </a:br>
            <a:r>
              <a:rPr lang="en-IN" sz="1400" b="0" dirty="0">
                <a:solidFill>
                  <a:srgbClr val="000000"/>
                </a:solidFill>
                <a:effectLst/>
                <a:latin typeface="Consolas" panose="020B0609020204030204" pitchFamily="49" charset="0"/>
              </a:rPr>
              <a:t> </a:t>
            </a:r>
            <a:r>
              <a:rPr lang="en-IN" sz="1400" b="0" dirty="0">
                <a:solidFill>
                  <a:srgbClr val="0070C1"/>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"#pd"</a:t>
            </a:r>
            <a:r>
              <a:rPr lang="en-IN" sz="1400" b="0" dirty="0">
                <a:solidFill>
                  <a:srgbClr val="000000"/>
                </a:solidFill>
                <a:effectLst/>
                <a:latin typeface="Consolas" panose="020B0609020204030204" pitchFamily="49" charset="0"/>
              </a:rPr>
              <a:t>).</a:t>
            </a:r>
            <a:r>
              <a:rPr lang="en-IN" sz="1400" b="0" dirty="0">
                <a:solidFill>
                  <a:srgbClr val="795E26"/>
                </a:solidFill>
                <a:effectLst/>
                <a:latin typeface="Consolas" panose="020B0609020204030204" pitchFamily="49" charset="0"/>
              </a:rPr>
              <a:t>mouseover</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function</a:t>
            </a:r>
            <a:r>
              <a:rPr lang="en-IN" sz="1400" b="0" dirty="0">
                <a:solidFill>
                  <a:srgbClr val="000000"/>
                </a:solidFill>
                <a:effectLst/>
                <a:latin typeface="Consolas" panose="020B0609020204030204" pitchFamily="49" charset="0"/>
              </a:rPr>
              <a:t> (){</a:t>
            </a:r>
          </a:p>
          <a:p>
            <a:pPr marL="0" indent="0">
              <a:buNone/>
            </a:pPr>
            <a:r>
              <a:rPr lang="en-IN" sz="1400" b="0" dirty="0">
                <a:solidFill>
                  <a:srgbClr val="000000"/>
                </a:solidFill>
                <a:effectLst/>
                <a:latin typeface="Consolas" panose="020B0609020204030204" pitchFamily="49" charset="0"/>
              </a:rPr>
              <a:t>    </a:t>
            </a:r>
            <a:r>
              <a:rPr lang="en-IN" sz="1400" b="0" dirty="0">
                <a:solidFill>
                  <a:srgbClr val="0070C1"/>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"#pd"</a:t>
            </a:r>
            <a:r>
              <a:rPr lang="en-IN" sz="1400" b="0" dirty="0">
                <a:solidFill>
                  <a:srgbClr val="000000"/>
                </a:solidFill>
                <a:effectLst/>
                <a:latin typeface="Consolas" panose="020B0609020204030204" pitchFamily="49" charset="0"/>
              </a:rPr>
              <a:t>).</a:t>
            </a:r>
            <a:r>
              <a:rPr lang="en-IN" sz="1400" b="0" dirty="0" err="1">
                <a:solidFill>
                  <a:srgbClr val="795E26"/>
                </a:solidFill>
                <a:effectLst/>
                <a:latin typeface="Consolas" panose="020B0609020204030204" pitchFamily="49" charset="0"/>
              </a:rPr>
              <a:t>addClass</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a:t>
            </a:r>
            <a:r>
              <a:rPr lang="en-IN" sz="1400" b="0" dirty="0" err="1">
                <a:solidFill>
                  <a:srgbClr val="A31515"/>
                </a:solidFill>
                <a:effectLst/>
                <a:latin typeface="Consolas" panose="020B0609020204030204" pitchFamily="49" charset="0"/>
              </a:rPr>
              <a:t>rc</a:t>
            </a:r>
            <a:r>
              <a:rPr lang="en-IN" sz="1400" b="0" dirty="0">
                <a:solidFill>
                  <a:srgbClr val="A31515"/>
                </a:solidFill>
                <a:effectLst/>
                <a:latin typeface="Consolas" panose="020B0609020204030204" pitchFamily="49" charset="0"/>
              </a:rPr>
              <a:t>"</a:t>
            </a: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a:t>
            </a:r>
          </a:p>
          <a:p>
            <a:pPr marL="0" indent="0">
              <a:buNone/>
            </a:pPr>
            <a:r>
              <a:rPr lang="en-IN" sz="1400" b="0" dirty="0">
                <a:solidFill>
                  <a:srgbClr val="000000"/>
                </a:solidFill>
                <a:effectLst/>
                <a:latin typeface="Consolas" panose="020B0609020204030204" pitchFamily="49" charset="0"/>
              </a:rPr>
              <a:t>});</a:t>
            </a:r>
          </a:p>
          <a:p>
            <a:pPr marL="0" indent="0">
              <a:buNone/>
            </a:pPr>
            <a:r>
              <a:rPr lang="en-IN" sz="1400" b="0" dirty="0">
                <a:solidFill>
                  <a:srgbClr val="800000"/>
                </a:solidFill>
                <a:effectLst/>
                <a:latin typeface="Consolas" panose="020B0609020204030204" pitchFamily="49" charset="0"/>
              </a:rPr>
              <a:t>&lt;/script&gt;</a:t>
            </a:r>
            <a:endParaRPr lang="en-IN" sz="1400" b="0" dirty="0">
              <a:solidFill>
                <a:srgbClr val="000000"/>
              </a:solidFill>
              <a:effectLst/>
              <a:latin typeface="Consolas" panose="020B0609020204030204" pitchFamily="49" charset="0"/>
            </a:endParaRPr>
          </a:p>
          <a:p>
            <a:pPr marL="0" indent="0">
              <a:buNone/>
            </a:pPr>
            <a:r>
              <a:rPr lang="en-IN" sz="1400" b="0" dirty="0">
                <a:solidFill>
                  <a:srgbClr val="800000"/>
                </a:solidFill>
                <a:effectLst/>
                <a:latin typeface="Consolas" panose="020B0609020204030204" pitchFamily="49" charset="0"/>
              </a:rPr>
              <a:t>&lt;/head&gt;&lt;body&gt;</a:t>
            </a:r>
            <a:endParaRPr lang="en-IN" sz="1400" b="0" dirty="0">
              <a:solidFill>
                <a:srgbClr val="000000"/>
              </a:solidFill>
              <a:effectLst/>
              <a:latin typeface="Consolas" panose="020B0609020204030204" pitchFamily="49" charset="0"/>
            </a:endParaRPr>
          </a:p>
          <a:p>
            <a:pPr marL="0" indent="0">
              <a:buNone/>
            </a:pPr>
            <a:r>
              <a:rPr lang="en-IN" sz="1400" b="0" dirty="0">
                <a:solidFill>
                  <a:srgbClr val="800000"/>
                </a:solidFill>
                <a:effectLst/>
                <a:latin typeface="Consolas" panose="020B0609020204030204" pitchFamily="49" charset="0"/>
              </a:rPr>
              <a:t>&lt;p</a:t>
            </a:r>
            <a:r>
              <a:rPr lang="en-IN" sz="1400" b="0" dirty="0">
                <a:solidFill>
                  <a:srgbClr val="000000"/>
                </a:solidFill>
                <a:effectLst/>
                <a:latin typeface="Consolas" panose="020B0609020204030204" pitchFamily="49" charset="0"/>
              </a:rPr>
              <a:t> </a:t>
            </a:r>
            <a:r>
              <a:rPr lang="en-IN" sz="1400" b="0" dirty="0">
                <a:solidFill>
                  <a:srgbClr val="FF0000"/>
                </a:solidFill>
                <a:effectLst/>
                <a:latin typeface="Consolas" panose="020B0609020204030204" pitchFamily="49" charset="0"/>
              </a:rPr>
              <a:t>id</a:t>
            </a:r>
            <a:r>
              <a:rPr lang="en-IN" sz="1400" b="0" dirty="0">
                <a:solidFill>
                  <a:srgbClr val="000000"/>
                </a:solidFill>
                <a:effectLst/>
                <a:latin typeface="Consolas" panose="020B0609020204030204" pitchFamily="49" charset="0"/>
              </a:rPr>
              <a:t>=</a:t>
            </a:r>
            <a:r>
              <a:rPr lang="en-IN" sz="1400" b="0" dirty="0">
                <a:solidFill>
                  <a:srgbClr val="0000FF"/>
                </a:solidFill>
                <a:effectLst/>
                <a:latin typeface="Consolas" panose="020B0609020204030204" pitchFamily="49" charset="0"/>
              </a:rPr>
              <a:t>"pd"</a:t>
            </a:r>
            <a:r>
              <a:rPr lang="en-IN" sz="1400" b="0" dirty="0">
                <a:solidFill>
                  <a:srgbClr val="800000"/>
                </a:solidFill>
                <a:effectLst/>
                <a:latin typeface="Consolas" panose="020B0609020204030204" pitchFamily="49" charset="0"/>
              </a:rPr>
              <a:t>&gt;</a:t>
            </a:r>
            <a:r>
              <a:rPr lang="en-IN" sz="1400" b="0" dirty="0">
                <a:solidFill>
                  <a:srgbClr val="000000"/>
                </a:solidFill>
                <a:effectLst/>
                <a:latin typeface="Consolas" panose="020B0609020204030204" pitchFamily="49" charset="0"/>
              </a:rPr>
              <a:t> this p tag</a:t>
            </a:r>
            <a:r>
              <a:rPr lang="en-IN" sz="1400" b="0" dirty="0">
                <a:solidFill>
                  <a:srgbClr val="800000"/>
                </a:solidFill>
                <a:effectLst/>
                <a:latin typeface="Consolas" panose="020B0609020204030204" pitchFamily="49" charset="0"/>
              </a:rPr>
              <a:t>&lt;/p&gt;</a:t>
            </a:r>
            <a:endParaRPr lang="en-IN" sz="1400" b="0" dirty="0">
              <a:solidFill>
                <a:srgbClr val="000000"/>
              </a:solidFill>
              <a:effectLst/>
              <a:latin typeface="Consolas" panose="020B0609020204030204" pitchFamily="49" charset="0"/>
            </a:endParaRPr>
          </a:p>
          <a:p>
            <a:pPr marL="0" indent="0">
              <a:buNone/>
            </a:pPr>
            <a:r>
              <a:rPr lang="en-IN" sz="1400" b="0" dirty="0">
                <a:solidFill>
                  <a:srgbClr val="800000"/>
                </a:solidFill>
                <a:effectLst/>
                <a:latin typeface="Consolas" panose="020B0609020204030204" pitchFamily="49" charset="0"/>
              </a:rPr>
              <a:t>&lt;/body&gt;&lt;/html&gt;</a:t>
            </a:r>
            <a:endParaRPr lang="en-IN" sz="1400" b="0" dirty="0">
              <a:solidFill>
                <a:srgbClr val="000000"/>
              </a:solidFill>
              <a:effectLst/>
              <a:latin typeface="Consolas" panose="020B0609020204030204" pitchFamily="49" charset="0"/>
            </a:endParaRPr>
          </a:p>
          <a:p>
            <a:pPr marL="0" indent="0">
              <a:buNone/>
            </a:pPr>
            <a:br>
              <a:rPr lang="en-IN" sz="1400" b="0" dirty="0">
                <a:solidFill>
                  <a:srgbClr val="000000"/>
                </a:solidFill>
                <a:effectLst/>
                <a:latin typeface="Consolas" panose="020B0609020204030204" pitchFamily="49" charset="0"/>
              </a:rPr>
            </a:br>
            <a:r>
              <a:rPr kumimoji="0" lang="en-IN" sz="14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Onmouseover</a:t>
            </a:r>
            <a: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400" b="1" i="0" u="none" strike="noStrike" kern="1200" cap="none" spc="0" normalizeH="0" baseline="0" noProof="0" dirty="0">
                <a:ln>
                  <a:noFill/>
                </a:ln>
                <a:solidFill>
                  <a:srgbClr val="FF99CC"/>
                </a:solidFill>
                <a:effectLst/>
                <a:uLnTx/>
                <a:uFillTx/>
                <a:latin typeface="Consolas" panose="020B0609020204030204" pitchFamily="49" charset="0"/>
                <a:ea typeface="+mn-ea"/>
                <a:cs typeface="+mn-cs"/>
              </a:rPr>
              <a:t>this p tag</a:t>
            </a:r>
            <a:br>
              <a:rPr kumimoji="0" lang="en-IN" sz="14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endParaRPr lang="en-IN" sz="1400" b="0" dirty="0">
              <a:solidFill>
                <a:srgbClr val="000000"/>
              </a:solidFill>
              <a:effectLst/>
              <a:latin typeface="Consolas" panose="020B0609020204030204" pitchFamily="49" charset="0"/>
            </a:endParaRPr>
          </a:p>
          <a:p>
            <a:pPr marL="0" indent="0">
              <a:buNone/>
            </a:pPr>
            <a:endParaRPr lang="en-IN" sz="1400" dirty="0"/>
          </a:p>
        </p:txBody>
      </p:sp>
      <p:sp>
        <p:nvSpPr>
          <p:cNvPr id="5" name="TextBox 4">
            <a:extLst>
              <a:ext uri="{FF2B5EF4-FFF2-40B4-BE49-F238E27FC236}">
                <a16:creationId xmlns:a16="http://schemas.microsoft.com/office/drawing/2014/main" id="{1FBD07A1-93A3-401D-8556-96CD6589E4F4}"/>
              </a:ext>
            </a:extLst>
          </p:cNvPr>
          <p:cNvSpPr txBox="1"/>
          <p:nvPr/>
        </p:nvSpPr>
        <p:spPr>
          <a:xfrm>
            <a:off x="3382297" y="671690"/>
            <a:ext cx="4925961" cy="535531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IN" b="0" dirty="0">
                <a:solidFill>
                  <a:srgbClr val="800000"/>
                </a:solidFill>
                <a:effectLst/>
                <a:latin typeface="Consolas" panose="020B0609020204030204" pitchFamily="49" charset="0"/>
              </a:rPr>
              <a:t>&lt;!DOCTYPE</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html</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&lt;html&gt;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&lt;head&gt;&lt;style&gt;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a:t>
            </a:r>
            <a:r>
              <a:rPr lang="en-IN" b="0" dirty="0" err="1">
                <a:solidFill>
                  <a:srgbClr val="800000"/>
                </a:solidFill>
                <a:effectLst/>
                <a:latin typeface="Consolas" panose="020B0609020204030204" pitchFamily="49" charset="0"/>
              </a:rPr>
              <a:t>rc</a:t>
            </a:r>
            <a:r>
              <a:rPr lang="en-IN" b="0" dirty="0">
                <a:solidFill>
                  <a:srgbClr val="000000"/>
                </a:solidFill>
                <a:effectLst/>
                <a:latin typeface="Consolas" panose="020B0609020204030204" pitchFamily="49" charset="0"/>
              </a:rPr>
              <a:t> {</a:t>
            </a:r>
            <a:r>
              <a:rPr lang="en-IN" b="0" dirty="0" err="1">
                <a:solidFill>
                  <a:srgbClr val="FF0000"/>
                </a:solidFill>
                <a:effectLst/>
                <a:latin typeface="Consolas" panose="020B0609020204030204" pitchFamily="49" charset="0"/>
              </a:rPr>
              <a:t>color</a:t>
            </a:r>
            <a:r>
              <a:rPr lang="en-IN" b="0" dirty="0" err="1">
                <a:solidFill>
                  <a:srgbClr val="000000"/>
                </a:solidFill>
                <a:effectLst/>
                <a:latin typeface="Consolas" panose="020B0609020204030204" pitchFamily="49" charset="0"/>
              </a:rPr>
              <a:t>:</a:t>
            </a:r>
            <a:r>
              <a:rPr lang="en-IN" b="0" dirty="0" err="1">
                <a:solidFill>
                  <a:srgbClr val="0451A5"/>
                </a:solidFill>
                <a:effectLst/>
                <a:latin typeface="Consolas" panose="020B0609020204030204" pitchFamily="49" charset="0"/>
              </a:rPr>
              <a:t>pink</a:t>
            </a:r>
            <a:r>
              <a:rPr lang="en-IN" b="0" dirty="0">
                <a:solidFill>
                  <a:srgbClr val="000000"/>
                </a:solidFill>
                <a:effectLst/>
                <a:latin typeface="Consolas" panose="020B0609020204030204" pitchFamily="49" charset="0"/>
              </a:rPr>
              <a:t>;}</a:t>
            </a:r>
          </a:p>
          <a:p>
            <a:r>
              <a:rPr lang="en-IN" b="0" dirty="0">
                <a:solidFill>
                  <a:srgbClr val="800000"/>
                </a:solidFill>
                <a:effectLst/>
                <a:latin typeface="Consolas" panose="020B0609020204030204" pitchFamily="49" charset="0"/>
              </a:rPr>
              <a:t>&lt;/style&gt;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&lt;script</a:t>
            </a:r>
            <a:r>
              <a:rPr lang="en-IN" b="0" dirty="0">
                <a:solidFill>
                  <a:srgbClr val="000000"/>
                </a:solidFill>
                <a:effectLst/>
                <a:latin typeface="Consolas" panose="020B0609020204030204" pitchFamily="49" charset="0"/>
              </a:rPr>
              <a:t> </a:t>
            </a:r>
            <a:r>
              <a:rPr lang="en-IN" b="0" dirty="0" err="1">
                <a:solidFill>
                  <a:srgbClr val="FF0000"/>
                </a:solidFill>
                <a:effectLst/>
                <a:latin typeface="Consolas" panose="020B0609020204030204" pitchFamily="49" charset="0"/>
              </a:rPr>
              <a:t>src</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"jquery-1.9.1.js"</a:t>
            </a:r>
            <a:r>
              <a:rPr lang="en-IN" b="0" dirty="0">
                <a:solidFill>
                  <a:srgbClr val="800000"/>
                </a:solidFill>
                <a:effectLst/>
                <a:latin typeface="Consolas" panose="020B0609020204030204" pitchFamily="49" charset="0"/>
              </a:rPr>
              <a:t>&gt;&lt;/script&gt;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&lt;script&gt;</a:t>
            </a:r>
            <a:endParaRPr lang="en-IN" b="0" dirty="0">
              <a:solidFill>
                <a:srgbClr val="000000"/>
              </a:solidFill>
              <a:effectLst/>
              <a:latin typeface="Consolas" panose="020B0609020204030204" pitchFamily="49" charset="0"/>
            </a:endParaRPr>
          </a:p>
          <a:p>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document</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ready</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"#pd"</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mouseover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"#pd"</a:t>
            </a:r>
            <a:r>
              <a:rPr lang="en-IN" b="0" dirty="0">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removeClass</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rc</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a:p>
            <a:r>
              <a:rPr lang="en-IN" b="0" dirty="0">
                <a:solidFill>
                  <a:srgbClr val="800000"/>
                </a:solidFill>
                <a:effectLst/>
                <a:latin typeface="Consolas" panose="020B0609020204030204" pitchFamily="49" charset="0"/>
              </a:rPr>
              <a:t>&lt;/script&gt;&lt;/head&gt;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&lt;body&gt;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&lt;p</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id</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"pd"</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class</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err="1">
                <a:solidFill>
                  <a:srgbClr val="0000FF"/>
                </a:solidFill>
                <a:effectLst/>
                <a:latin typeface="Consolas" panose="020B0609020204030204" pitchFamily="49" charset="0"/>
              </a:rPr>
              <a:t>rc</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 this p tag</a:t>
            </a:r>
            <a:r>
              <a:rPr lang="en-IN" b="0" dirty="0">
                <a:solidFill>
                  <a:srgbClr val="800000"/>
                </a:solidFill>
                <a:effectLst/>
                <a:latin typeface="Consolas" panose="020B0609020204030204" pitchFamily="49" charset="0"/>
              </a:rPr>
              <a:t>&lt;/p&gt;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&lt;/body&gt;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&lt;/html&gt;</a:t>
            </a:r>
            <a:endParaRPr lang="en-IN" b="0" dirty="0">
              <a:solidFill>
                <a:srgbClr val="000000"/>
              </a:solidFill>
              <a:effectLst/>
              <a:latin typeface="Consolas" panose="020B0609020204030204" pitchFamily="49" charset="0"/>
            </a:endParaRPr>
          </a:p>
        </p:txBody>
      </p:sp>
      <p:sp>
        <p:nvSpPr>
          <p:cNvPr id="7" name="TextBox 6">
            <a:extLst>
              <a:ext uri="{FF2B5EF4-FFF2-40B4-BE49-F238E27FC236}">
                <a16:creationId xmlns:a16="http://schemas.microsoft.com/office/drawing/2014/main" id="{8CDF10A2-4184-4ADC-9E55-4003DCFB31F0}"/>
              </a:ext>
            </a:extLst>
          </p:cNvPr>
          <p:cNvSpPr txBox="1"/>
          <p:nvPr/>
        </p:nvSpPr>
        <p:spPr>
          <a:xfrm>
            <a:off x="8308259" y="-14453"/>
            <a:ext cx="4001728" cy="5632311"/>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IN" b="0" dirty="0">
                <a:solidFill>
                  <a:srgbClr val="800000"/>
                </a:solidFill>
                <a:effectLst/>
                <a:latin typeface="Consolas" panose="020B0609020204030204" pitchFamily="49" charset="0"/>
              </a:rPr>
              <a:t>&lt;!DOCTYPE</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html</a:t>
            </a:r>
            <a:r>
              <a:rPr lang="en-IN" b="0" dirty="0">
                <a:solidFill>
                  <a:srgbClr val="800000"/>
                </a:solidFill>
                <a:effectLst/>
                <a:latin typeface="Consolas" panose="020B0609020204030204" pitchFamily="49" charset="0"/>
              </a:rPr>
              <a:t>&gt;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&lt;html&gt;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&lt;head&gt;&lt;style&gt;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a:t>
            </a:r>
            <a:r>
              <a:rPr lang="en-IN" b="0" dirty="0" err="1">
                <a:solidFill>
                  <a:srgbClr val="800000"/>
                </a:solidFill>
                <a:effectLst/>
                <a:latin typeface="Consolas" panose="020B0609020204030204" pitchFamily="49" charset="0"/>
              </a:rPr>
              <a:t>gc</a:t>
            </a:r>
            <a:r>
              <a:rPr lang="en-IN" b="0" dirty="0">
                <a:solidFill>
                  <a:srgbClr val="000000"/>
                </a:solidFill>
                <a:effectLst/>
                <a:latin typeface="Consolas" panose="020B0609020204030204" pitchFamily="49" charset="0"/>
              </a:rPr>
              <a:t> {</a:t>
            </a:r>
            <a:r>
              <a:rPr lang="en-IN" b="0" dirty="0" err="1">
                <a:solidFill>
                  <a:srgbClr val="FF0000"/>
                </a:solidFill>
                <a:effectLst/>
                <a:latin typeface="Consolas" panose="020B0609020204030204" pitchFamily="49" charset="0"/>
              </a:rPr>
              <a:t>color</a:t>
            </a:r>
            <a:r>
              <a:rPr lang="en-IN" b="0" dirty="0" err="1">
                <a:solidFill>
                  <a:srgbClr val="000000"/>
                </a:solidFill>
                <a:effectLst/>
                <a:latin typeface="Consolas" panose="020B0609020204030204" pitchFamily="49" charset="0"/>
              </a:rPr>
              <a:t>:</a:t>
            </a:r>
            <a:r>
              <a:rPr lang="en-IN" b="0" dirty="0" err="1">
                <a:solidFill>
                  <a:srgbClr val="0451A5"/>
                </a:solidFill>
                <a:effectLst/>
                <a:latin typeface="Consolas" panose="020B0609020204030204" pitchFamily="49" charset="0"/>
              </a:rPr>
              <a:t>green</a:t>
            </a:r>
            <a:r>
              <a:rPr lang="en-IN" b="0" dirty="0">
                <a:solidFill>
                  <a:srgbClr val="000000"/>
                </a:solidFill>
                <a:effectLst/>
                <a:latin typeface="Consolas" panose="020B0609020204030204" pitchFamily="49" charset="0"/>
              </a:rPr>
              <a:t>;}</a:t>
            </a:r>
          </a:p>
          <a:p>
            <a:r>
              <a:rPr lang="en-IN" b="0" dirty="0">
                <a:solidFill>
                  <a:srgbClr val="800000"/>
                </a:solidFill>
                <a:effectLst/>
                <a:latin typeface="Consolas" panose="020B0609020204030204" pitchFamily="49" charset="0"/>
              </a:rPr>
              <a:t>&lt;/style&gt;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&lt;script</a:t>
            </a:r>
            <a:r>
              <a:rPr lang="en-IN" b="0" dirty="0">
                <a:solidFill>
                  <a:srgbClr val="000000"/>
                </a:solidFill>
                <a:effectLst/>
                <a:latin typeface="Consolas" panose="020B0609020204030204" pitchFamily="49" charset="0"/>
              </a:rPr>
              <a:t> </a:t>
            </a:r>
            <a:r>
              <a:rPr lang="en-IN" b="0" dirty="0" err="1">
                <a:solidFill>
                  <a:srgbClr val="FF0000"/>
                </a:solidFill>
                <a:effectLst/>
                <a:latin typeface="Consolas" panose="020B0609020204030204" pitchFamily="49" charset="0"/>
              </a:rPr>
              <a:t>src</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"jquery-1.9.1.js"</a:t>
            </a:r>
            <a:r>
              <a:rPr lang="en-IN" b="0" dirty="0">
                <a:solidFill>
                  <a:srgbClr val="800000"/>
                </a:solidFill>
                <a:effectLst/>
                <a:latin typeface="Consolas" panose="020B0609020204030204" pitchFamily="49" charset="0"/>
              </a:rPr>
              <a:t>&gt;</a:t>
            </a:r>
          </a:p>
          <a:p>
            <a:r>
              <a:rPr lang="en-IN" b="0" dirty="0">
                <a:solidFill>
                  <a:srgbClr val="800000"/>
                </a:solidFill>
                <a:effectLst/>
                <a:latin typeface="Consolas" panose="020B0609020204030204" pitchFamily="49" charset="0"/>
              </a:rPr>
              <a:t>&lt;/script&gt;&lt;script&gt;</a:t>
            </a:r>
            <a:endParaRPr lang="en-IN" b="0" dirty="0">
              <a:solidFill>
                <a:srgbClr val="000000"/>
              </a:solidFill>
              <a:effectLst/>
              <a:latin typeface="Consolas" panose="020B0609020204030204" pitchFamily="49" charset="0"/>
            </a:endParaRPr>
          </a:p>
          <a:p>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001080"/>
                </a:solidFill>
                <a:effectLst/>
                <a:latin typeface="Consolas" panose="020B0609020204030204" pitchFamily="49" charset="0"/>
              </a:rPr>
              <a:t>document</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ready</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"#pd"</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mouseover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p>
          <a:p>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a:solidFill>
                  <a:srgbClr val="0070C1"/>
                </a:solidFill>
                <a:effectLst/>
                <a:latin typeface="Consolas" panose="020B0609020204030204" pitchFamily="49" charset="0"/>
              </a:rPr>
              <a:t>$</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"#pd"</a:t>
            </a:r>
            <a:r>
              <a:rPr lang="en-IN" b="0" dirty="0">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toggleClass</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a:t>
            </a:r>
            <a:r>
              <a:rPr lang="en-IN" b="0" dirty="0" err="1">
                <a:solidFill>
                  <a:srgbClr val="A31515"/>
                </a:solidFill>
                <a:effectLst/>
                <a:latin typeface="Consolas" panose="020B0609020204030204" pitchFamily="49" charset="0"/>
              </a:rPr>
              <a:t>gc</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p>
          <a:p>
            <a:r>
              <a:rPr lang="en-IN" b="0" dirty="0">
                <a:solidFill>
                  <a:srgbClr val="800000"/>
                </a:solidFill>
                <a:effectLst/>
                <a:latin typeface="Consolas" panose="020B0609020204030204" pitchFamily="49" charset="0"/>
              </a:rPr>
              <a:t>&lt;/script&gt;&lt;/head&gt;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&lt;body&gt;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&lt;p</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id</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"pd"</a:t>
            </a:r>
            <a:r>
              <a:rPr lang="en-IN" b="0" dirty="0">
                <a:solidFill>
                  <a:srgbClr val="000000"/>
                </a:solidFill>
                <a:effectLst/>
                <a:latin typeface="Consolas" panose="020B0609020204030204" pitchFamily="49" charset="0"/>
              </a:rPr>
              <a:t> </a:t>
            </a:r>
            <a:r>
              <a:rPr lang="en-IN" b="0" dirty="0">
                <a:solidFill>
                  <a:srgbClr val="FF0000"/>
                </a:solidFill>
                <a:effectLst/>
                <a:latin typeface="Consolas" panose="020B0609020204030204" pitchFamily="49" charset="0"/>
              </a:rPr>
              <a:t>class</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a:t>
            </a:r>
            <a:r>
              <a:rPr lang="en-IN" b="0" dirty="0" err="1">
                <a:solidFill>
                  <a:srgbClr val="0000FF"/>
                </a:solidFill>
                <a:effectLst/>
                <a:latin typeface="Consolas" panose="020B0609020204030204" pitchFamily="49" charset="0"/>
              </a:rPr>
              <a:t>gc</a:t>
            </a:r>
            <a:r>
              <a:rPr lang="en-IN" b="0" dirty="0">
                <a:solidFill>
                  <a:srgbClr val="0000FF"/>
                </a:solidFill>
                <a:effectLst/>
                <a:latin typeface="Consolas" panose="020B0609020204030204" pitchFamily="49" charset="0"/>
              </a:rPr>
              <a:t>"</a:t>
            </a:r>
            <a:r>
              <a:rPr lang="en-IN" b="0" dirty="0">
                <a:solidFill>
                  <a:srgbClr val="800000"/>
                </a:solidFill>
                <a:effectLst/>
                <a:latin typeface="Consolas" panose="020B0609020204030204" pitchFamily="49" charset="0"/>
              </a:rPr>
              <a:t>&gt;</a:t>
            </a:r>
            <a:r>
              <a:rPr lang="en-IN" b="0" dirty="0">
                <a:solidFill>
                  <a:srgbClr val="000000"/>
                </a:solidFill>
                <a:effectLst/>
                <a:latin typeface="Consolas" panose="020B0609020204030204" pitchFamily="49" charset="0"/>
              </a:rPr>
              <a:t> this p tag</a:t>
            </a:r>
            <a:r>
              <a:rPr lang="en-IN" b="0" dirty="0">
                <a:solidFill>
                  <a:srgbClr val="800000"/>
                </a:solidFill>
                <a:effectLst/>
                <a:latin typeface="Consolas" panose="020B0609020204030204" pitchFamily="49" charset="0"/>
              </a:rPr>
              <a:t>&lt;/p&gt;</a:t>
            </a:r>
            <a:endParaRPr lang="en-IN" b="0" dirty="0">
              <a:solidFill>
                <a:srgbClr val="000000"/>
              </a:solidFill>
              <a:effectLst/>
              <a:latin typeface="Consolas" panose="020B0609020204030204" pitchFamily="49" charset="0"/>
            </a:endParaRPr>
          </a:p>
          <a:p>
            <a:r>
              <a:rPr lang="en-IN" b="0" dirty="0">
                <a:solidFill>
                  <a:srgbClr val="800000"/>
                </a:solidFill>
                <a:effectLst/>
                <a:latin typeface="Consolas" panose="020B0609020204030204" pitchFamily="49" charset="0"/>
              </a:rPr>
              <a:t>&lt;/body&gt;&lt;/html&gt;</a:t>
            </a:r>
            <a:endParaRPr lang="en-IN" b="0" dirty="0">
              <a:solidFill>
                <a:srgbClr val="000000"/>
              </a:solidFill>
              <a:effectLst/>
              <a:latin typeface="Consolas" panose="020B0609020204030204" pitchFamily="49" charset="0"/>
            </a:endParaRPr>
          </a:p>
        </p:txBody>
      </p:sp>
      <p:sp>
        <p:nvSpPr>
          <p:cNvPr id="9" name="TextBox 8">
            <a:extLst>
              <a:ext uri="{FF2B5EF4-FFF2-40B4-BE49-F238E27FC236}">
                <a16:creationId xmlns:a16="http://schemas.microsoft.com/office/drawing/2014/main" id="{E0CE4B72-8EF1-4B0A-B4DF-3E90E7584369}"/>
              </a:ext>
            </a:extLst>
          </p:cNvPr>
          <p:cNvSpPr txBox="1"/>
          <p:nvPr/>
        </p:nvSpPr>
        <p:spPr>
          <a:xfrm>
            <a:off x="3382297" y="6027002"/>
            <a:ext cx="4925961" cy="64633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IN" sz="1800" b="0" dirty="0" err="1">
                <a:solidFill>
                  <a:srgbClr val="000000"/>
                </a:solidFill>
                <a:effectLst/>
                <a:latin typeface="Consolas" panose="020B0609020204030204" pitchFamily="49" charset="0"/>
              </a:rPr>
              <a:t>Onmouseover</a:t>
            </a:r>
            <a:r>
              <a:rPr lang="en-IN" sz="1800" b="0" dirty="0">
                <a:solidFill>
                  <a:srgbClr val="000000"/>
                </a:solidFill>
                <a:effectLst/>
                <a:latin typeface="Consolas" panose="020B0609020204030204" pitchFamily="49" charset="0"/>
              </a:rPr>
              <a:t> </a:t>
            </a:r>
            <a:r>
              <a:rPr lang="en-IN" sz="1800" b="1" dirty="0">
                <a:solidFill>
                  <a:srgbClr val="FF99CC"/>
                </a:solidFill>
                <a:effectLst/>
                <a:latin typeface="Consolas" panose="020B0609020204030204" pitchFamily="49" charset="0"/>
              </a:rPr>
              <a:t>this p tag </a:t>
            </a:r>
            <a:r>
              <a:rPr lang="en-IN" sz="1800" b="1" dirty="0">
                <a:effectLst/>
                <a:latin typeface="Consolas" panose="020B0609020204030204" pitchFamily="49" charset="0"/>
              </a:rPr>
              <a:t>will remove .</a:t>
            </a:r>
            <a:r>
              <a:rPr lang="en-IN" sz="1800" b="1" dirty="0" err="1">
                <a:effectLst/>
                <a:latin typeface="Consolas" panose="020B0609020204030204" pitchFamily="49" charset="0"/>
              </a:rPr>
              <a:t>rc</a:t>
            </a:r>
            <a:r>
              <a:rPr lang="en-IN" sz="1800" b="1" dirty="0">
                <a:effectLst/>
                <a:latin typeface="Consolas" panose="020B0609020204030204" pitchFamily="49" charset="0"/>
              </a:rPr>
              <a:t>   </a:t>
            </a:r>
            <a:r>
              <a:rPr lang="en-IN" b="0" dirty="0">
                <a:solidFill>
                  <a:srgbClr val="000000"/>
                </a:solidFill>
                <a:effectLst/>
                <a:latin typeface="Consolas" panose="020B0609020204030204" pitchFamily="49" charset="0"/>
              </a:rPr>
              <a:t>this p tag</a:t>
            </a:r>
          </a:p>
        </p:txBody>
      </p:sp>
      <p:sp>
        <p:nvSpPr>
          <p:cNvPr id="11" name="TextBox 10">
            <a:extLst>
              <a:ext uri="{FF2B5EF4-FFF2-40B4-BE49-F238E27FC236}">
                <a16:creationId xmlns:a16="http://schemas.microsoft.com/office/drawing/2014/main" id="{1B8F1EC8-5C5F-4E35-9B16-CFF619E80578}"/>
              </a:ext>
            </a:extLst>
          </p:cNvPr>
          <p:cNvSpPr txBox="1"/>
          <p:nvPr/>
        </p:nvSpPr>
        <p:spPr>
          <a:xfrm>
            <a:off x="8308258" y="5498871"/>
            <a:ext cx="3770671" cy="132343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err="1">
                <a:ln>
                  <a:noFill/>
                </a:ln>
                <a:solidFill>
                  <a:srgbClr val="000000"/>
                </a:solidFill>
                <a:effectLst/>
                <a:uLnTx/>
                <a:uFillTx/>
                <a:latin typeface="Consolas" panose="020B0609020204030204" pitchFamily="49" charset="0"/>
                <a:ea typeface="+mn-ea"/>
                <a:cs typeface="+mn-cs"/>
              </a:rPr>
              <a:t>Onmouseover</a:t>
            </a: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IN" sz="1600" b="1" i="0" u="none" strike="noStrike" kern="1200" cap="none" spc="0" normalizeH="0" baseline="0" noProof="0" dirty="0">
                <a:ln>
                  <a:noFill/>
                </a:ln>
                <a:solidFill>
                  <a:schemeClr val="accent6"/>
                </a:solidFill>
                <a:effectLst/>
                <a:uLnTx/>
                <a:uFillTx/>
                <a:latin typeface="Consolas" panose="020B0609020204030204" pitchFamily="49" charset="0"/>
                <a:ea typeface="+mn-ea"/>
                <a:cs typeface="+mn-cs"/>
              </a:rPr>
              <a:t>this p tag </a:t>
            </a:r>
            <a:r>
              <a:rPr kumimoji="0" lang="en-IN" sz="16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will remove .</a:t>
            </a:r>
            <a:r>
              <a:rPr kumimoji="0" lang="en-IN" sz="1600" b="1" i="0" u="none" strike="noStrike" kern="1200" cap="none" spc="0" normalizeH="0" baseline="0" noProof="0" dirty="0" err="1">
                <a:ln>
                  <a:noFill/>
                </a:ln>
                <a:solidFill>
                  <a:prstClr val="black"/>
                </a:solidFill>
                <a:effectLst/>
                <a:uLnTx/>
                <a:uFillTx/>
                <a:latin typeface="Consolas" panose="020B0609020204030204" pitchFamily="49" charset="0"/>
                <a:ea typeface="+mn-ea"/>
                <a:cs typeface="+mn-cs"/>
              </a:rPr>
              <a:t>rc</a:t>
            </a:r>
            <a:b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br>
            <a:r>
              <a:rPr kumimoji="0" lang="en-IN" sz="16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this p tag and if you again do mouseover it will become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schemeClr val="accent6"/>
                </a:solidFill>
                <a:effectLst/>
                <a:uLnTx/>
                <a:uFillTx/>
                <a:latin typeface="Consolas" panose="020B0609020204030204" pitchFamily="49" charset="0"/>
                <a:ea typeface="+mn-ea"/>
                <a:cs typeface="+mn-cs"/>
              </a:rPr>
              <a:t>this p tag</a:t>
            </a:r>
            <a:endParaRPr kumimoji="0" lang="en-IN" sz="1800" b="0" i="0" u="none" strike="noStrike" kern="1200" cap="none" spc="0" normalizeH="0" baseline="0" noProof="0" dirty="0">
              <a:ln>
                <a:noFill/>
              </a:ln>
              <a:solidFill>
                <a:schemeClr val="accent6"/>
              </a:solidFill>
              <a:effectLst/>
              <a:uLnTx/>
              <a:uFillTx/>
              <a:latin typeface="Consolas" panose="020B0609020204030204" pitchFamily="49" charset="0"/>
              <a:ea typeface="+mn-ea"/>
              <a:cs typeface="+mn-cs"/>
            </a:endParaRPr>
          </a:p>
        </p:txBody>
      </p:sp>
    </p:spTree>
    <p:extLst>
      <p:ext uri="{BB962C8B-B14F-4D97-AF65-F5344CB8AC3E}">
        <p14:creationId xmlns:p14="http://schemas.microsoft.com/office/powerpoint/2010/main" val="29929304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1027</TotalTime>
  <Words>3893</Words>
  <Application>Microsoft Office PowerPoint</Application>
  <PresentationFormat>Widescreen</PresentationFormat>
  <Paragraphs>481</Paragraphs>
  <Slides>18</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18</vt:i4>
      </vt:variant>
    </vt:vector>
  </HeadingPairs>
  <TitlesOfParts>
    <vt:vector size="30" baseType="lpstr">
      <vt:lpstr>-apple-system</vt:lpstr>
      <vt:lpstr>Arial</vt:lpstr>
      <vt:lpstr>Arial Unicode MS</vt:lpstr>
      <vt:lpstr>Calibri</vt:lpstr>
      <vt:lpstr>Calibri Light</vt:lpstr>
      <vt:lpstr>Cambria</vt:lpstr>
      <vt:lpstr>Consolas</vt:lpstr>
      <vt:lpstr>Garamond</vt:lpstr>
      <vt:lpstr>Segoe UI</vt:lpstr>
      <vt:lpstr>Verdana</vt:lpstr>
      <vt:lpstr>Wingdings</vt:lpstr>
      <vt:lpstr>Office Theme</vt:lpstr>
      <vt:lpstr>PowerPoint Presentation</vt:lpstr>
      <vt:lpstr>What is jQuery</vt:lpstr>
      <vt:lpstr>Downloading jQuery</vt:lpstr>
      <vt:lpstr>Demo1: Using CDN</vt:lpstr>
      <vt:lpstr>Some selectors</vt:lpstr>
      <vt:lpstr>The Document Ready Event</vt:lpstr>
      <vt:lpstr>What if you wish to use other frameworks on your pages, while still using jQuery?</vt:lpstr>
      <vt:lpstr>Use jQuery without $ sign</vt:lpstr>
      <vt:lpstr>PowerPoint Presentation</vt:lpstr>
      <vt:lpstr>jQuery Getters &amp; Setter for text/innerText</vt:lpstr>
      <vt:lpstr>jQuery Getters &amp; Setter for html/innerHTML</vt:lpstr>
      <vt:lpstr>Difference between text and html</vt:lpstr>
      <vt:lpstr>attr() getter setter getAttribute(“align”) setAttribute(“align”,”center”)</vt:lpstr>
      <vt:lpstr>prop() getter setter</vt:lpstr>
      <vt:lpstr>PowerPoint Presentation</vt:lpstr>
      <vt:lpstr>val() getter setter</vt:lpstr>
      <vt:lpstr>PowerPoint Presentation</vt:lpstr>
      <vt:lpstr>CSSaddClass-removeClass- toggle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vidyanidhi school</cp:lastModifiedBy>
  <cp:revision>70</cp:revision>
  <dcterms:created xsi:type="dcterms:W3CDTF">2020-12-08T04:28:35Z</dcterms:created>
  <dcterms:modified xsi:type="dcterms:W3CDTF">2024-01-13T17:58:35Z</dcterms:modified>
</cp:coreProperties>
</file>