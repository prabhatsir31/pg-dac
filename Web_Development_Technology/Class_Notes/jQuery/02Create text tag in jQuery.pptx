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60" r:id="rId2"/>
    <p:sldId id="261" r:id="rId3"/>
    <p:sldId id="262" r:id="rId4"/>
    <p:sldId id="263" r:id="rId5"/>
    <p:sldId id="264" r:id="rId6"/>
    <p:sldId id="265" r:id="rId7"/>
    <p:sldId id="266"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77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667345-2826-41D5-A086-E491BC8DE5FE}" type="datetimeFigureOut">
              <a:rPr lang="en-IN" smtClean="0"/>
              <a:t>15-08-2022</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827529-61A6-4D56-8001-AAA2A6445CCD}" type="slidenum">
              <a:rPr lang="en-IN" smtClean="0"/>
              <a:t>‹#›</a:t>
            </a:fld>
            <a:endParaRPr lang="en-IN"/>
          </a:p>
        </p:txBody>
      </p:sp>
    </p:spTree>
    <p:extLst>
      <p:ext uri="{BB962C8B-B14F-4D97-AF65-F5344CB8AC3E}">
        <p14:creationId xmlns:p14="http://schemas.microsoft.com/office/powerpoint/2010/main" val="23108495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89443-FFEE-4C82-A966-BF1CE2F8074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8C93334-666B-4F20-ACB6-61846BF651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1E4E580-2FB4-457A-A152-EF6B9D382E45}"/>
              </a:ext>
            </a:extLst>
          </p:cNvPr>
          <p:cNvSpPr>
            <a:spLocks noGrp="1"/>
          </p:cNvSpPr>
          <p:nvPr>
            <p:ph type="dt" sz="half" idx="10"/>
          </p:nvPr>
        </p:nvSpPr>
        <p:spPr/>
        <p:txBody>
          <a:bodyPr/>
          <a:lstStyle/>
          <a:p>
            <a:fld id="{DC63DDF5-237E-4516-A055-57F6167FD6A0}" type="datetimeFigureOut">
              <a:rPr lang="en-IN" smtClean="0"/>
              <a:t>15-08-2022</a:t>
            </a:fld>
            <a:endParaRPr lang="en-IN"/>
          </a:p>
        </p:txBody>
      </p:sp>
      <p:sp>
        <p:nvSpPr>
          <p:cNvPr id="5" name="Footer Placeholder 4">
            <a:extLst>
              <a:ext uri="{FF2B5EF4-FFF2-40B4-BE49-F238E27FC236}">
                <a16:creationId xmlns:a16="http://schemas.microsoft.com/office/drawing/2014/main" id="{0B260D9B-B68C-4620-87CE-F0A1870983B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7C136A0-EDC3-4BA9-B4B6-EC9BF9D03A88}"/>
              </a:ext>
            </a:extLst>
          </p:cNvPr>
          <p:cNvSpPr>
            <a:spLocks noGrp="1"/>
          </p:cNvSpPr>
          <p:nvPr>
            <p:ph type="sldNum" sz="quarter" idx="12"/>
          </p:nvPr>
        </p:nvSpPr>
        <p:spPr/>
        <p:txBody>
          <a:bodyPr/>
          <a:lstStyle/>
          <a:p>
            <a:fld id="{0B299C85-F5E8-48EE-B13A-6A0A32891F88}" type="slidenum">
              <a:rPr lang="en-IN" smtClean="0"/>
              <a:t>‹#›</a:t>
            </a:fld>
            <a:endParaRPr lang="en-IN"/>
          </a:p>
        </p:txBody>
      </p:sp>
    </p:spTree>
    <p:extLst>
      <p:ext uri="{BB962C8B-B14F-4D97-AF65-F5344CB8AC3E}">
        <p14:creationId xmlns:p14="http://schemas.microsoft.com/office/powerpoint/2010/main" val="9784799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C580A-668F-4970-939B-82FD7231502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E3C0C4B-F586-4500-8F73-5AB60C98B40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BEE74F4-FCA3-423C-8169-8DE1C05217AC}"/>
              </a:ext>
            </a:extLst>
          </p:cNvPr>
          <p:cNvSpPr>
            <a:spLocks noGrp="1"/>
          </p:cNvSpPr>
          <p:nvPr>
            <p:ph type="dt" sz="half" idx="10"/>
          </p:nvPr>
        </p:nvSpPr>
        <p:spPr/>
        <p:txBody>
          <a:bodyPr/>
          <a:lstStyle/>
          <a:p>
            <a:fld id="{DC63DDF5-237E-4516-A055-57F6167FD6A0}" type="datetimeFigureOut">
              <a:rPr lang="en-IN" smtClean="0"/>
              <a:t>15-08-2022</a:t>
            </a:fld>
            <a:endParaRPr lang="en-IN"/>
          </a:p>
        </p:txBody>
      </p:sp>
      <p:sp>
        <p:nvSpPr>
          <p:cNvPr id="5" name="Footer Placeholder 4">
            <a:extLst>
              <a:ext uri="{FF2B5EF4-FFF2-40B4-BE49-F238E27FC236}">
                <a16:creationId xmlns:a16="http://schemas.microsoft.com/office/drawing/2014/main" id="{5DFD7A50-489D-4A36-9E70-A7CE26DD3F0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5D1DF1E-DB70-435B-B5B9-04642DBFF9DD}"/>
              </a:ext>
            </a:extLst>
          </p:cNvPr>
          <p:cNvSpPr>
            <a:spLocks noGrp="1"/>
          </p:cNvSpPr>
          <p:nvPr>
            <p:ph type="sldNum" sz="quarter" idx="12"/>
          </p:nvPr>
        </p:nvSpPr>
        <p:spPr/>
        <p:txBody>
          <a:bodyPr/>
          <a:lstStyle/>
          <a:p>
            <a:fld id="{0B299C85-F5E8-48EE-B13A-6A0A32891F88}" type="slidenum">
              <a:rPr lang="en-IN" smtClean="0"/>
              <a:t>‹#›</a:t>
            </a:fld>
            <a:endParaRPr lang="en-IN"/>
          </a:p>
        </p:txBody>
      </p:sp>
    </p:spTree>
    <p:extLst>
      <p:ext uri="{BB962C8B-B14F-4D97-AF65-F5344CB8AC3E}">
        <p14:creationId xmlns:p14="http://schemas.microsoft.com/office/powerpoint/2010/main" val="17288223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6F664-4139-40D8-BD0C-35879E69936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9EF26F1-4D00-4DB5-9F33-8C620144C5C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5AFA7E-9C13-42BB-B8F5-23167082F65C}"/>
              </a:ext>
            </a:extLst>
          </p:cNvPr>
          <p:cNvSpPr>
            <a:spLocks noGrp="1"/>
          </p:cNvSpPr>
          <p:nvPr>
            <p:ph type="dt" sz="half" idx="10"/>
          </p:nvPr>
        </p:nvSpPr>
        <p:spPr/>
        <p:txBody>
          <a:bodyPr/>
          <a:lstStyle/>
          <a:p>
            <a:fld id="{DC63DDF5-237E-4516-A055-57F6167FD6A0}" type="datetimeFigureOut">
              <a:rPr lang="en-IN" smtClean="0"/>
              <a:t>15-08-2022</a:t>
            </a:fld>
            <a:endParaRPr lang="en-IN"/>
          </a:p>
        </p:txBody>
      </p:sp>
      <p:sp>
        <p:nvSpPr>
          <p:cNvPr id="5" name="Footer Placeholder 4">
            <a:extLst>
              <a:ext uri="{FF2B5EF4-FFF2-40B4-BE49-F238E27FC236}">
                <a16:creationId xmlns:a16="http://schemas.microsoft.com/office/drawing/2014/main" id="{0FB5A40E-26F3-49D5-8231-9CFBE0FA2C6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CA8821-1DD5-46AF-B859-E9DB767FCD9C}"/>
              </a:ext>
            </a:extLst>
          </p:cNvPr>
          <p:cNvSpPr>
            <a:spLocks noGrp="1"/>
          </p:cNvSpPr>
          <p:nvPr>
            <p:ph type="sldNum" sz="quarter" idx="12"/>
          </p:nvPr>
        </p:nvSpPr>
        <p:spPr/>
        <p:txBody>
          <a:bodyPr/>
          <a:lstStyle/>
          <a:p>
            <a:fld id="{0B299C85-F5E8-48EE-B13A-6A0A32891F88}" type="slidenum">
              <a:rPr lang="en-IN" smtClean="0"/>
              <a:t>‹#›</a:t>
            </a:fld>
            <a:endParaRPr lang="en-IN"/>
          </a:p>
        </p:txBody>
      </p:sp>
    </p:spTree>
    <p:extLst>
      <p:ext uri="{BB962C8B-B14F-4D97-AF65-F5344CB8AC3E}">
        <p14:creationId xmlns:p14="http://schemas.microsoft.com/office/powerpoint/2010/main" val="1376526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51D5B-DD80-4F4B-BB8B-3C6E40D3569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86A43B7-8865-447C-9193-E158DC9C4A5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59041A5-4AA5-4584-9AFF-0D61E3065E8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A986933-95C5-4E0D-AA2B-A304FD2F5E41}"/>
              </a:ext>
            </a:extLst>
          </p:cNvPr>
          <p:cNvSpPr>
            <a:spLocks noGrp="1"/>
          </p:cNvSpPr>
          <p:nvPr>
            <p:ph type="dt" sz="half" idx="10"/>
          </p:nvPr>
        </p:nvSpPr>
        <p:spPr/>
        <p:txBody>
          <a:bodyPr/>
          <a:lstStyle/>
          <a:p>
            <a:fld id="{DC63DDF5-237E-4516-A055-57F6167FD6A0}" type="datetimeFigureOut">
              <a:rPr lang="en-IN" smtClean="0"/>
              <a:t>15-08-2022</a:t>
            </a:fld>
            <a:endParaRPr lang="en-IN"/>
          </a:p>
        </p:txBody>
      </p:sp>
      <p:sp>
        <p:nvSpPr>
          <p:cNvPr id="6" name="Footer Placeholder 5">
            <a:extLst>
              <a:ext uri="{FF2B5EF4-FFF2-40B4-BE49-F238E27FC236}">
                <a16:creationId xmlns:a16="http://schemas.microsoft.com/office/drawing/2014/main" id="{067BD086-7216-419B-A6C2-5F7B782659D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7603E10-F0A2-45A1-9365-3ABF74638A13}"/>
              </a:ext>
            </a:extLst>
          </p:cNvPr>
          <p:cNvSpPr>
            <a:spLocks noGrp="1"/>
          </p:cNvSpPr>
          <p:nvPr>
            <p:ph type="sldNum" sz="quarter" idx="12"/>
          </p:nvPr>
        </p:nvSpPr>
        <p:spPr/>
        <p:txBody>
          <a:bodyPr/>
          <a:lstStyle/>
          <a:p>
            <a:fld id="{0B299C85-F5E8-48EE-B13A-6A0A32891F88}" type="slidenum">
              <a:rPr lang="en-IN" smtClean="0"/>
              <a:t>‹#›</a:t>
            </a:fld>
            <a:endParaRPr lang="en-IN"/>
          </a:p>
        </p:txBody>
      </p:sp>
    </p:spTree>
    <p:extLst>
      <p:ext uri="{BB962C8B-B14F-4D97-AF65-F5344CB8AC3E}">
        <p14:creationId xmlns:p14="http://schemas.microsoft.com/office/powerpoint/2010/main" val="3337298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1F1CA-47E7-4B65-AB75-C3261008F3F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427C2BE-930A-4711-B915-DA01FBCF39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4323A3D-8034-492F-A3FC-218108F551A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BF7BFD0-D5C1-41E3-B446-203258A7CD1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48C35BF-C149-4790-95D1-210A40703B8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88650A6-80C6-405E-891A-5C08D56AFFCE}"/>
              </a:ext>
            </a:extLst>
          </p:cNvPr>
          <p:cNvSpPr>
            <a:spLocks noGrp="1"/>
          </p:cNvSpPr>
          <p:nvPr>
            <p:ph type="dt" sz="half" idx="10"/>
          </p:nvPr>
        </p:nvSpPr>
        <p:spPr/>
        <p:txBody>
          <a:bodyPr/>
          <a:lstStyle/>
          <a:p>
            <a:fld id="{DC63DDF5-237E-4516-A055-57F6167FD6A0}" type="datetimeFigureOut">
              <a:rPr lang="en-IN" smtClean="0"/>
              <a:t>15-08-2022</a:t>
            </a:fld>
            <a:endParaRPr lang="en-IN"/>
          </a:p>
        </p:txBody>
      </p:sp>
      <p:sp>
        <p:nvSpPr>
          <p:cNvPr id="8" name="Footer Placeholder 7">
            <a:extLst>
              <a:ext uri="{FF2B5EF4-FFF2-40B4-BE49-F238E27FC236}">
                <a16:creationId xmlns:a16="http://schemas.microsoft.com/office/drawing/2014/main" id="{F48AE45E-EF40-40B8-A8C4-93AF497E661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7C4334E-6748-41DF-A0A1-B0D6C07A55D6}"/>
              </a:ext>
            </a:extLst>
          </p:cNvPr>
          <p:cNvSpPr>
            <a:spLocks noGrp="1"/>
          </p:cNvSpPr>
          <p:nvPr>
            <p:ph type="sldNum" sz="quarter" idx="12"/>
          </p:nvPr>
        </p:nvSpPr>
        <p:spPr/>
        <p:txBody>
          <a:bodyPr/>
          <a:lstStyle/>
          <a:p>
            <a:fld id="{0B299C85-F5E8-48EE-B13A-6A0A32891F88}" type="slidenum">
              <a:rPr lang="en-IN" smtClean="0"/>
              <a:t>‹#›</a:t>
            </a:fld>
            <a:endParaRPr lang="en-IN"/>
          </a:p>
        </p:txBody>
      </p:sp>
    </p:spTree>
    <p:extLst>
      <p:ext uri="{BB962C8B-B14F-4D97-AF65-F5344CB8AC3E}">
        <p14:creationId xmlns:p14="http://schemas.microsoft.com/office/powerpoint/2010/main" val="34190766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5B3E6-97E4-49A2-9744-8A16A9B3A22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BDE765C-AE3B-4BB2-8980-1663BA2C5017}"/>
              </a:ext>
            </a:extLst>
          </p:cNvPr>
          <p:cNvSpPr>
            <a:spLocks noGrp="1"/>
          </p:cNvSpPr>
          <p:nvPr>
            <p:ph type="dt" sz="half" idx="10"/>
          </p:nvPr>
        </p:nvSpPr>
        <p:spPr/>
        <p:txBody>
          <a:bodyPr/>
          <a:lstStyle/>
          <a:p>
            <a:fld id="{DC63DDF5-237E-4516-A055-57F6167FD6A0}" type="datetimeFigureOut">
              <a:rPr lang="en-IN" smtClean="0"/>
              <a:t>15-08-2022</a:t>
            </a:fld>
            <a:endParaRPr lang="en-IN"/>
          </a:p>
        </p:txBody>
      </p:sp>
      <p:sp>
        <p:nvSpPr>
          <p:cNvPr id="4" name="Footer Placeholder 3">
            <a:extLst>
              <a:ext uri="{FF2B5EF4-FFF2-40B4-BE49-F238E27FC236}">
                <a16:creationId xmlns:a16="http://schemas.microsoft.com/office/drawing/2014/main" id="{6E4A86FB-C3AD-479D-B553-81ADCFC776F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38B2B66-F1AE-441B-8A26-046F8127DC6F}"/>
              </a:ext>
            </a:extLst>
          </p:cNvPr>
          <p:cNvSpPr>
            <a:spLocks noGrp="1"/>
          </p:cNvSpPr>
          <p:nvPr>
            <p:ph type="sldNum" sz="quarter" idx="12"/>
          </p:nvPr>
        </p:nvSpPr>
        <p:spPr/>
        <p:txBody>
          <a:bodyPr/>
          <a:lstStyle/>
          <a:p>
            <a:fld id="{0B299C85-F5E8-48EE-B13A-6A0A32891F88}" type="slidenum">
              <a:rPr lang="en-IN" smtClean="0"/>
              <a:t>‹#›</a:t>
            </a:fld>
            <a:endParaRPr lang="en-IN"/>
          </a:p>
        </p:txBody>
      </p:sp>
    </p:spTree>
    <p:extLst>
      <p:ext uri="{BB962C8B-B14F-4D97-AF65-F5344CB8AC3E}">
        <p14:creationId xmlns:p14="http://schemas.microsoft.com/office/powerpoint/2010/main" val="148688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9A9C74-D28D-4EB5-BD2E-6497EB289B2C}"/>
              </a:ext>
            </a:extLst>
          </p:cNvPr>
          <p:cNvSpPr>
            <a:spLocks noGrp="1"/>
          </p:cNvSpPr>
          <p:nvPr>
            <p:ph type="dt" sz="half" idx="10"/>
          </p:nvPr>
        </p:nvSpPr>
        <p:spPr/>
        <p:txBody>
          <a:bodyPr/>
          <a:lstStyle/>
          <a:p>
            <a:fld id="{DC63DDF5-237E-4516-A055-57F6167FD6A0}" type="datetimeFigureOut">
              <a:rPr lang="en-IN" smtClean="0"/>
              <a:t>15-08-2022</a:t>
            </a:fld>
            <a:endParaRPr lang="en-IN"/>
          </a:p>
        </p:txBody>
      </p:sp>
      <p:sp>
        <p:nvSpPr>
          <p:cNvPr id="3" name="Footer Placeholder 2">
            <a:extLst>
              <a:ext uri="{FF2B5EF4-FFF2-40B4-BE49-F238E27FC236}">
                <a16:creationId xmlns:a16="http://schemas.microsoft.com/office/drawing/2014/main" id="{47D64809-42FD-4A11-B819-AD17C8D6725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002BC93-2C20-4A10-8386-5E6BBC6B7584}"/>
              </a:ext>
            </a:extLst>
          </p:cNvPr>
          <p:cNvSpPr>
            <a:spLocks noGrp="1"/>
          </p:cNvSpPr>
          <p:nvPr>
            <p:ph type="sldNum" sz="quarter" idx="12"/>
          </p:nvPr>
        </p:nvSpPr>
        <p:spPr/>
        <p:txBody>
          <a:bodyPr/>
          <a:lstStyle/>
          <a:p>
            <a:fld id="{0B299C85-F5E8-48EE-B13A-6A0A32891F88}" type="slidenum">
              <a:rPr lang="en-IN" smtClean="0"/>
              <a:t>‹#›</a:t>
            </a:fld>
            <a:endParaRPr lang="en-IN"/>
          </a:p>
        </p:txBody>
      </p:sp>
    </p:spTree>
    <p:extLst>
      <p:ext uri="{BB962C8B-B14F-4D97-AF65-F5344CB8AC3E}">
        <p14:creationId xmlns:p14="http://schemas.microsoft.com/office/powerpoint/2010/main" val="18115050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27F65-DBCB-4801-B4F7-01DAA9F1EA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492DDB3-BF37-4811-AA22-0157F0F566F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22E616A-B6D5-4B0C-BE05-75FC81B410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D50D6E-AB39-4131-931B-11AEE1558B50}"/>
              </a:ext>
            </a:extLst>
          </p:cNvPr>
          <p:cNvSpPr>
            <a:spLocks noGrp="1"/>
          </p:cNvSpPr>
          <p:nvPr>
            <p:ph type="dt" sz="half" idx="10"/>
          </p:nvPr>
        </p:nvSpPr>
        <p:spPr/>
        <p:txBody>
          <a:bodyPr/>
          <a:lstStyle/>
          <a:p>
            <a:fld id="{DC63DDF5-237E-4516-A055-57F6167FD6A0}" type="datetimeFigureOut">
              <a:rPr lang="en-IN" smtClean="0"/>
              <a:t>15-08-2022</a:t>
            </a:fld>
            <a:endParaRPr lang="en-IN"/>
          </a:p>
        </p:txBody>
      </p:sp>
      <p:sp>
        <p:nvSpPr>
          <p:cNvPr id="6" name="Footer Placeholder 5">
            <a:extLst>
              <a:ext uri="{FF2B5EF4-FFF2-40B4-BE49-F238E27FC236}">
                <a16:creationId xmlns:a16="http://schemas.microsoft.com/office/drawing/2014/main" id="{50E0CE22-92D3-4DAA-8BCE-0A03B688A6F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CFE6409-721A-4A59-8C8C-991DFF5DB60D}"/>
              </a:ext>
            </a:extLst>
          </p:cNvPr>
          <p:cNvSpPr>
            <a:spLocks noGrp="1"/>
          </p:cNvSpPr>
          <p:nvPr>
            <p:ph type="sldNum" sz="quarter" idx="12"/>
          </p:nvPr>
        </p:nvSpPr>
        <p:spPr/>
        <p:txBody>
          <a:bodyPr/>
          <a:lstStyle/>
          <a:p>
            <a:fld id="{0B299C85-F5E8-48EE-B13A-6A0A32891F88}" type="slidenum">
              <a:rPr lang="en-IN" smtClean="0"/>
              <a:t>‹#›</a:t>
            </a:fld>
            <a:endParaRPr lang="en-IN"/>
          </a:p>
        </p:txBody>
      </p:sp>
    </p:spTree>
    <p:extLst>
      <p:ext uri="{BB962C8B-B14F-4D97-AF65-F5344CB8AC3E}">
        <p14:creationId xmlns:p14="http://schemas.microsoft.com/office/powerpoint/2010/main" val="7035290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215F6-2CCA-471A-8A4C-B14E37B46C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5881F1C-8AB8-4B4B-AB87-147354B359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3F143F0-C23B-4B04-BC3E-09FD7FA9BF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A86794-29D4-48F5-AAB7-FEDE38699205}"/>
              </a:ext>
            </a:extLst>
          </p:cNvPr>
          <p:cNvSpPr>
            <a:spLocks noGrp="1"/>
          </p:cNvSpPr>
          <p:nvPr>
            <p:ph type="dt" sz="half" idx="10"/>
          </p:nvPr>
        </p:nvSpPr>
        <p:spPr/>
        <p:txBody>
          <a:bodyPr/>
          <a:lstStyle/>
          <a:p>
            <a:fld id="{DC63DDF5-237E-4516-A055-57F6167FD6A0}" type="datetimeFigureOut">
              <a:rPr lang="en-IN" smtClean="0"/>
              <a:t>15-08-2022</a:t>
            </a:fld>
            <a:endParaRPr lang="en-IN"/>
          </a:p>
        </p:txBody>
      </p:sp>
      <p:sp>
        <p:nvSpPr>
          <p:cNvPr id="6" name="Footer Placeholder 5">
            <a:extLst>
              <a:ext uri="{FF2B5EF4-FFF2-40B4-BE49-F238E27FC236}">
                <a16:creationId xmlns:a16="http://schemas.microsoft.com/office/drawing/2014/main" id="{0806CB9B-4D4C-4ACA-A95C-383DD8CF224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11648DB-2CE3-4422-BA6A-7F581DD4ECCD}"/>
              </a:ext>
            </a:extLst>
          </p:cNvPr>
          <p:cNvSpPr>
            <a:spLocks noGrp="1"/>
          </p:cNvSpPr>
          <p:nvPr>
            <p:ph type="sldNum" sz="quarter" idx="12"/>
          </p:nvPr>
        </p:nvSpPr>
        <p:spPr/>
        <p:txBody>
          <a:bodyPr/>
          <a:lstStyle/>
          <a:p>
            <a:fld id="{0B299C85-F5E8-48EE-B13A-6A0A32891F88}" type="slidenum">
              <a:rPr lang="en-IN" smtClean="0"/>
              <a:t>‹#›</a:t>
            </a:fld>
            <a:endParaRPr lang="en-IN"/>
          </a:p>
        </p:txBody>
      </p:sp>
    </p:spTree>
    <p:extLst>
      <p:ext uri="{BB962C8B-B14F-4D97-AF65-F5344CB8AC3E}">
        <p14:creationId xmlns:p14="http://schemas.microsoft.com/office/powerpoint/2010/main" val="25829130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7F9C4-EC3D-4D88-916D-9C28F12E07A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DF3ECD7-301A-4007-9555-FAB7F47F16E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69D8B08-380A-4D4C-8558-710BAA448F51}"/>
              </a:ext>
            </a:extLst>
          </p:cNvPr>
          <p:cNvSpPr>
            <a:spLocks noGrp="1"/>
          </p:cNvSpPr>
          <p:nvPr>
            <p:ph type="dt" sz="half" idx="10"/>
          </p:nvPr>
        </p:nvSpPr>
        <p:spPr/>
        <p:txBody>
          <a:bodyPr/>
          <a:lstStyle/>
          <a:p>
            <a:fld id="{DC63DDF5-237E-4516-A055-57F6167FD6A0}" type="datetimeFigureOut">
              <a:rPr lang="en-IN" smtClean="0"/>
              <a:t>15-08-2022</a:t>
            </a:fld>
            <a:endParaRPr lang="en-IN"/>
          </a:p>
        </p:txBody>
      </p:sp>
      <p:sp>
        <p:nvSpPr>
          <p:cNvPr id="5" name="Footer Placeholder 4">
            <a:extLst>
              <a:ext uri="{FF2B5EF4-FFF2-40B4-BE49-F238E27FC236}">
                <a16:creationId xmlns:a16="http://schemas.microsoft.com/office/drawing/2014/main" id="{FAA45EE6-7C0B-46D1-ACD2-1400C51A815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87C531-6255-483B-85A2-FC2B5D915DB6}"/>
              </a:ext>
            </a:extLst>
          </p:cNvPr>
          <p:cNvSpPr>
            <a:spLocks noGrp="1"/>
          </p:cNvSpPr>
          <p:nvPr>
            <p:ph type="sldNum" sz="quarter" idx="12"/>
          </p:nvPr>
        </p:nvSpPr>
        <p:spPr/>
        <p:txBody>
          <a:bodyPr/>
          <a:lstStyle/>
          <a:p>
            <a:fld id="{0B299C85-F5E8-48EE-B13A-6A0A32891F88}" type="slidenum">
              <a:rPr lang="en-IN" smtClean="0"/>
              <a:t>‹#›</a:t>
            </a:fld>
            <a:endParaRPr lang="en-IN"/>
          </a:p>
        </p:txBody>
      </p:sp>
    </p:spTree>
    <p:extLst>
      <p:ext uri="{BB962C8B-B14F-4D97-AF65-F5344CB8AC3E}">
        <p14:creationId xmlns:p14="http://schemas.microsoft.com/office/powerpoint/2010/main" val="22003827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72BEA0-82D9-44CE-8195-5A5B7E10AA2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F70A67E-302F-423F-92E9-8B2E7DD36AB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6B3939-E0C6-4AEC-B1A6-99FA8EBD67C4}"/>
              </a:ext>
            </a:extLst>
          </p:cNvPr>
          <p:cNvSpPr>
            <a:spLocks noGrp="1"/>
          </p:cNvSpPr>
          <p:nvPr>
            <p:ph type="dt" sz="half" idx="10"/>
          </p:nvPr>
        </p:nvSpPr>
        <p:spPr/>
        <p:txBody>
          <a:bodyPr/>
          <a:lstStyle/>
          <a:p>
            <a:fld id="{DC63DDF5-237E-4516-A055-57F6167FD6A0}" type="datetimeFigureOut">
              <a:rPr lang="en-IN" smtClean="0"/>
              <a:t>15-08-2022</a:t>
            </a:fld>
            <a:endParaRPr lang="en-IN"/>
          </a:p>
        </p:txBody>
      </p:sp>
      <p:sp>
        <p:nvSpPr>
          <p:cNvPr id="5" name="Footer Placeholder 4">
            <a:extLst>
              <a:ext uri="{FF2B5EF4-FFF2-40B4-BE49-F238E27FC236}">
                <a16:creationId xmlns:a16="http://schemas.microsoft.com/office/drawing/2014/main" id="{F329C804-538E-4BBD-975D-7A768D3ECCC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803EAE-674C-4E86-883E-3AF5874ED180}"/>
              </a:ext>
            </a:extLst>
          </p:cNvPr>
          <p:cNvSpPr>
            <a:spLocks noGrp="1"/>
          </p:cNvSpPr>
          <p:nvPr>
            <p:ph type="sldNum" sz="quarter" idx="12"/>
          </p:nvPr>
        </p:nvSpPr>
        <p:spPr/>
        <p:txBody>
          <a:bodyPr/>
          <a:lstStyle/>
          <a:p>
            <a:fld id="{0B299C85-F5E8-48EE-B13A-6A0A32891F88}" type="slidenum">
              <a:rPr lang="en-IN" smtClean="0"/>
              <a:t>‹#›</a:t>
            </a:fld>
            <a:endParaRPr lang="en-IN"/>
          </a:p>
        </p:txBody>
      </p:sp>
    </p:spTree>
    <p:extLst>
      <p:ext uri="{BB962C8B-B14F-4D97-AF65-F5344CB8AC3E}">
        <p14:creationId xmlns:p14="http://schemas.microsoft.com/office/powerpoint/2010/main" val="7696031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314469-9391-4513-9B67-5B4CAA8F02D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807ACC0-3600-409D-B5CE-5EE024B627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CAE5ABD-DCDA-47A0-A577-5162BFA578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C63DDF5-237E-4516-A055-57F6167FD6A0}" type="datetimeFigureOut">
              <a:rPr lang="en-IN" smtClean="0"/>
              <a:t>15-08-2022</a:t>
            </a:fld>
            <a:endParaRPr lang="en-IN"/>
          </a:p>
        </p:txBody>
      </p:sp>
      <p:sp>
        <p:nvSpPr>
          <p:cNvPr id="5" name="Footer Placeholder 4">
            <a:extLst>
              <a:ext uri="{FF2B5EF4-FFF2-40B4-BE49-F238E27FC236}">
                <a16:creationId xmlns:a16="http://schemas.microsoft.com/office/drawing/2014/main" id="{0CA5718B-B236-4E69-93D5-5A2D0172599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B99D5EC-A01E-4BD2-91FF-5D1045935C3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299C85-F5E8-48EE-B13A-6A0A32891F88}" type="slidenum">
              <a:rPr lang="en-IN" smtClean="0"/>
              <a:t>‹#›</a:t>
            </a:fld>
            <a:endParaRPr lang="en-IN"/>
          </a:p>
        </p:txBody>
      </p:sp>
      <p:pic>
        <p:nvPicPr>
          <p:cNvPr id="7" name="Picture 6">
            <a:extLst>
              <a:ext uri="{FF2B5EF4-FFF2-40B4-BE49-F238E27FC236}">
                <a16:creationId xmlns:a16="http://schemas.microsoft.com/office/drawing/2014/main" id="{E6030DFE-449A-4058-8FEB-0F17D90CCD43}"/>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6200" y="-76200"/>
            <a:ext cx="1282699" cy="857534"/>
          </a:xfrm>
          <a:prstGeom prst="rect">
            <a:avLst/>
          </a:prstGeom>
        </p:spPr>
      </p:pic>
      <p:sp>
        <p:nvSpPr>
          <p:cNvPr id="8" name="Rectangle 7">
            <a:extLst>
              <a:ext uri="{FF2B5EF4-FFF2-40B4-BE49-F238E27FC236}">
                <a16:creationId xmlns:a16="http://schemas.microsoft.com/office/drawing/2014/main" id="{9B921E84-7975-4E42-8D87-BD3396E8F9A7}"/>
              </a:ext>
            </a:extLst>
          </p:cNvPr>
          <p:cNvSpPr/>
          <p:nvPr userDrawn="1"/>
        </p:nvSpPr>
        <p:spPr>
          <a:xfrm>
            <a:off x="228600" y="6593087"/>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33966015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1752600" y="152400"/>
            <a:ext cx="8458200" cy="67056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2057400" y="4038601"/>
            <a:ext cx="3276600" cy="1200329"/>
          </a:xfrm>
          <a:prstGeom prst="rect">
            <a:avLst/>
          </a:prstGeom>
          <a:noFill/>
        </p:spPr>
        <p:txBody>
          <a:bodyPr wrap="square" rtlCol="0">
            <a:spAutoFit/>
          </a:bodyPr>
          <a:lstStyle/>
          <a:p>
            <a:r>
              <a:rPr lang="en-IN" dirty="0" err="1"/>
              <a:t>Ketki</a:t>
            </a:r>
            <a:r>
              <a:rPr lang="en-IN" dirty="0"/>
              <a:t> Acharya</a:t>
            </a:r>
          </a:p>
          <a:p>
            <a:r>
              <a:rPr lang="en-IN" dirty="0"/>
              <a:t>From: SM VITA ATC of CDAC</a:t>
            </a:r>
          </a:p>
          <a:p>
            <a:r>
              <a:rPr lang="en-IN" dirty="0"/>
              <a:t>9769201036</a:t>
            </a:r>
          </a:p>
          <a:p>
            <a:r>
              <a:rPr lang="en-IN" dirty="0"/>
              <a:t>ketkiacharya.net@gmail.com</a:t>
            </a:r>
          </a:p>
        </p:txBody>
      </p:sp>
    </p:spTree>
    <p:extLst>
      <p:ext uri="{BB962C8B-B14F-4D97-AF65-F5344CB8AC3E}">
        <p14:creationId xmlns:p14="http://schemas.microsoft.com/office/powerpoint/2010/main" val="3303597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C8CFD-8347-46C1-9779-499798AEC83D}"/>
              </a:ext>
            </a:extLst>
          </p:cNvPr>
          <p:cNvSpPr>
            <a:spLocks noGrp="1"/>
          </p:cNvSpPr>
          <p:nvPr>
            <p:ph type="title"/>
          </p:nvPr>
        </p:nvSpPr>
        <p:spPr>
          <a:xfrm>
            <a:off x="1170038" y="92433"/>
            <a:ext cx="10105103" cy="588604"/>
          </a:xfrm>
        </p:spPr>
        <p:txBody>
          <a:bodyPr>
            <a:normAutofit fontScale="90000"/>
          </a:bodyPr>
          <a:lstStyle/>
          <a:p>
            <a:r>
              <a:rPr lang="en-IN" dirty="0"/>
              <a:t>context</a:t>
            </a:r>
          </a:p>
        </p:txBody>
      </p:sp>
      <p:sp>
        <p:nvSpPr>
          <p:cNvPr id="5" name="TextBox 4">
            <a:extLst>
              <a:ext uri="{FF2B5EF4-FFF2-40B4-BE49-F238E27FC236}">
                <a16:creationId xmlns:a16="http://schemas.microsoft.com/office/drawing/2014/main" id="{CF0FFFF5-018C-4E61-B646-F5E147F384E6}"/>
              </a:ext>
            </a:extLst>
          </p:cNvPr>
          <p:cNvSpPr txBox="1"/>
          <p:nvPr/>
        </p:nvSpPr>
        <p:spPr>
          <a:xfrm>
            <a:off x="6056672" y="386735"/>
            <a:ext cx="6135328" cy="6740307"/>
          </a:xfrm>
          <a:prstGeom prst="rect">
            <a:avLst/>
          </a:prstGeom>
          <a:noFill/>
        </p:spPr>
        <p:txBody>
          <a:bodyPr wrap="square">
            <a:spAutoFit/>
          </a:bodyPr>
          <a:lstStyle/>
          <a:p>
            <a:r>
              <a:rPr lang="en-IN" b="0" dirty="0">
                <a:solidFill>
                  <a:srgbClr val="800000"/>
                </a:solidFill>
                <a:effectLst/>
                <a:latin typeface="Consolas" panose="020B0609020204030204" pitchFamily="49" charset="0"/>
              </a:rPr>
              <a:t>&lt;!DOCTYPE</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html</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&lt;html&gt;&lt;head&gt;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&lt;script</a:t>
            </a:r>
            <a:r>
              <a:rPr lang="en-IN" b="0" dirty="0">
                <a:solidFill>
                  <a:srgbClr val="000000"/>
                </a:solidFill>
                <a:effectLst/>
                <a:latin typeface="Consolas" panose="020B0609020204030204" pitchFamily="49" charset="0"/>
              </a:rPr>
              <a:t> </a:t>
            </a:r>
            <a:r>
              <a:rPr lang="en-IN" b="0" dirty="0" err="1">
                <a:solidFill>
                  <a:srgbClr val="FF0000"/>
                </a:solidFill>
                <a:effectLst/>
                <a:latin typeface="Consolas" panose="020B0609020204030204" pitchFamily="49" charset="0"/>
              </a:rPr>
              <a:t>src</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"jquery-1.9.1.js"</a:t>
            </a:r>
            <a:r>
              <a:rPr lang="en-IN" b="0" dirty="0">
                <a:solidFill>
                  <a:srgbClr val="800000"/>
                </a:solidFill>
                <a:effectLst/>
                <a:latin typeface="Consolas" panose="020B0609020204030204" pitchFamily="49" charset="0"/>
              </a:rPr>
              <a:t>&gt;&lt;/script&gt;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&lt;script&gt;</a:t>
            </a:r>
            <a:endParaRPr lang="en-IN" b="0" dirty="0">
              <a:solidFill>
                <a:srgbClr val="000000"/>
              </a:solidFill>
              <a:effectLst/>
              <a:latin typeface="Consolas" panose="020B0609020204030204" pitchFamily="49" charset="0"/>
            </a:endParaRPr>
          </a:p>
          <a:p>
            <a:r>
              <a:rPr lang="en-IN" b="0" dirty="0">
                <a:solidFill>
                  <a:srgbClr val="008000"/>
                </a:solidFill>
                <a:effectLst/>
                <a:latin typeface="Consolas" panose="020B0609020204030204" pitchFamily="49" charset="0"/>
              </a:rPr>
              <a:t>//search p in div tag</a:t>
            </a:r>
            <a:endParaRPr lang="en-IN" b="0" dirty="0">
              <a:solidFill>
                <a:srgbClr val="000000"/>
              </a:solidFill>
              <a:effectLst/>
              <a:latin typeface="Consolas" panose="020B0609020204030204" pitchFamily="49" charset="0"/>
            </a:endParaRPr>
          </a:p>
          <a:p>
            <a:r>
              <a:rPr lang="en-IN" b="0" dirty="0">
                <a:solidFill>
                  <a:srgbClr val="0070C1"/>
                </a:solidFill>
                <a:effectLst/>
                <a:latin typeface="Consolas" panose="020B0609020204030204" pitchFamily="49" charset="0"/>
              </a:rPr>
              <a:t>$</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document</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ready</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a:t>
            </a:r>
          </a:p>
          <a:p>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795E26"/>
                </a:solidFill>
                <a:effectLst/>
                <a:latin typeface="Consolas" panose="020B0609020204030204" pitchFamily="49" charset="0"/>
              </a:rPr>
              <a:t>alert</a:t>
            </a:r>
            <a:r>
              <a:rPr lang="en-IN" b="0" dirty="0">
                <a:solidFill>
                  <a:srgbClr val="000000"/>
                </a:solidFill>
                <a:effectLst/>
                <a:latin typeface="Consolas" panose="020B0609020204030204" pitchFamily="49" charset="0"/>
              </a:rPr>
              <a:t>(</a:t>
            </a:r>
            <a:r>
              <a:rPr lang="en-IN" b="0" dirty="0">
                <a:solidFill>
                  <a:srgbClr val="0070C1"/>
                </a:solidFill>
                <a:effectLst/>
                <a:latin typeface="Consolas" panose="020B0609020204030204" pitchFamily="49" charset="0"/>
              </a:rPr>
              <a:t>jQuery</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p"</a:t>
            </a:r>
            <a:r>
              <a:rPr lang="en-IN" b="0" dirty="0" err="1">
                <a:solidFill>
                  <a:srgbClr val="000000"/>
                </a:solidFill>
                <a:effectLst/>
                <a:latin typeface="Consolas" panose="020B0609020204030204" pitchFamily="49" charset="0"/>
              </a:rPr>
              <a:t>,</a:t>
            </a:r>
            <a:r>
              <a:rPr lang="en-IN" b="0" dirty="0" err="1">
                <a:solidFill>
                  <a:srgbClr val="A31515"/>
                </a:solidFill>
                <a:effectLst/>
                <a:latin typeface="Consolas" panose="020B0609020204030204" pitchFamily="49" charset="0"/>
              </a:rPr>
              <a:t>"div</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length</a:t>
            </a:r>
            <a:r>
              <a:rPr lang="en-IN" b="0" dirty="0">
                <a:solidFill>
                  <a:srgbClr val="000000"/>
                </a:solidFill>
                <a:effectLst/>
                <a:latin typeface="Consolas" panose="020B0609020204030204" pitchFamily="49" charset="0"/>
              </a:rPr>
              <a:t>);//3</a:t>
            </a:r>
          </a:p>
          <a:p>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a:t>
            </a:r>
          </a:p>
          <a:p>
            <a:r>
              <a:rPr lang="en-IN" b="0" dirty="0">
                <a:solidFill>
                  <a:srgbClr val="800000"/>
                </a:solidFill>
                <a:effectLst/>
                <a:latin typeface="Consolas" panose="020B0609020204030204" pitchFamily="49" charset="0"/>
              </a:rPr>
              <a:t>&lt;/script&gt;&lt;/head&gt;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&lt;body&gt;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&lt;p&gt;</a:t>
            </a:r>
            <a:r>
              <a:rPr lang="en-IN" b="0" dirty="0">
                <a:solidFill>
                  <a:srgbClr val="000000"/>
                </a:solidFill>
                <a:effectLst/>
                <a:latin typeface="Consolas" panose="020B0609020204030204" pitchFamily="49" charset="0"/>
              </a:rPr>
              <a:t>para 1</a:t>
            </a:r>
            <a:r>
              <a:rPr lang="en-IN" b="0" dirty="0">
                <a:solidFill>
                  <a:srgbClr val="800000"/>
                </a:solidFill>
                <a:effectLst/>
                <a:latin typeface="Consolas" panose="020B0609020204030204" pitchFamily="49" charset="0"/>
              </a:rPr>
              <a:t>&lt;/p&gt;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&lt;p&gt;</a:t>
            </a:r>
            <a:r>
              <a:rPr lang="en-IN" b="0" dirty="0">
                <a:solidFill>
                  <a:srgbClr val="000000"/>
                </a:solidFill>
                <a:effectLst/>
                <a:latin typeface="Consolas" panose="020B0609020204030204" pitchFamily="49" charset="0"/>
              </a:rPr>
              <a:t>para 2</a:t>
            </a:r>
            <a:r>
              <a:rPr lang="en-IN" b="0" dirty="0">
                <a:solidFill>
                  <a:srgbClr val="800000"/>
                </a:solidFill>
                <a:effectLst/>
                <a:latin typeface="Consolas" panose="020B0609020204030204" pitchFamily="49" charset="0"/>
              </a:rPr>
              <a:t>&lt;/p&gt;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&lt;div&gt;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&lt;p&gt;</a:t>
            </a:r>
            <a:r>
              <a:rPr lang="en-IN" b="0" dirty="0">
                <a:solidFill>
                  <a:srgbClr val="000000"/>
                </a:solidFill>
                <a:effectLst/>
                <a:latin typeface="Consolas" panose="020B0609020204030204" pitchFamily="49" charset="0"/>
              </a:rPr>
              <a:t>div para 1</a:t>
            </a:r>
            <a:r>
              <a:rPr lang="en-IN" b="0" dirty="0">
                <a:solidFill>
                  <a:srgbClr val="800000"/>
                </a:solidFill>
                <a:effectLst/>
                <a:latin typeface="Consolas" panose="020B0609020204030204" pitchFamily="49" charset="0"/>
              </a:rPr>
              <a:t>&lt;/p&gt;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&lt;p&gt;</a:t>
            </a:r>
            <a:r>
              <a:rPr lang="en-IN" b="0" dirty="0">
                <a:solidFill>
                  <a:srgbClr val="000000"/>
                </a:solidFill>
                <a:effectLst/>
                <a:latin typeface="Consolas" panose="020B0609020204030204" pitchFamily="49" charset="0"/>
              </a:rPr>
              <a:t>div para 2</a:t>
            </a:r>
            <a:r>
              <a:rPr lang="en-IN" b="0" dirty="0">
                <a:solidFill>
                  <a:srgbClr val="800000"/>
                </a:solidFill>
                <a:effectLst/>
                <a:latin typeface="Consolas" panose="020B0609020204030204" pitchFamily="49" charset="0"/>
              </a:rPr>
              <a:t>&lt;/p&gt;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&lt;p&gt;</a:t>
            </a:r>
            <a:r>
              <a:rPr lang="en-IN" b="0" dirty="0">
                <a:solidFill>
                  <a:srgbClr val="000000"/>
                </a:solidFill>
                <a:effectLst/>
                <a:latin typeface="Consolas" panose="020B0609020204030204" pitchFamily="49" charset="0"/>
              </a:rPr>
              <a:t>div para 3</a:t>
            </a:r>
            <a:r>
              <a:rPr lang="en-IN" b="0" dirty="0">
                <a:solidFill>
                  <a:srgbClr val="800000"/>
                </a:solidFill>
                <a:effectLst/>
                <a:latin typeface="Consolas" panose="020B0609020204030204" pitchFamily="49" charset="0"/>
              </a:rPr>
              <a:t>&lt;/p&gt;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&lt;/div&gt;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&lt;/body&gt;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&lt;/html&gt;</a:t>
            </a:r>
            <a:endParaRPr lang="en-IN" b="0" dirty="0">
              <a:solidFill>
                <a:srgbClr val="000000"/>
              </a:solidFill>
              <a:effectLst/>
              <a:latin typeface="Consolas" panose="020B0609020204030204" pitchFamily="49" charset="0"/>
            </a:endParaRPr>
          </a:p>
          <a:p>
            <a:br>
              <a:rPr lang="en-IN" b="0" dirty="0">
                <a:solidFill>
                  <a:srgbClr val="000000"/>
                </a:solidFill>
                <a:effectLst/>
                <a:latin typeface="Consolas" panose="020B0609020204030204" pitchFamily="49" charset="0"/>
              </a:rPr>
            </a:br>
            <a:br>
              <a:rPr lang="en-IN" b="0" dirty="0">
                <a:solidFill>
                  <a:srgbClr val="000000"/>
                </a:solidFill>
                <a:effectLst/>
                <a:latin typeface="Consolas" panose="020B0609020204030204" pitchFamily="49" charset="0"/>
              </a:rPr>
            </a:br>
            <a:endParaRPr lang="en-IN" b="0" dirty="0">
              <a:solidFill>
                <a:srgbClr val="000000"/>
              </a:solidFill>
              <a:effectLst/>
              <a:latin typeface="Consolas" panose="020B0609020204030204" pitchFamily="49" charset="0"/>
            </a:endParaRPr>
          </a:p>
        </p:txBody>
      </p:sp>
      <p:sp>
        <p:nvSpPr>
          <p:cNvPr id="6" name="Freeform: Shape 5">
            <a:extLst>
              <a:ext uri="{FF2B5EF4-FFF2-40B4-BE49-F238E27FC236}">
                <a16:creationId xmlns:a16="http://schemas.microsoft.com/office/drawing/2014/main" id="{ADF594D1-8E48-40E9-9318-E222159269BA}"/>
              </a:ext>
            </a:extLst>
          </p:cNvPr>
          <p:cNvSpPr/>
          <p:nvPr/>
        </p:nvSpPr>
        <p:spPr>
          <a:xfrm>
            <a:off x="8238037" y="2133600"/>
            <a:ext cx="630674" cy="373626"/>
          </a:xfrm>
          <a:custGeom>
            <a:avLst/>
            <a:gdLst>
              <a:gd name="connsiteX0" fmla="*/ 11228 w 630674"/>
              <a:gd name="connsiteY0" fmla="*/ 548339 h 548339"/>
              <a:gd name="connsiteX1" fmla="*/ 1395 w 630674"/>
              <a:gd name="connsiteY1" fmla="*/ 400855 h 548339"/>
              <a:gd name="connsiteX2" fmla="*/ 40724 w 630674"/>
              <a:gd name="connsiteY2" fmla="*/ 282868 h 548339"/>
              <a:gd name="connsiteX3" fmla="*/ 60389 w 630674"/>
              <a:gd name="connsiteY3" fmla="*/ 204210 h 548339"/>
              <a:gd name="connsiteX4" fmla="*/ 80053 w 630674"/>
              <a:gd name="connsiteY4" fmla="*/ 174713 h 548339"/>
              <a:gd name="connsiteX5" fmla="*/ 139047 w 630674"/>
              <a:gd name="connsiteY5" fmla="*/ 56726 h 548339"/>
              <a:gd name="connsiteX6" fmla="*/ 168544 w 630674"/>
              <a:gd name="connsiteY6" fmla="*/ 46894 h 548339"/>
              <a:gd name="connsiteX7" fmla="*/ 198040 w 630674"/>
              <a:gd name="connsiteY7" fmla="*/ 27229 h 548339"/>
              <a:gd name="connsiteX8" fmla="*/ 434015 w 630674"/>
              <a:gd name="connsiteY8" fmla="*/ 17397 h 548339"/>
              <a:gd name="connsiteX9" fmla="*/ 463511 w 630674"/>
              <a:gd name="connsiteY9" fmla="*/ 27229 h 548339"/>
              <a:gd name="connsiteX10" fmla="*/ 552002 w 630674"/>
              <a:gd name="connsiteY10" fmla="*/ 105887 h 548339"/>
              <a:gd name="connsiteX11" fmla="*/ 591331 w 630674"/>
              <a:gd name="connsiteY11" fmla="*/ 164881 h 548339"/>
              <a:gd name="connsiteX12" fmla="*/ 610995 w 630674"/>
              <a:gd name="connsiteY12" fmla="*/ 243539 h 548339"/>
              <a:gd name="connsiteX13" fmla="*/ 620828 w 630674"/>
              <a:gd name="connsiteY13" fmla="*/ 273036 h 548339"/>
              <a:gd name="connsiteX14" fmla="*/ 630660 w 630674"/>
              <a:gd name="connsiteY14" fmla="*/ 420519 h 548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30674" h="548339">
                <a:moveTo>
                  <a:pt x="11228" y="548339"/>
                </a:moveTo>
                <a:cubicBezTo>
                  <a:pt x="7950" y="499178"/>
                  <a:pt x="-4046" y="449824"/>
                  <a:pt x="1395" y="400855"/>
                </a:cubicBezTo>
                <a:cubicBezTo>
                  <a:pt x="5973" y="359652"/>
                  <a:pt x="29026" y="322640"/>
                  <a:pt x="40724" y="282868"/>
                </a:cubicBezTo>
                <a:cubicBezTo>
                  <a:pt x="48736" y="255626"/>
                  <a:pt x="47662" y="229664"/>
                  <a:pt x="60389" y="204210"/>
                </a:cubicBezTo>
                <a:cubicBezTo>
                  <a:pt x="65674" y="193641"/>
                  <a:pt x="75254" y="185511"/>
                  <a:pt x="80053" y="174713"/>
                </a:cubicBezTo>
                <a:cubicBezTo>
                  <a:pt x="90675" y="150812"/>
                  <a:pt x="107051" y="67391"/>
                  <a:pt x="139047" y="56726"/>
                </a:cubicBezTo>
                <a:lnTo>
                  <a:pt x="168544" y="46894"/>
                </a:lnTo>
                <a:cubicBezTo>
                  <a:pt x="178376" y="40339"/>
                  <a:pt x="187780" y="33092"/>
                  <a:pt x="198040" y="27229"/>
                </a:cubicBezTo>
                <a:cubicBezTo>
                  <a:pt x="284800" y="-22349"/>
                  <a:pt x="273199" y="9356"/>
                  <a:pt x="434015" y="17397"/>
                </a:cubicBezTo>
                <a:cubicBezTo>
                  <a:pt x="443847" y="20674"/>
                  <a:pt x="454241" y="22594"/>
                  <a:pt x="463511" y="27229"/>
                </a:cubicBezTo>
                <a:cubicBezTo>
                  <a:pt x="493064" y="42006"/>
                  <a:pt x="538974" y="86345"/>
                  <a:pt x="552002" y="105887"/>
                </a:cubicBezTo>
                <a:lnTo>
                  <a:pt x="591331" y="164881"/>
                </a:lnTo>
                <a:cubicBezTo>
                  <a:pt x="613809" y="232316"/>
                  <a:pt x="587261" y="148606"/>
                  <a:pt x="610995" y="243539"/>
                </a:cubicBezTo>
                <a:cubicBezTo>
                  <a:pt x="613509" y="253594"/>
                  <a:pt x="617550" y="263204"/>
                  <a:pt x="620828" y="273036"/>
                </a:cubicBezTo>
                <a:cubicBezTo>
                  <a:pt x="631476" y="400821"/>
                  <a:pt x="630660" y="351558"/>
                  <a:pt x="630660" y="42051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Isosceles Triangle 6">
            <a:extLst>
              <a:ext uri="{FF2B5EF4-FFF2-40B4-BE49-F238E27FC236}">
                <a16:creationId xmlns:a16="http://schemas.microsoft.com/office/drawing/2014/main" id="{AF119B42-0DFB-4771-9DBB-CE31782E5A85}"/>
              </a:ext>
            </a:extLst>
          </p:cNvPr>
          <p:cNvSpPr/>
          <p:nvPr/>
        </p:nvSpPr>
        <p:spPr>
          <a:xfrm rot="10568961">
            <a:off x="8760542" y="2202426"/>
            <a:ext cx="216310" cy="17698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C00ED094-6FDF-4DD3-9513-CDDDAFEAA9BD}"/>
              </a:ext>
            </a:extLst>
          </p:cNvPr>
          <p:cNvSpPr txBox="1"/>
          <p:nvPr/>
        </p:nvSpPr>
        <p:spPr>
          <a:xfrm>
            <a:off x="167148" y="983226"/>
            <a:ext cx="4218039" cy="369332"/>
          </a:xfrm>
          <a:prstGeom prst="rect">
            <a:avLst/>
          </a:prstGeom>
          <a:noFill/>
        </p:spPr>
        <p:txBody>
          <a:bodyPr wrap="square" rtlCol="0">
            <a:spAutoFit/>
          </a:bodyPr>
          <a:lstStyle/>
          <a:p>
            <a:r>
              <a:rPr lang="en-IN" dirty="0"/>
              <a:t>Look for all p tag in a div tag </a:t>
            </a:r>
          </a:p>
        </p:txBody>
      </p:sp>
    </p:spTree>
    <p:extLst>
      <p:ext uri="{BB962C8B-B14F-4D97-AF65-F5344CB8AC3E}">
        <p14:creationId xmlns:p14="http://schemas.microsoft.com/office/powerpoint/2010/main" val="14382112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489365-11AC-4C37-B8BC-6A1F801994F8}"/>
              </a:ext>
            </a:extLst>
          </p:cNvPr>
          <p:cNvSpPr>
            <a:spLocks noGrp="1"/>
          </p:cNvSpPr>
          <p:nvPr>
            <p:ph type="title"/>
          </p:nvPr>
        </p:nvSpPr>
        <p:spPr>
          <a:xfrm>
            <a:off x="1199535" y="178312"/>
            <a:ext cx="10026445" cy="785249"/>
          </a:xfrm>
        </p:spPr>
        <p:txBody>
          <a:bodyPr/>
          <a:lstStyle/>
          <a:p>
            <a:r>
              <a:rPr lang="en-IN" dirty="0"/>
              <a:t>Create tag dynamically</a:t>
            </a:r>
          </a:p>
        </p:txBody>
      </p:sp>
      <p:sp>
        <p:nvSpPr>
          <p:cNvPr id="5" name="TextBox 4">
            <a:extLst>
              <a:ext uri="{FF2B5EF4-FFF2-40B4-BE49-F238E27FC236}">
                <a16:creationId xmlns:a16="http://schemas.microsoft.com/office/drawing/2014/main" id="{8FE62788-5BDC-42E3-87F4-DF51BCF01682}"/>
              </a:ext>
            </a:extLst>
          </p:cNvPr>
          <p:cNvSpPr txBox="1"/>
          <p:nvPr/>
        </p:nvSpPr>
        <p:spPr>
          <a:xfrm>
            <a:off x="4463845" y="857040"/>
            <a:ext cx="7610167" cy="5355312"/>
          </a:xfrm>
          <a:prstGeom prst="rect">
            <a:avLst/>
          </a:prstGeom>
          <a:noFill/>
        </p:spPr>
        <p:txBody>
          <a:bodyPr wrap="square">
            <a:spAutoFit/>
          </a:bodyPr>
          <a:lstStyle/>
          <a:p>
            <a:r>
              <a:rPr lang="en-IN" b="0" dirty="0">
                <a:solidFill>
                  <a:srgbClr val="800000"/>
                </a:solidFill>
                <a:effectLst/>
                <a:latin typeface="Consolas" panose="020B0609020204030204" pitchFamily="49" charset="0"/>
              </a:rPr>
              <a:t>&lt;!DOCTYPE</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html</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&lt;html&gt;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&lt;head&gt;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&lt;script</a:t>
            </a:r>
            <a:r>
              <a:rPr lang="en-IN" b="0" dirty="0">
                <a:solidFill>
                  <a:srgbClr val="000000"/>
                </a:solidFill>
                <a:effectLst/>
                <a:latin typeface="Consolas" panose="020B0609020204030204" pitchFamily="49" charset="0"/>
              </a:rPr>
              <a:t> </a:t>
            </a:r>
            <a:r>
              <a:rPr lang="en-IN" b="0" dirty="0" err="1">
                <a:solidFill>
                  <a:srgbClr val="FF0000"/>
                </a:solidFill>
                <a:effectLst/>
                <a:latin typeface="Consolas" panose="020B0609020204030204" pitchFamily="49" charset="0"/>
              </a:rPr>
              <a:t>src</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"jquery-1.9.1.js"</a:t>
            </a:r>
            <a:r>
              <a:rPr lang="en-IN" b="0" dirty="0">
                <a:solidFill>
                  <a:srgbClr val="800000"/>
                </a:solidFill>
                <a:effectLst/>
                <a:latin typeface="Consolas" panose="020B0609020204030204" pitchFamily="49" charset="0"/>
              </a:rPr>
              <a:t>&gt;&lt;/script&gt;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&lt;script&gt;</a:t>
            </a:r>
            <a:endParaRPr lang="en-IN" b="0" dirty="0">
              <a:solidFill>
                <a:srgbClr val="000000"/>
              </a:solidFill>
              <a:effectLst/>
              <a:latin typeface="Consolas" panose="020B0609020204030204" pitchFamily="49" charset="0"/>
            </a:endParaRPr>
          </a:p>
          <a:p>
            <a:r>
              <a:rPr lang="en-IN" b="0" dirty="0">
                <a:solidFill>
                  <a:srgbClr val="0070C1"/>
                </a:solidFill>
                <a:effectLst/>
                <a:latin typeface="Consolas" panose="020B0609020204030204" pitchFamily="49" charset="0"/>
              </a:rPr>
              <a:t>$</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document</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ready</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a:t>
            </a:r>
          </a:p>
          <a:p>
            <a:endParaRPr lang="en-IN" b="0" dirty="0">
              <a:solidFill>
                <a:srgbClr val="000000"/>
              </a:solidFill>
              <a:effectLst/>
              <a:latin typeface="Consolas" panose="020B0609020204030204" pitchFamily="49" charset="0"/>
            </a:endParaRPr>
          </a:p>
          <a:p>
            <a:r>
              <a:rPr lang="en-IN" b="0" dirty="0">
                <a:solidFill>
                  <a:srgbClr val="0070C1"/>
                </a:solidFill>
                <a:effectLst/>
                <a:latin typeface="Consolas" panose="020B0609020204030204" pitchFamily="49" charset="0"/>
              </a:rPr>
              <a:t>$</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btn</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click</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a:t>
            </a:r>
          </a:p>
          <a:p>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0070C1"/>
                </a:solidFill>
                <a:effectLst/>
                <a:latin typeface="Consolas" panose="020B0609020204030204" pitchFamily="49" charset="0"/>
              </a:rPr>
              <a:t>$</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'&lt;p id="test"&gt;My &lt;</a:t>
            </a:r>
            <a:r>
              <a:rPr lang="en-IN" b="0" dirty="0" err="1">
                <a:solidFill>
                  <a:srgbClr val="A31515"/>
                </a:solidFill>
                <a:effectLst/>
                <a:latin typeface="Consolas" panose="020B0609020204030204" pitchFamily="49" charset="0"/>
              </a:rPr>
              <a:t>em</a:t>
            </a:r>
            <a:r>
              <a:rPr lang="en-IN" b="0" dirty="0">
                <a:solidFill>
                  <a:srgbClr val="A31515"/>
                </a:solidFill>
                <a:effectLst/>
                <a:latin typeface="Consolas" panose="020B0609020204030204" pitchFamily="49" charset="0"/>
              </a:rPr>
              <a:t>&gt;new&lt;/</a:t>
            </a:r>
            <a:r>
              <a:rPr lang="en-IN" b="0" dirty="0" err="1">
                <a:solidFill>
                  <a:srgbClr val="A31515"/>
                </a:solidFill>
                <a:effectLst/>
                <a:latin typeface="Consolas" panose="020B0609020204030204" pitchFamily="49" charset="0"/>
              </a:rPr>
              <a:t>em</a:t>
            </a:r>
            <a:r>
              <a:rPr lang="en-IN" b="0" dirty="0">
                <a:solidFill>
                  <a:srgbClr val="A31515"/>
                </a:solidFill>
                <a:effectLst/>
                <a:latin typeface="Consolas" panose="020B0609020204030204" pitchFamily="49" charset="0"/>
              </a:rPr>
              <a:t>&gt; text&lt;/p&gt;'</a:t>
            </a:r>
            <a:r>
              <a:rPr lang="en-IN" b="0" dirty="0">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appendTo</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'p'</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a:t>
            </a:r>
          </a:p>
          <a:p>
            <a:r>
              <a:rPr lang="en-IN" b="0" dirty="0">
                <a:solidFill>
                  <a:srgbClr val="800000"/>
                </a:solidFill>
                <a:effectLst/>
                <a:latin typeface="Consolas" panose="020B0609020204030204" pitchFamily="49" charset="0"/>
              </a:rPr>
              <a:t>&lt;/script&gt;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&lt;/head&gt;&lt;body&gt;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&lt;p&gt;</a:t>
            </a:r>
            <a:r>
              <a:rPr lang="en-IN" b="0" dirty="0">
                <a:solidFill>
                  <a:srgbClr val="000000"/>
                </a:solidFill>
                <a:effectLst/>
                <a:latin typeface="Consolas" panose="020B0609020204030204" pitchFamily="49" charset="0"/>
              </a:rPr>
              <a:t>para 1</a:t>
            </a:r>
            <a:r>
              <a:rPr lang="en-IN" b="0" dirty="0">
                <a:solidFill>
                  <a:srgbClr val="800000"/>
                </a:solidFill>
                <a:effectLst/>
                <a:latin typeface="Consolas" panose="020B0609020204030204" pitchFamily="49" charset="0"/>
              </a:rPr>
              <a:t>&lt;/p&gt;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&lt;B&gt;</a:t>
            </a:r>
            <a:r>
              <a:rPr lang="en-IN" b="0" dirty="0">
                <a:solidFill>
                  <a:srgbClr val="000000"/>
                </a:solidFill>
                <a:effectLst/>
                <a:latin typeface="Consolas" panose="020B0609020204030204" pitchFamily="49" charset="0"/>
              </a:rPr>
              <a:t>para 2</a:t>
            </a:r>
            <a:r>
              <a:rPr lang="en-IN" b="0" dirty="0">
                <a:solidFill>
                  <a:srgbClr val="800000"/>
                </a:solidFill>
                <a:effectLst/>
                <a:latin typeface="Consolas" panose="020B0609020204030204" pitchFamily="49" charset="0"/>
              </a:rPr>
              <a:t>&lt;/B&gt;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&lt;input</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type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"button"</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id</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err="1">
                <a:solidFill>
                  <a:srgbClr val="0000FF"/>
                </a:solidFill>
                <a:effectLst/>
                <a:latin typeface="Consolas" panose="020B0609020204030204" pitchFamily="49" charset="0"/>
              </a:rPr>
              <a:t>btn</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&lt;/body&gt;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&lt;/html&gt;</a:t>
            </a:r>
            <a:endParaRPr lang="en-IN" b="0" dirty="0">
              <a:solidFill>
                <a:srgbClr val="000000"/>
              </a:solidFill>
              <a:effectLst/>
              <a:latin typeface="Consolas" panose="020B0609020204030204" pitchFamily="49" charset="0"/>
            </a:endParaRPr>
          </a:p>
        </p:txBody>
      </p:sp>
      <p:sp>
        <p:nvSpPr>
          <p:cNvPr id="6" name="TextBox 5">
            <a:extLst>
              <a:ext uri="{FF2B5EF4-FFF2-40B4-BE49-F238E27FC236}">
                <a16:creationId xmlns:a16="http://schemas.microsoft.com/office/drawing/2014/main" id="{62E5EB1C-7416-4952-BC2D-E942A26E7BEA}"/>
              </a:ext>
            </a:extLst>
          </p:cNvPr>
          <p:cNvSpPr txBox="1"/>
          <p:nvPr/>
        </p:nvSpPr>
        <p:spPr>
          <a:xfrm>
            <a:off x="0" y="5012023"/>
            <a:ext cx="4837471" cy="1477328"/>
          </a:xfrm>
          <a:prstGeom prst="rect">
            <a:avLst/>
          </a:prstGeom>
          <a:noFill/>
        </p:spPr>
        <p:txBody>
          <a:bodyPr wrap="square" rtlCol="0">
            <a:spAutoFit/>
          </a:bodyPr>
          <a:lstStyle/>
          <a:p>
            <a:r>
              <a:rPr lang="en-IN" dirty="0"/>
              <a:t>At run time it will create following tag and data.</a:t>
            </a:r>
          </a:p>
          <a:p>
            <a:r>
              <a:rPr lang="en-IN" dirty="0"/>
              <a:t>Similar to </a:t>
            </a:r>
            <a:r>
              <a:rPr lang="en-IN" dirty="0" err="1"/>
              <a:t>createElement</a:t>
            </a:r>
            <a:r>
              <a:rPr lang="en-IN" dirty="0"/>
              <a:t>, </a:t>
            </a:r>
            <a:r>
              <a:rPr lang="en-IN" dirty="0" err="1"/>
              <a:t>appendChild</a:t>
            </a:r>
            <a:r>
              <a:rPr lang="en-IN" dirty="0"/>
              <a:t> in JS</a:t>
            </a:r>
          </a:p>
          <a:p>
            <a:r>
              <a:rPr lang="en-IN" dirty="0"/>
              <a:t> </a:t>
            </a:r>
            <a:r>
              <a:rPr lang="en-IN" b="0" dirty="0">
                <a:solidFill>
                  <a:srgbClr val="A31515"/>
                </a:solidFill>
                <a:effectLst/>
                <a:latin typeface="Consolas" panose="020B0609020204030204" pitchFamily="49" charset="0"/>
              </a:rPr>
              <a:t>&lt;p id="test"&gt;My &lt;</a:t>
            </a:r>
            <a:r>
              <a:rPr lang="en-IN" b="0" dirty="0" err="1">
                <a:solidFill>
                  <a:srgbClr val="A31515"/>
                </a:solidFill>
                <a:effectLst/>
                <a:latin typeface="Consolas" panose="020B0609020204030204" pitchFamily="49" charset="0"/>
              </a:rPr>
              <a:t>em</a:t>
            </a:r>
            <a:r>
              <a:rPr lang="en-IN" b="0" dirty="0">
                <a:solidFill>
                  <a:srgbClr val="A31515"/>
                </a:solidFill>
                <a:effectLst/>
                <a:latin typeface="Consolas" panose="020B0609020204030204" pitchFamily="49" charset="0"/>
              </a:rPr>
              <a:t>&gt;new&lt;/</a:t>
            </a:r>
            <a:r>
              <a:rPr lang="en-IN" b="0" dirty="0" err="1">
                <a:solidFill>
                  <a:srgbClr val="A31515"/>
                </a:solidFill>
                <a:effectLst/>
                <a:latin typeface="Consolas" panose="020B0609020204030204" pitchFamily="49" charset="0"/>
              </a:rPr>
              <a:t>em</a:t>
            </a:r>
            <a:r>
              <a:rPr lang="en-IN" b="0" dirty="0">
                <a:solidFill>
                  <a:srgbClr val="A31515"/>
                </a:solidFill>
                <a:effectLst/>
                <a:latin typeface="Consolas" panose="020B0609020204030204" pitchFamily="49" charset="0"/>
              </a:rPr>
              <a:t>&gt; text&lt;/p&gt;'</a:t>
            </a:r>
            <a:endParaRPr lang="en-IN" dirty="0"/>
          </a:p>
        </p:txBody>
      </p:sp>
    </p:spTree>
    <p:extLst>
      <p:ext uri="{BB962C8B-B14F-4D97-AF65-F5344CB8AC3E}">
        <p14:creationId xmlns:p14="http://schemas.microsoft.com/office/powerpoint/2010/main" val="82660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36672-B2DE-4717-ABC2-ECC1F3CF7440}"/>
              </a:ext>
            </a:extLst>
          </p:cNvPr>
          <p:cNvSpPr>
            <a:spLocks noGrp="1"/>
          </p:cNvSpPr>
          <p:nvPr>
            <p:ph type="title"/>
          </p:nvPr>
        </p:nvSpPr>
        <p:spPr>
          <a:xfrm>
            <a:off x="1215513" y="0"/>
            <a:ext cx="6561803" cy="609600"/>
          </a:xfrm>
        </p:spPr>
        <p:txBody>
          <a:bodyPr>
            <a:normAutofit fontScale="90000"/>
          </a:bodyPr>
          <a:lstStyle/>
          <a:p>
            <a:r>
              <a:rPr lang="en-IN" dirty="0"/>
              <a:t>Creating Text node at run time</a:t>
            </a:r>
          </a:p>
        </p:txBody>
      </p:sp>
      <p:sp>
        <p:nvSpPr>
          <p:cNvPr id="5" name="TextBox 4">
            <a:extLst>
              <a:ext uri="{FF2B5EF4-FFF2-40B4-BE49-F238E27FC236}">
                <a16:creationId xmlns:a16="http://schemas.microsoft.com/office/drawing/2014/main" id="{CC2784AE-9718-4034-91A9-D6D239E4E020}"/>
              </a:ext>
            </a:extLst>
          </p:cNvPr>
          <p:cNvSpPr txBox="1"/>
          <p:nvPr/>
        </p:nvSpPr>
        <p:spPr>
          <a:xfrm>
            <a:off x="4709652" y="889843"/>
            <a:ext cx="6135328" cy="5632311"/>
          </a:xfrm>
          <a:prstGeom prst="rect">
            <a:avLst/>
          </a:prstGeom>
          <a:noFill/>
        </p:spPr>
        <p:txBody>
          <a:bodyPr wrap="square">
            <a:spAutoFit/>
          </a:bodyPr>
          <a:lstStyle/>
          <a:p>
            <a:r>
              <a:rPr lang="en-IN" b="0" dirty="0">
                <a:solidFill>
                  <a:srgbClr val="800000"/>
                </a:solidFill>
                <a:effectLst/>
                <a:latin typeface="Consolas" panose="020B0609020204030204" pitchFamily="49" charset="0"/>
              </a:rPr>
              <a:t>&lt;!DOCTYPE</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html</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&lt;html&gt;&lt;head&gt;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&lt;script</a:t>
            </a:r>
            <a:r>
              <a:rPr lang="en-IN" b="0" dirty="0">
                <a:solidFill>
                  <a:srgbClr val="000000"/>
                </a:solidFill>
                <a:effectLst/>
                <a:latin typeface="Consolas" panose="020B0609020204030204" pitchFamily="49" charset="0"/>
              </a:rPr>
              <a:t> </a:t>
            </a:r>
            <a:r>
              <a:rPr lang="en-IN" b="0" dirty="0" err="1">
                <a:solidFill>
                  <a:srgbClr val="FF0000"/>
                </a:solidFill>
                <a:effectLst/>
                <a:latin typeface="Consolas" panose="020B0609020204030204" pitchFamily="49" charset="0"/>
              </a:rPr>
              <a:t>src</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"jquery-1.9.1.js"</a:t>
            </a:r>
            <a:r>
              <a:rPr lang="en-IN" b="0" dirty="0">
                <a:solidFill>
                  <a:srgbClr val="800000"/>
                </a:solidFill>
                <a:effectLst/>
                <a:latin typeface="Consolas" panose="020B0609020204030204" pitchFamily="49" charset="0"/>
              </a:rPr>
              <a:t>&gt;&lt;/script&gt;</a:t>
            </a:r>
          </a:p>
          <a:p>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&lt;script&gt;</a:t>
            </a:r>
            <a:endParaRPr lang="en-IN" b="0" dirty="0">
              <a:solidFill>
                <a:srgbClr val="000000"/>
              </a:solidFill>
              <a:effectLst/>
              <a:latin typeface="Consolas" panose="020B0609020204030204" pitchFamily="49" charset="0"/>
            </a:endParaRPr>
          </a:p>
          <a:p>
            <a:r>
              <a:rPr lang="en-IN" b="0" dirty="0">
                <a:solidFill>
                  <a:srgbClr val="0070C1"/>
                </a:solidFill>
                <a:effectLst/>
                <a:latin typeface="Consolas" panose="020B0609020204030204" pitchFamily="49" charset="0"/>
              </a:rPr>
              <a:t>$</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document</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ready</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a:t>
            </a:r>
          </a:p>
          <a:p>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str</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'hello&lt;p id="test"&gt;My &lt;</a:t>
            </a:r>
            <a:r>
              <a:rPr lang="en-IN" b="0" dirty="0" err="1">
                <a:solidFill>
                  <a:srgbClr val="A31515"/>
                </a:solidFill>
                <a:effectLst/>
                <a:latin typeface="Consolas" panose="020B0609020204030204" pitchFamily="49" charset="0"/>
              </a:rPr>
              <a:t>em</a:t>
            </a:r>
            <a:r>
              <a:rPr lang="en-IN" b="0" dirty="0">
                <a:solidFill>
                  <a:srgbClr val="A31515"/>
                </a:solidFill>
                <a:effectLst/>
                <a:latin typeface="Consolas" panose="020B0609020204030204" pitchFamily="49" charset="0"/>
              </a:rPr>
              <a:t>&gt;new&lt;/</a:t>
            </a:r>
            <a:r>
              <a:rPr lang="en-IN" b="0" dirty="0" err="1">
                <a:solidFill>
                  <a:srgbClr val="A31515"/>
                </a:solidFill>
                <a:effectLst/>
                <a:latin typeface="Consolas" panose="020B0609020204030204" pitchFamily="49" charset="0"/>
              </a:rPr>
              <a:t>em</a:t>
            </a:r>
            <a:r>
              <a:rPr lang="en-IN" b="0" dirty="0">
                <a:solidFill>
                  <a:srgbClr val="A31515"/>
                </a:solidFill>
                <a:effectLst/>
                <a:latin typeface="Consolas" panose="020B0609020204030204" pitchFamily="49" charset="0"/>
              </a:rPr>
              <a:t>&gt; text&lt;/p&gt;data'</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0070C1"/>
                </a:solidFill>
                <a:effectLst/>
                <a:latin typeface="Consolas" panose="020B0609020204030204" pitchFamily="49" charset="0"/>
              </a:rPr>
              <a:t>$</a:t>
            </a:r>
            <a:r>
              <a:rPr lang="en-IN" b="0" dirty="0">
                <a:solidFill>
                  <a:srgbClr val="000000"/>
                </a:solidFill>
                <a:effectLst/>
                <a:latin typeface="Consolas" panose="020B0609020204030204" pitchFamily="49" charset="0"/>
              </a:rPr>
              <a:t>(</a:t>
            </a:r>
            <a:r>
              <a:rPr lang="en-IN" b="0" dirty="0">
                <a:solidFill>
                  <a:srgbClr val="0070C1"/>
                </a:solidFill>
                <a:effectLst/>
                <a:latin typeface="Consolas" panose="020B0609020204030204" pitchFamily="49" charset="0"/>
              </a:rPr>
              <a:t>$</a:t>
            </a:r>
            <a:r>
              <a:rPr lang="en-IN" b="0" dirty="0">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parseHTML</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str</a:t>
            </a:r>
            <a:r>
              <a:rPr lang="en-IN" b="0" dirty="0">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appendTo</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'body'</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a:t>
            </a:r>
          </a:p>
          <a:p>
            <a:r>
              <a:rPr lang="en-IN" b="0" dirty="0">
                <a:solidFill>
                  <a:srgbClr val="800000"/>
                </a:solidFill>
                <a:effectLst/>
                <a:latin typeface="Consolas" panose="020B0609020204030204" pitchFamily="49" charset="0"/>
              </a:rPr>
              <a:t>&lt;/script&gt;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&lt;/head&gt;</a:t>
            </a:r>
          </a:p>
          <a:p>
            <a:r>
              <a:rPr lang="en-IN" b="0" dirty="0">
                <a:solidFill>
                  <a:srgbClr val="800000"/>
                </a:solidFill>
                <a:effectLst/>
                <a:latin typeface="Consolas" panose="020B0609020204030204" pitchFamily="49" charset="0"/>
              </a:rPr>
              <a:t>&lt;body&gt;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&lt;p&gt;</a:t>
            </a:r>
            <a:r>
              <a:rPr lang="en-IN" b="0" dirty="0">
                <a:solidFill>
                  <a:srgbClr val="000000"/>
                </a:solidFill>
                <a:effectLst/>
                <a:latin typeface="Consolas" panose="020B0609020204030204" pitchFamily="49" charset="0"/>
              </a:rPr>
              <a:t>para 1</a:t>
            </a:r>
            <a:r>
              <a:rPr lang="en-IN" b="0" dirty="0">
                <a:solidFill>
                  <a:srgbClr val="800000"/>
                </a:solidFill>
                <a:effectLst/>
                <a:latin typeface="Consolas" panose="020B0609020204030204" pitchFamily="49" charset="0"/>
              </a:rPr>
              <a:t>&lt;/p&gt;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&lt;p&gt;</a:t>
            </a:r>
            <a:r>
              <a:rPr lang="en-IN" b="0" dirty="0">
                <a:solidFill>
                  <a:srgbClr val="000000"/>
                </a:solidFill>
                <a:effectLst/>
                <a:latin typeface="Consolas" panose="020B0609020204030204" pitchFamily="49" charset="0"/>
              </a:rPr>
              <a:t>para 2</a:t>
            </a:r>
            <a:r>
              <a:rPr lang="en-IN" b="0" dirty="0">
                <a:solidFill>
                  <a:srgbClr val="800000"/>
                </a:solidFill>
                <a:effectLst/>
                <a:latin typeface="Consolas" panose="020B0609020204030204" pitchFamily="49" charset="0"/>
              </a:rPr>
              <a:t>&lt;/p&gt;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&lt;/body&gt;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&lt;/html&gt;</a:t>
            </a:r>
            <a:endParaRPr lang="en-IN" b="0" dirty="0">
              <a:solidFill>
                <a:srgbClr val="000000"/>
              </a:solidFill>
              <a:effectLst/>
              <a:latin typeface="Consolas" panose="020B0609020204030204" pitchFamily="49" charset="0"/>
            </a:endParaRPr>
          </a:p>
          <a:p>
            <a:br>
              <a:rPr lang="en-IN" b="0" dirty="0">
                <a:solidFill>
                  <a:srgbClr val="000000"/>
                </a:solidFill>
                <a:effectLst/>
                <a:latin typeface="Consolas" panose="020B0609020204030204" pitchFamily="49" charset="0"/>
              </a:rPr>
            </a:br>
            <a:br>
              <a:rPr lang="en-IN" b="0" dirty="0">
                <a:solidFill>
                  <a:srgbClr val="000000"/>
                </a:solidFill>
                <a:effectLst/>
                <a:latin typeface="Consolas" panose="020B0609020204030204" pitchFamily="49" charset="0"/>
              </a:rPr>
            </a:br>
            <a:endParaRPr lang="en-IN" b="0" dirty="0">
              <a:solidFill>
                <a:srgbClr val="000000"/>
              </a:solidFill>
              <a:effectLst/>
              <a:latin typeface="Consolas" panose="020B0609020204030204" pitchFamily="49" charset="0"/>
            </a:endParaRPr>
          </a:p>
        </p:txBody>
      </p:sp>
      <p:sp>
        <p:nvSpPr>
          <p:cNvPr id="7" name="TextBox 6">
            <a:extLst>
              <a:ext uri="{FF2B5EF4-FFF2-40B4-BE49-F238E27FC236}">
                <a16:creationId xmlns:a16="http://schemas.microsoft.com/office/drawing/2014/main" id="{BFDFF459-57D5-423B-B8AE-4D6CDAE1339A}"/>
              </a:ext>
            </a:extLst>
          </p:cNvPr>
          <p:cNvSpPr txBox="1"/>
          <p:nvPr/>
        </p:nvSpPr>
        <p:spPr>
          <a:xfrm>
            <a:off x="658762" y="1378663"/>
            <a:ext cx="2517058" cy="1754326"/>
          </a:xfrm>
          <a:prstGeom prst="rect">
            <a:avLst/>
          </a:prstGeom>
          <a:noFill/>
        </p:spPr>
        <p:txBody>
          <a:bodyPr wrap="square">
            <a:spAutoFit/>
          </a:bodyPr>
          <a:lstStyle/>
          <a:p>
            <a:r>
              <a:rPr lang="en-IN" b="0" dirty="0">
                <a:solidFill>
                  <a:srgbClr val="0070C1"/>
                </a:solidFill>
                <a:effectLst/>
                <a:latin typeface="Consolas" panose="020B0609020204030204" pitchFamily="49" charset="0"/>
              </a:rPr>
              <a:t>$</a:t>
            </a:r>
            <a:r>
              <a:rPr lang="en-IN" b="0" dirty="0">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parseHTML</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str</a:t>
            </a:r>
            <a:r>
              <a:rPr lang="en-IN" b="0" dirty="0">
                <a:solidFill>
                  <a:srgbClr val="000000"/>
                </a:solidFill>
                <a:effectLst/>
                <a:latin typeface="Consolas" panose="020B0609020204030204" pitchFamily="49" charset="0"/>
              </a:rPr>
              <a:t>)</a:t>
            </a:r>
          </a:p>
          <a:p>
            <a:r>
              <a:rPr lang="en-IN" dirty="0">
                <a:solidFill>
                  <a:srgbClr val="000000"/>
                </a:solidFill>
                <a:latin typeface="Consolas" panose="020B0609020204030204" pitchFamily="49" charset="0"/>
              </a:rPr>
              <a:t>Will create a text node. Along with tag</a:t>
            </a:r>
          </a:p>
          <a:p>
            <a:endParaRPr lang="en-IN" dirty="0">
              <a:solidFill>
                <a:srgbClr val="000000"/>
              </a:solidFill>
              <a:latin typeface="Consolas" panose="020B0609020204030204" pitchFamily="49" charset="0"/>
            </a:endParaRPr>
          </a:p>
          <a:p>
            <a:endParaRPr lang="en-IN" dirty="0"/>
          </a:p>
        </p:txBody>
      </p:sp>
    </p:spTree>
    <p:extLst>
      <p:ext uri="{BB962C8B-B14F-4D97-AF65-F5344CB8AC3E}">
        <p14:creationId xmlns:p14="http://schemas.microsoft.com/office/powerpoint/2010/main" val="904232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8AA5B-F764-4DE2-914D-0040C91C0BB5}"/>
              </a:ext>
            </a:extLst>
          </p:cNvPr>
          <p:cNvSpPr>
            <a:spLocks noGrp="1"/>
          </p:cNvSpPr>
          <p:nvPr>
            <p:ph type="title"/>
          </p:nvPr>
        </p:nvSpPr>
        <p:spPr>
          <a:xfrm>
            <a:off x="7146970" y="89174"/>
            <a:ext cx="4780423" cy="578772"/>
          </a:xfrm>
        </p:spPr>
        <p:txBody>
          <a:bodyPr>
            <a:normAutofit fontScale="90000"/>
          </a:bodyPr>
          <a:lstStyle/>
          <a:p>
            <a:r>
              <a:rPr lang="en-IN"/>
              <a:t>prepend </a:t>
            </a:r>
            <a:r>
              <a:rPr lang="en-IN" dirty="0"/>
              <a:t>and append</a:t>
            </a:r>
          </a:p>
        </p:txBody>
      </p:sp>
      <p:sp>
        <p:nvSpPr>
          <p:cNvPr id="5" name="TextBox 4">
            <a:extLst>
              <a:ext uri="{FF2B5EF4-FFF2-40B4-BE49-F238E27FC236}">
                <a16:creationId xmlns:a16="http://schemas.microsoft.com/office/drawing/2014/main" id="{D1673EAA-7E87-445B-839A-F78CCC61FC71}"/>
              </a:ext>
            </a:extLst>
          </p:cNvPr>
          <p:cNvSpPr txBox="1"/>
          <p:nvPr/>
        </p:nvSpPr>
        <p:spPr>
          <a:xfrm>
            <a:off x="1098835" y="0"/>
            <a:ext cx="5904866" cy="8125301"/>
          </a:xfrm>
          <a:prstGeom prst="rect">
            <a:avLst/>
          </a:prstGeom>
          <a:noFill/>
        </p:spPr>
        <p:txBody>
          <a:bodyPr wrap="square">
            <a:spAutoFit/>
          </a:bodyPr>
          <a:lstStyle/>
          <a:p>
            <a:r>
              <a:rPr lang="en-IN" b="0" dirty="0">
                <a:solidFill>
                  <a:srgbClr val="800000"/>
                </a:solidFill>
                <a:effectLst/>
                <a:latin typeface="Consolas" panose="020B0609020204030204" pitchFamily="49" charset="0"/>
              </a:rPr>
              <a:t>&lt;!DOCTYPE</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html</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&lt;html&gt;&lt;head&gt;&lt;script</a:t>
            </a:r>
            <a:r>
              <a:rPr lang="en-IN" b="0" dirty="0">
                <a:solidFill>
                  <a:srgbClr val="000000"/>
                </a:solidFill>
                <a:effectLst/>
                <a:latin typeface="Consolas" panose="020B0609020204030204" pitchFamily="49" charset="0"/>
              </a:rPr>
              <a:t> </a:t>
            </a:r>
            <a:r>
              <a:rPr lang="en-IN" b="0" dirty="0" err="1">
                <a:solidFill>
                  <a:srgbClr val="FF0000"/>
                </a:solidFill>
                <a:effectLst/>
                <a:latin typeface="Consolas" panose="020B0609020204030204" pitchFamily="49" charset="0"/>
              </a:rPr>
              <a:t>src</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"jquery-1.9.1.js"</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&lt;/script&gt;&lt;script&gt;</a:t>
            </a:r>
            <a:endParaRPr lang="en-IN" b="0" dirty="0">
              <a:solidFill>
                <a:srgbClr val="000000"/>
              </a:solidFill>
              <a:effectLst/>
              <a:latin typeface="Consolas" panose="020B0609020204030204" pitchFamily="49" charset="0"/>
            </a:endParaRPr>
          </a:p>
          <a:p>
            <a:r>
              <a:rPr lang="en-IN" b="0" dirty="0">
                <a:solidFill>
                  <a:srgbClr val="0070C1"/>
                </a:solidFill>
                <a:effectLst/>
                <a:latin typeface="Consolas" panose="020B0609020204030204" pitchFamily="49" charset="0"/>
              </a:rPr>
              <a:t>$</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document</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ready</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0070C1"/>
                </a:solidFill>
                <a:effectLst/>
                <a:latin typeface="Consolas" panose="020B0609020204030204" pitchFamily="49" charset="0"/>
              </a:rPr>
              <a:t>$</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"#btn1"</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click</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0070C1"/>
                </a:solidFill>
                <a:effectLst/>
                <a:latin typeface="Consolas" panose="020B0609020204030204" pitchFamily="49" charset="0"/>
              </a:rPr>
              <a:t>$</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"p"</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prepend</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"&lt;b&gt;Prepended text&lt;/b&gt;. "</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0070C1"/>
                </a:solidFill>
                <a:effectLst/>
                <a:latin typeface="Consolas" panose="020B0609020204030204" pitchFamily="49" charset="0"/>
              </a:rPr>
              <a:t>$</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"#btn2"</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click</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0070C1"/>
                </a:solidFill>
                <a:effectLst/>
                <a:latin typeface="Consolas" panose="020B0609020204030204" pitchFamily="49" charset="0"/>
              </a:rPr>
              <a:t>$</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ol</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append</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"&lt;li&gt;appended item&lt;/li&gt;"</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a:t>
            </a:r>
          </a:p>
          <a:p>
            <a:r>
              <a:rPr lang="en-IN" b="0" dirty="0">
                <a:solidFill>
                  <a:srgbClr val="800000"/>
                </a:solidFill>
                <a:effectLst/>
                <a:latin typeface="Consolas" panose="020B0609020204030204" pitchFamily="49" charset="0"/>
              </a:rPr>
              <a:t>&lt;/script&gt;&lt;/head&gt;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&lt;body&gt;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&lt;p&gt;</a:t>
            </a:r>
            <a:r>
              <a:rPr lang="en-IN" b="0" dirty="0">
                <a:solidFill>
                  <a:srgbClr val="000000"/>
                </a:solidFill>
                <a:effectLst/>
                <a:latin typeface="Consolas" panose="020B0609020204030204" pitchFamily="49" charset="0"/>
              </a:rPr>
              <a:t>This is a paragraph.</a:t>
            </a:r>
            <a:r>
              <a:rPr lang="en-IN" b="0" dirty="0">
                <a:solidFill>
                  <a:srgbClr val="800000"/>
                </a:solidFill>
                <a:effectLst/>
                <a:latin typeface="Consolas" panose="020B0609020204030204" pitchFamily="49" charset="0"/>
              </a:rPr>
              <a:t>&lt;/p&gt;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&lt;p&gt;</a:t>
            </a:r>
            <a:r>
              <a:rPr lang="en-IN" b="0" dirty="0">
                <a:solidFill>
                  <a:srgbClr val="000000"/>
                </a:solidFill>
                <a:effectLst/>
                <a:latin typeface="Consolas" panose="020B0609020204030204" pitchFamily="49" charset="0"/>
              </a:rPr>
              <a:t>This is another paragraph.</a:t>
            </a:r>
            <a:r>
              <a:rPr lang="en-IN" b="0" dirty="0">
                <a:solidFill>
                  <a:srgbClr val="800000"/>
                </a:solidFill>
                <a:effectLst/>
                <a:latin typeface="Consolas" panose="020B0609020204030204" pitchFamily="49" charset="0"/>
              </a:rPr>
              <a:t>&lt;/p&gt;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ol</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&lt;li&gt;</a:t>
            </a:r>
            <a:r>
              <a:rPr lang="en-IN" b="0" dirty="0">
                <a:solidFill>
                  <a:srgbClr val="000000"/>
                </a:solidFill>
                <a:effectLst/>
                <a:latin typeface="Consolas" panose="020B0609020204030204" pitchFamily="49" charset="0"/>
              </a:rPr>
              <a:t>List item 1</a:t>
            </a:r>
            <a:r>
              <a:rPr lang="en-IN" b="0" dirty="0">
                <a:solidFill>
                  <a:srgbClr val="800000"/>
                </a:solidFill>
                <a:effectLst/>
                <a:latin typeface="Consolas" panose="020B0609020204030204" pitchFamily="49" charset="0"/>
              </a:rPr>
              <a:t>&lt;/li&gt;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&lt;li&gt;</a:t>
            </a:r>
            <a:r>
              <a:rPr lang="en-IN" b="0" dirty="0">
                <a:solidFill>
                  <a:srgbClr val="000000"/>
                </a:solidFill>
                <a:effectLst/>
                <a:latin typeface="Consolas" panose="020B0609020204030204" pitchFamily="49" charset="0"/>
              </a:rPr>
              <a:t>List item 2</a:t>
            </a:r>
            <a:r>
              <a:rPr lang="en-IN" b="0" dirty="0">
                <a:solidFill>
                  <a:srgbClr val="800000"/>
                </a:solidFill>
                <a:effectLst/>
                <a:latin typeface="Consolas" panose="020B0609020204030204" pitchFamily="49" charset="0"/>
              </a:rPr>
              <a:t>&lt;/li&gt;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&lt;li&gt;</a:t>
            </a:r>
            <a:r>
              <a:rPr lang="en-IN" b="0" dirty="0">
                <a:solidFill>
                  <a:srgbClr val="000000"/>
                </a:solidFill>
                <a:effectLst/>
                <a:latin typeface="Consolas" panose="020B0609020204030204" pitchFamily="49" charset="0"/>
              </a:rPr>
              <a:t>List item 3</a:t>
            </a:r>
            <a:r>
              <a:rPr lang="en-IN" b="0" dirty="0">
                <a:solidFill>
                  <a:srgbClr val="800000"/>
                </a:solidFill>
                <a:effectLst/>
                <a:latin typeface="Consolas" panose="020B0609020204030204" pitchFamily="49" charset="0"/>
              </a:rPr>
              <a:t>&lt;/li&gt;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ol</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&lt;button</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id</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"btn1"</a:t>
            </a:r>
            <a:r>
              <a:rPr lang="en-IN" b="0" dirty="0">
                <a:solidFill>
                  <a:srgbClr val="800000"/>
                </a:solidFill>
                <a:effectLst/>
                <a:latin typeface="Consolas" panose="020B0609020204030204" pitchFamily="49" charset="0"/>
              </a:rPr>
              <a:t>&gt;</a:t>
            </a:r>
            <a:r>
              <a:rPr lang="en-IN" b="0" dirty="0">
                <a:solidFill>
                  <a:srgbClr val="000000"/>
                </a:solidFill>
                <a:effectLst/>
                <a:latin typeface="Consolas" panose="020B0609020204030204" pitchFamily="49" charset="0"/>
              </a:rPr>
              <a:t>Prepend text</a:t>
            </a:r>
            <a:r>
              <a:rPr lang="en-IN" b="0" dirty="0">
                <a:solidFill>
                  <a:srgbClr val="800000"/>
                </a:solidFill>
                <a:effectLst/>
                <a:latin typeface="Consolas" panose="020B0609020204030204" pitchFamily="49" charset="0"/>
              </a:rPr>
              <a:t>&lt;/button&gt;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&lt;button</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id</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"btn2"</a:t>
            </a:r>
            <a:r>
              <a:rPr lang="en-IN" b="0" dirty="0">
                <a:solidFill>
                  <a:srgbClr val="800000"/>
                </a:solidFill>
                <a:effectLst/>
                <a:latin typeface="Consolas" panose="020B0609020204030204" pitchFamily="49" charset="0"/>
              </a:rPr>
              <a:t>&gt;</a:t>
            </a:r>
            <a:r>
              <a:rPr lang="en-IN" b="0" dirty="0" err="1">
                <a:solidFill>
                  <a:srgbClr val="000000"/>
                </a:solidFill>
                <a:effectLst/>
                <a:latin typeface="Consolas" panose="020B0609020204030204" pitchFamily="49" charset="0"/>
              </a:rPr>
              <a:t>Apppend</a:t>
            </a:r>
            <a:r>
              <a:rPr lang="en-IN" b="0" dirty="0">
                <a:solidFill>
                  <a:srgbClr val="000000"/>
                </a:solidFill>
                <a:effectLst/>
                <a:latin typeface="Consolas" panose="020B0609020204030204" pitchFamily="49" charset="0"/>
              </a:rPr>
              <a:t> list item</a:t>
            </a:r>
            <a:r>
              <a:rPr lang="en-IN" b="0" dirty="0">
                <a:solidFill>
                  <a:srgbClr val="800000"/>
                </a:solidFill>
                <a:effectLst/>
                <a:latin typeface="Consolas" panose="020B0609020204030204" pitchFamily="49" charset="0"/>
              </a:rPr>
              <a:t>&lt;/button&gt;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&lt;/body&gt;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&lt;/html&gt;</a:t>
            </a:r>
            <a:endParaRPr lang="en-IN" b="0" dirty="0">
              <a:solidFill>
                <a:srgbClr val="000000"/>
              </a:solidFill>
              <a:effectLst/>
              <a:latin typeface="Consolas" panose="020B0609020204030204" pitchFamily="49" charset="0"/>
            </a:endParaRPr>
          </a:p>
          <a:p>
            <a:br>
              <a:rPr lang="en-IN" b="0" dirty="0">
                <a:solidFill>
                  <a:srgbClr val="000000"/>
                </a:solidFill>
                <a:effectLst/>
                <a:latin typeface="Consolas" panose="020B0609020204030204" pitchFamily="49" charset="0"/>
              </a:rPr>
            </a:br>
            <a:br>
              <a:rPr lang="en-IN" b="0" dirty="0">
                <a:solidFill>
                  <a:srgbClr val="000000"/>
                </a:solidFill>
                <a:effectLst/>
                <a:latin typeface="Consolas" panose="020B0609020204030204" pitchFamily="49" charset="0"/>
              </a:rPr>
            </a:br>
            <a:endParaRPr lang="en-IN" b="0" dirty="0">
              <a:solidFill>
                <a:srgbClr val="000000"/>
              </a:solidFill>
              <a:effectLst/>
              <a:latin typeface="Consolas" panose="020B0609020204030204" pitchFamily="49" charset="0"/>
            </a:endParaRPr>
          </a:p>
        </p:txBody>
      </p:sp>
      <p:pic>
        <p:nvPicPr>
          <p:cNvPr id="11" name="Picture 10">
            <a:extLst>
              <a:ext uri="{FF2B5EF4-FFF2-40B4-BE49-F238E27FC236}">
                <a16:creationId xmlns:a16="http://schemas.microsoft.com/office/drawing/2014/main" id="{259BF08D-3F65-44FB-9FC0-5CFE04264397}"/>
              </a:ext>
            </a:extLst>
          </p:cNvPr>
          <p:cNvPicPr>
            <a:picLocks noChangeAspect="1"/>
          </p:cNvPicPr>
          <p:nvPr/>
        </p:nvPicPr>
        <p:blipFill rotWithShape="1">
          <a:blip r:embed="rId2"/>
          <a:srcRect l="47555" t="17121" r="22775" b="45787"/>
          <a:stretch/>
        </p:blipFill>
        <p:spPr>
          <a:xfrm>
            <a:off x="8008536" y="3001044"/>
            <a:ext cx="3617407" cy="2543738"/>
          </a:xfrm>
          <a:prstGeom prst="rect">
            <a:avLst/>
          </a:prstGeom>
        </p:spPr>
      </p:pic>
      <p:sp>
        <p:nvSpPr>
          <p:cNvPr id="3" name="TextBox 2">
            <a:extLst>
              <a:ext uri="{FF2B5EF4-FFF2-40B4-BE49-F238E27FC236}">
                <a16:creationId xmlns:a16="http://schemas.microsoft.com/office/drawing/2014/main" id="{FFF12BE1-A63A-4F89-9D55-84450E2063BA}"/>
              </a:ext>
            </a:extLst>
          </p:cNvPr>
          <p:cNvSpPr txBox="1"/>
          <p:nvPr/>
        </p:nvSpPr>
        <p:spPr>
          <a:xfrm>
            <a:off x="7003701" y="667946"/>
            <a:ext cx="4460712" cy="2031325"/>
          </a:xfrm>
          <a:prstGeom prst="rect">
            <a:avLst/>
          </a:prstGeom>
          <a:noFill/>
        </p:spPr>
        <p:txBody>
          <a:bodyPr wrap="square" rtlCol="0">
            <a:spAutoFit/>
          </a:bodyPr>
          <a:lstStyle/>
          <a:p>
            <a:r>
              <a:rPr lang="en-US" b="1" i="0" dirty="0">
                <a:solidFill>
                  <a:srgbClr val="212121"/>
                </a:solidFill>
                <a:effectLst/>
                <a:latin typeface="open sans"/>
              </a:rPr>
              <a:t>.append():</a:t>
            </a:r>
            <a:r>
              <a:rPr lang="en-US" b="0" i="0" dirty="0">
                <a:solidFill>
                  <a:srgbClr val="212121"/>
                </a:solidFill>
                <a:effectLst/>
                <a:latin typeface="open sans"/>
              </a:rPr>
              <a:t> This function Insert the data or content inside an element at last index. Means it puts the content inside an element (making the content its </a:t>
            </a:r>
            <a:r>
              <a:rPr lang="en-US" b="0" i="0" dirty="0">
                <a:solidFill>
                  <a:srgbClr val="212121"/>
                </a:solidFill>
                <a:effectLst/>
                <a:highlight>
                  <a:srgbClr val="FFFF00"/>
                </a:highlight>
                <a:latin typeface="open sans"/>
              </a:rPr>
              <a:t>child</a:t>
            </a:r>
            <a:r>
              <a:rPr lang="en-US" b="0" i="0" dirty="0">
                <a:solidFill>
                  <a:srgbClr val="212121"/>
                </a:solidFill>
                <a:effectLst/>
                <a:latin typeface="open sans"/>
              </a:rPr>
              <a:t>) specified by the parameter at the end of element in the set of matched elements.</a:t>
            </a:r>
            <a:endParaRPr lang="en-IN" dirty="0"/>
          </a:p>
        </p:txBody>
      </p:sp>
      <p:sp>
        <p:nvSpPr>
          <p:cNvPr id="4" name="Rectangle 1">
            <a:extLst>
              <a:ext uri="{FF2B5EF4-FFF2-40B4-BE49-F238E27FC236}">
                <a16:creationId xmlns:a16="http://schemas.microsoft.com/office/drawing/2014/main" id="{BAF01443-D632-4F15-B5ED-9A9EF799BF7D}"/>
              </a:ext>
            </a:extLst>
          </p:cNvPr>
          <p:cNvSpPr>
            <a:spLocks noChangeArrowheads="1"/>
          </p:cNvSpPr>
          <p:nvPr/>
        </p:nvSpPr>
        <p:spPr bwMode="auto">
          <a:xfrm>
            <a:off x="7610167" y="5939661"/>
            <a:ext cx="401577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242729"/>
                </a:solidFill>
                <a:effectLst/>
                <a:latin typeface="Consolas" panose="020B0609020204030204" pitchFamily="49" charset="0"/>
              </a:rPr>
              <a:t>.append()</a:t>
            </a:r>
            <a:r>
              <a:rPr kumimoji="0" lang="en-US" altLang="en-US" sz="1100" b="0" i="0" u="none" strike="noStrike" cap="none" normalizeH="0" baseline="0">
                <a:ln>
                  <a:noFill/>
                </a:ln>
                <a:solidFill>
                  <a:srgbClr val="242729"/>
                </a:solidFill>
                <a:effectLst/>
                <a:latin typeface="Arial" panose="020B0604020202020204" pitchFamily="34" charset="0"/>
                <a:cs typeface="Arial" panose="020B0604020202020204" pitchFamily="34" charset="0"/>
              </a:rPr>
              <a:t> puts data inside an element at </a:t>
            </a:r>
            <a:r>
              <a:rPr kumimoji="0" lang="en-US" altLang="en-US" sz="900" b="0" i="0" u="none" strike="noStrike" cap="none" normalizeH="0" baseline="0">
                <a:ln>
                  <a:noFill/>
                </a:ln>
                <a:solidFill>
                  <a:srgbClr val="242729"/>
                </a:solidFill>
                <a:effectLst/>
                <a:latin typeface="Consolas" panose="020B0609020204030204" pitchFamily="49" charset="0"/>
              </a:rPr>
              <a:t>last index</a:t>
            </a:r>
            <a:r>
              <a:rPr kumimoji="0" lang="en-US" altLang="en-US" sz="1100" b="0" i="0" u="none" strike="noStrike" cap="none" normalizeH="0" baseline="0">
                <a:ln>
                  <a:noFill/>
                </a:ln>
                <a:solidFill>
                  <a:srgbClr val="242729"/>
                </a:solidFill>
                <a:effectLst/>
                <a:latin typeface="Arial" panose="020B0604020202020204" pitchFamily="34" charset="0"/>
                <a:cs typeface="Arial" panose="020B0604020202020204" pitchFamily="34" charset="0"/>
              </a:rPr>
              <a:t> and</a:t>
            </a:r>
            <a:br>
              <a:rPr kumimoji="0" lang="en-US" altLang="en-US" sz="800" b="0" i="0" u="none" strike="noStrike" cap="none" normalizeH="0" baseline="0">
                <a:ln>
                  <a:noFill/>
                </a:ln>
                <a:solidFill>
                  <a:schemeClr val="tx1"/>
                </a:solidFill>
                <a:effectLst/>
              </a:rPr>
            </a:br>
            <a:r>
              <a:rPr kumimoji="0" lang="en-US" altLang="en-US" sz="900" b="0" i="0" u="none" strike="noStrike" cap="none" normalizeH="0" baseline="0">
                <a:ln>
                  <a:noFill/>
                </a:ln>
                <a:solidFill>
                  <a:srgbClr val="242729"/>
                </a:solidFill>
                <a:effectLst/>
                <a:latin typeface="Consolas" panose="020B0609020204030204" pitchFamily="49" charset="0"/>
              </a:rPr>
              <a:t>.prepend()</a:t>
            </a:r>
            <a:r>
              <a:rPr kumimoji="0" lang="en-US" altLang="en-US" sz="1100" b="0" i="0" u="none" strike="noStrike" cap="none" normalizeH="0" baseline="0">
                <a:ln>
                  <a:noFill/>
                </a:ln>
                <a:solidFill>
                  <a:srgbClr val="242729"/>
                </a:solidFill>
                <a:effectLst/>
                <a:latin typeface="Arial" panose="020B0604020202020204" pitchFamily="34" charset="0"/>
                <a:cs typeface="Arial" panose="020B0604020202020204" pitchFamily="34" charset="0"/>
              </a:rPr>
              <a:t> puts the prepending elem at </a:t>
            </a:r>
            <a:r>
              <a:rPr kumimoji="0" lang="en-US" altLang="en-US" sz="900" b="0" i="0" u="none" strike="noStrike" cap="none" normalizeH="0" baseline="0">
                <a:ln>
                  <a:noFill/>
                </a:ln>
                <a:solidFill>
                  <a:srgbClr val="242729"/>
                </a:solidFill>
                <a:effectLst/>
                <a:latin typeface="Consolas" panose="020B0609020204030204" pitchFamily="49" charset="0"/>
              </a:rPr>
              <a:t>first index</a:t>
            </a:r>
            <a:r>
              <a:rPr kumimoji="0" lang="en-US" altLang="en-US" sz="8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361724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C688C-2341-4173-B42C-18D455972B03}"/>
              </a:ext>
            </a:extLst>
          </p:cNvPr>
          <p:cNvSpPr>
            <a:spLocks noGrp="1"/>
          </p:cNvSpPr>
          <p:nvPr>
            <p:ph type="title"/>
          </p:nvPr>
        </p:nvSpPr>
        <p:spPr>
          <a:xfrm>
            <a:off x="1186016" y="0"/>
            <a:ext cx="9819968" cy="922901"/>
          </a:xfrm>
        </p:spPr>
        <p:txBody>
          <a:bodyPr/>
          <a:lstStyle/>
          <a:p>
            <a:r>
              <a:rPr lang="en-IN" dirty="0"/>
              <a:t>Before after</a:t>
            </a:r>
          </a:p>
        </p:txBody>
      </p:sp>
      <p:pic>
        <p:nvPicPr>
          <p:cNvPr id="5" name="Picture 4">
            <a:extLst>
              <a:ext uri="{FF2B5EF4-FFF2-40B4-BE49-F238E27FC236}">
                <a16:creationId xmlns:a16="http://schemas.microsoft.com/office/drawing/2014/main" id="{92E96685-78E0-45F4-B595-182F84F5171B}"/>
              </a:ext>
            </a:extLst>
          </p:cNvPr>
          <p:cNvPicPr>
            <a:picLocks noChangeAspect="1"/>
          </p:cNvPicPr>
          <p:nvPr/>
        </p:nvPicPr>
        <p:blipFill rotWithShape="1">
          <a:blip r:embed="rId2"/>
          <a:srcRect l="47984" t="12187" r="17178" b="35914"/>
          <a:stretch/>
        </p:blipFill>
        <p:spPr>
          <a:xfrm>
            <a:off x="7374195" y="3195483"/>
            <a:ext cx="4247535" cy="3559277"/>
          </a:xfrm>
          <a:prstGeom prst="rect">
            <a:avLst/>
          </a:prstGeom>
        </p:spPr>
      </p:pic>
      <p:sp>
        <p:nvSpPr>
          <p:cNvPr id="7" name="TextBox 6">
            <a:extLst>
              <a:ext uri="{FF2B5EF4-FFF2-40B4-BE49-F238E27FC236}">
                <a16:creationId xmlns:a16="http://schemas.microsoft.com/office/drawing/2014/main" id="{8DDA3C13-FCA8-48E8-BD27-C20CDA476DA7}"/>
              </a:ext>
            </a:extLst>
          </p:cNvPr>
          <p:cNvSpPr txBox="1"/>
          <p:nvPr/>
        </p:nvSpPr>
        <p:spPr>
          <a:xfrm>
            <a:off x="137651" y="932733"/>
            <a:ext cx="6135328" cy="6186309"/>
          </a:xfrm>
          <a:prstGeom prst="rect">
            <a:avLst/>
          </a:prstGeom>
          <a:noFill/>
        </p:spPr>
        <p:txBody>
          <a:bodyPr wrap="square">
            <a:spAutoFit/>
          </a:bodyPr>
          <a:lstStyle/>
          <a:p>
            <a:r>
              <a:rPr lang="en-IN" b="0" dirty="0">
                <a:solidFill>
                  <a:srgbClr val="800000"/>
                </a:solidFill>
                <a:effectLst/>
                <a:latin typeface="Consolas" panose="020B0609020204030204" pitchFamily="49" charset="0"/>
              </a:rPr>
              <a:t>&lt;!DOCTYPE</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html</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&lt;html&gt;&lt;head&gt;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&lt;script</a:t>
            </a:r>
            <a:r>
              <a:rPr lang="en-IN" b="0" dirty="0">
                <a:solidFill>
                  <a:srgbClr val="000000"/>
                </a:solidFill>
                <a:effectLst/>
                <a:latin typeface="Consolas" panose="020B0609020204030204" pitchFamily="49" charset="0"/>
              </a:rPr>
              <a:t> </a:t>
            </a:r>
            <a:r>
              <a:rPr lang="en-IN" b="0" dirty="0" err="1">
                <a:solidFill>
                  <a:srgbClr val="FF0000"/>
                </a:solidFill>
                <a:effectLst/>
                <a:latin typeface="Consolas" panose="020B0609020204030204" pitchFamily="49" charset="0"/>
              </a:rPr>
              <a:t>src</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"jquery-1.9.1.js"</a:t>
            </a:r>
            <a:r>
              <a:rPr lang="en-IN" b="0" dirty="0">
                <a:solidFill>
                  <a:srgbClr val="800000"/>
                </a:solidFill>
                <a:effectLst/>
                <a:latin typeface="Consolas" panose="020B0609020204030204" pitchFamily="49" charset="0"/>
              </a:rPr>
              <a:t>&gt;&lt;/script&gt;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&lt;script&gt;</a:t>
            </a:r>
            <a:endParaRPr lang="en-IN" b="0" dirty="0">
              <a:solidFill>
                <a:srgbClr val="000000"/>
              </a:solidFill>
              <a:effectLst/>
              <a:latin typeface="Consolas" panose="020B0609020204030204" pitchFamily="49" charset="0"/>
            </a:endParaRPr>
          </a:p>
          <a:p>
            <a:r>
              <a:rPr lang="en-IN" b="0" dirty="0">
                <a:solidFill>
                  <a:srgbClr val="0070C1"/>
                </a:solidFill>
                <a:effectLst/>
                <a:latin typeface="Consolas" panose="020B0609020204030204" pitchFamily="49" charset="0"/>
              </a:rPr>
              <a:t>$</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document</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ready</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0070C1"/>
                </a:solidFill>
                <a:effectLst/>
                <a:latin typeface="Consolas" panose="020B0609020204030204" pitchFamily="49" charset="0"/>
              </a:rPr>
              <a:t>$</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"#btn1"</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click</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0070C1"/>
                </a:solidFill>
                <a:effectLst/>
                <a:latin typeface="Consolas" panose="020B0609020204030204" pitchFamily="49" charset="0"/>
              </a:rPr>
              <a:t>$</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before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"&lt;b&gt;Before&lt;/b&gt;"</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0070C1"/>
                </a:solidFill>
                <a:effectLst/>
                <a:latin typeface="Consolas" panose="020B0609020204030204" pitchFamily="49" charset="0"/>
              </a:rPr>
              <a:t>$</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"#btn2"</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click</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0070C1"/>
                </a:solidFill>
                <a:effectLst/>
                <a:latin typeface="Consolas" panose="020B0609020204030204" pitchFamily="49" charset="0"/>
              </a:rPr>
              <a:t>$</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after</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"&lt;</a:t>
            </a:r>
            <a:r>
              <a:rPr lang="en-IN" b="0" dirty="0" err="1">
                <a:solidFill>
                  <a:srgbClr val="A31515"/>
                </a:solidFill>
                <a:effectLst/>
                <a:latin typeface="Consolas" panose="020B0609020204030204" pitchFamily="49" charset="0"/>
              </a:rPr>
              <a:t>i</a:t>
            </a:r>
            <a:r>
              <a:rPr lang="en-IN" b="0" dirty="0">
                <a:solidFill>
                  <a:srgbClr val="A31515"/>
                </a:solidFill>
                <a:effectLst/>
                <a:latin typeface="Consolas" panose="020B0609020204030204" pitchFamily="49" charset="0"/>
              </a:rPr>
              <a:t>&gt;After&lt;/</a:t>
            </a:r>
            <a:r>
              <a:rPr lang="en-IN" b="0" dirty="0" err="1">
                <a:solidFill>
                  <a:srgbClr val="A31515"/>
                </a:solidFill>
                <a:effectLst/>
                <a:latin typeface="Consolas" panose="020B0609020204030204" pitchFamily="49" charset="0"/>
              </a:rPr>
              <a:t>i</a:t>
            </a:r>
            <a:r>
              <a:rPr lang="en-IN" b="0" dirty="0">
                <a:solidFill>
                  <a:srgbClr val="A31515"/>
                </a:solidFill>
                <a:effectLst/>
                <a:latin typeface="Consolas" panose="020B0609020204030204" pitchFamily="49" charset="0"/>
              </a:rPr>
              <a:t>&gt;"</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a:t>
            </a:r>
          </a:p>
          <a:p>
            <a:r>
              <a:rPr lang="en-IN" b="0" dirty="0">
                <a:solidFill>
                  <a:srgbClr val="800000"/>
                </a:solidFill>
                <a:effectLst/>
                <a:latin typeface="Consolas" panose="020B0609020204030204" pitchFamily="49" charset="0"/>
              </a:rPr>
              <a:t>&lt;/script&gt;&lt;/head&gt;&lt;body&gt;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&lt;a</a:t>
            </a:r>
            <a:r>
              <a:rPr lang="en-IN" b="0" dirty="0">
                <a:solidFill>
                  <a:srgbClr val="000000"/>
                </a:solidFill>
                <a:effectLst/>
                <a:latin typeface="Consolas" panose="020B0609020204030204" pitchFamily="49" charset="0"/>
              </a:rPr>
              <a:t> </a:t>
            </a:r>
            <a:r>
              <a:rPr lang="en-IN" b="0" dirty="0" err="1">
                <a:solidFill>
                  <a:srgbClr val="FF0000"/>
                </a:solidFill>
                <a:effectLst/>
                <a:latin typeface="Consolas" panose="020B0609020204030204" pitchFamily="49" charset="0"/>
              </a:rPr>
              <a:t>href</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"vidyanidhi.com"</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alt</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"jQuery"</a:t>
            </a:r>
            <a:r>
              <a:rPr lang="en-IN" b="0" dirty="0">
                <a:solidFill>
                  <a:srgbClr val="800000"/>
                </a:solidFill>
                <a:effectLst/>
                <a:latin typeface="Consolas" panose="020B0609020204030204" pitchFamily="49" charset="0"/>
              </a:rPr>
              <a:t>&gt;</a:t>
            </a:r>
            <a:r>
              <a:rPr lang="en-IN" b="0" dirty="0">
                <a:solidFill>
                  <a:srgbClr val="000000"/>
                </a:solidFill>
                <a:effectLst/>
                <a:latin typeface="Consolas" panose="020B0609020204030204" pitchFamily="49" charset="0"/>
              </a:rPr>
              <a:t>link</a:t>
            </a:r>
            <a:r>
              <a:rPr lang="en-IN" b="0" dirty="0">
                <a:solidFill>
                  <a:srgbClr val="800000"/>
                </a:solidFill>
                <a:effectLst/>
                <a:latin typeface="Consolas" panose="020B0609020204030204" pitchFamily="49" charset="0"/>
              </a:rPr>
              <a:t>&lt;/a&gt;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br</a:t>
            </a:r>
            <a:r>
              <a:rPr lang="en-IN" b="0" dirty="0">
                <a:solidFill>
                  <a:srgbClr val="800000"/>
                </a:solidFill>
                <a:effectLst/>
                <a:latin typeface="Consolas" panose="020B0609020204030204" pitchFamily="49" charset="0"/>
              </a:rPr>
              <a:t>&gt;&lt;</a:t>
            </a:r>
            <a:r>
              <a:rPr lang="en-IN" b="0" dirty="0" err="1">
                <a:solidFill>
                  <a:srgbClr val="800000"/>
                </a:solidFill>
                <a:effectLst/>
                <a:latin typeface="Consolas" panose="020B0609020204030204" pitchFamily="49" charset="0"/>
              </a:rPr>
              <a:t>br</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&lt;button</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id</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"btn1"</a:t>
            </a:r>
            <a:r>
              <a:rPr lang="en-IN" b="0" dirty="0">
                <a:solidFill>
                  <a:srgbClr val="800000"/>
                </a:solidFill>
                <a:effectLst/>
                <a:latin typeface="Consolas" panose="020B0609020204030204" pitchFamily="49" charset="0"/>
              </a:rPr>
              <a:t>&gt;</a:t>
            </a:r>
            <a:r>
              <a:rPr lang="en-IN" b="0" dirty="0">
                <a:solidFill>
                  <a:srgbClr val="000000"/>
                </a:solidFill>
                <a:effectLst/>
                <a:latin typeface="Consolas" panose="020B0609020204030204" pitchFamily="49" charset="0"/>
              </a:rPr>
              <a:t>Insert before</a:t>
            </a:r>
            <a:r>
              <a:rPr lang="en-IN" b="0" dirty="0">
                <a:solidFill>
                  <a:srgbClr val="800000"/>
                </a:solidFill>
                <a:effectLst/>
                <a:latin typeface="Consolas" panose="020B0609020204030204" pitchFamily="49" charset="0"/>
              </a:rPr>
              <a:t>&lt;/button&gt;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&lt;button</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id</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"btn2"</a:t>
            </a:r>
            <a:r>
              <a:rPr lang="en-IN" b="0" dirty="0">
                <a:solidFill>
                  <a:srgbClr val="800000"/>
                </a:solidFill>
                <a:effectLst/>
                <a:latin typeface="Consolas" panose="020B0609020204030204" pitchFamily="49" charset="0"/>
              </a:rPr>
              <a:t>&gt;</a:t>
            </a:r>
            <a:r>
              <a:rPr lang="en-IN" b="0" dirty="0">
                <a:solidFill>
                  <a:srgbClr val="000000"/>
                </a:solidFill>
                <a:effectLst/>
                <a:latin typeface="Consolas" panose="020B0609020204030204" pitchFamily="49" charset="0"/>
              </a:rPr>
              <a:t>Insert after</a:t>
            </a:r>
            <a:r>
              <a:rPr lang="en-IN" b="0" dirty="0">
                <a:solidFill>
                  <a:srgbClr val="800000"/>
                </a:solidFill>
                <a:effectLst/>
                <a:latin typeface="Consolas" panose="020B0609020204030204" pitchFamily="49" charset="0"/>
              </a:rPr>
              <a:t>&lt;/button&gt;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&lt;/body&gt;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&lt;/html&gt;</a:t>
            </a:r>
            <a:endParaRPr lang="en-IN" b="0" dirty="0">
              <a:solidFill>
                <a:srgbClr val="000000"/>
              </a:solidFill>
              <a:effectLst/>
              <a:latin typeface="Consolas" panose="020B0609020204030204" pitchFamily="49" charset="0"/>
            </a:endParaRPr>
          </a:p>
          <a:p>
            <a:br>
              <a:rPr lang="en-IN" b="0" dirty="0">
                <a:solidFill>
                  <a:srgbClr val="000000"/>
                </a:solidFill>
                <a:effectLst/>
                <a:latin typeface="Consolas" panose="020B0609020204030204" pitchFamily="49" charset="0"/>
              </a:rPr>
            </a:br>
            <a:br>
              <a:rPr lang="en-IN" b="0" dirty="0">
                <a:solidFill>
                  <a:srgbClr val="000000"/>
                </a:solidFill>
                <a:effectLst/>
                <a:latin typeface="Consolas" panose="020B0609020204030204" pitchFamily="49" charset="0"/>
              </a:rPr>
            </a:br>
            <a:endParaRPr lang="en-IN" b="0" dirty="0">
              <a:solidFill>
                <a:srgbClr val="000000"/>
              </a:solidFill>
              <a:effectLst/>
              <a:latin typeface="Consolas" panose="020B0609020204030204" pitchFamily="49" charset="0"/>
            </a:endParaRPr>
          </a:p>
        </p:txBody>
      </p:sp>
      <p:sp>
        <p:nvSpPr>
          <p:cNvPr id="6" name="TextBox 5">
            <a:extLst>
              <a:ext uri="{FF2B5EF4-FFF2-40B4-BE49-F238E27FC236}">
                <a16:creationId xmlns:a16="http://schemas.microsoft.com/office/drawing/2014/main" id="{4939E547-9141-4F56-AB89-728833B5C2CE}"/>
              </a:ext>
            </a:extLst>
          </p:cNvPr>
          <p:cNvSpPr txBox="1"/>
          <p:nvPr/>
        </p:nvSpPr>
        <p:spPr>
          <a:xfrm>
            <a:off x="5840362" y="322736"/>
            <a:ext cx="6135328" cy="1200329"/>
          </a:xfrm>
          <a:prstGeom prst="rect">
            <a:avLst/>
          </a:prstGeom>
          <a:noFill/>
        </p:spPr>
        <p:txBody>
          <a:bodyPr wrap="square">
            <a:spAutoFit/>
          </a:bodyPr>
          <a:lstStyle/>
          <a:p>
            <a:r>
              <a:rPr lang="en-US" b="1" i="0" dirty="0">
                <a:solidFill>
                  <a:srgbClr val="212121"/>
                </a:solidFill>
                <a:effectLst/>
                <a:latin typeface="open sans"/>
              </a:rPr>
              <a:t>.after(): </a:t>
            </a:r>
            <a:r>
              <a:rPr lang="en-US" b="0" i="0" dirty="0">
                <a:solidFill>
                  <a:srgbClr val="212121"/>
                </a:solidFill>
                <a:effectLst/>
                <a:latin typeface="open sans"/>
              </a:rPr>
              <a:t>This function puts the element after the specified element. Or you can say that it insert data outside an element (making the content its sibling) in the set of matched elements.</a:t>
            </a:r>
            <a:endParaRPr lang="en-IN" dirty="0"/>
          </a:p>
        </p:txBody>
      </p:sp>
      <p:sp>
        <p:nvSpPr>
          <p:cNvPr id="3" name="Rectangle 1">
            <a:extLst>
              <a:ext uri="{FF2B5EF4-FFF2-40B4-BE49-F238E27FC236}">
                <a16:creationId xmlns:a16="http://schemas.microsoft.com/office/drawing/2014/main" id="{09E8508D-0340-436B-98B8-8A1C9381EA66}"/>
              </a:ext>
            </a:extLst>
          </p:cNvPr>
          <p:cNvSpPr>
            <a:spLocks noChangeArrowheads="1"/>
          </p:cNvSpPr>
          <p:nvPr/>
        </p:nvSpPr>
        <p:spPr bwMode="auto">
          <a:xfrm>
            <a:off x="6213987" y="1985652"/>
            <a:ext cx="5009536"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0" i="0" u="none" strike="noStrike" cap="none" normalizeH="0" baseline="0" dirty="0">
                <a:ln>
                  <a:noFill/>
                </a:ln>
                <a:solidFill>
                  <a:srgbClr val="242729"/>
                </a:solidFill>
                <a:effectLst/>
                <a:latin typeface="Consolas" panose="020B0609020204030204" pitchFamily="49" charset="0"/>
              </a:rPr>
              <a:t>after()</a:t>
            </a:r>
            <a:r>
              <a:rPr kumimoji="0" lang="en-US" altLang="en-US" sz="1400" b="0" i="0" u="none" strike="noStrike" cap="none" normalizeH="0" baseline="0" dirty="0">
                <a:ln>
                  <a:noFill/>
                </a:ln>
                <a:solidFill>
                  <a:srgbClr val="242729"/>
                </a:solidFill>
                <a:effectLst/>
                <a:latin typeface="Arial" panose="020B0604020202020204" pitchFamily="34" charset="0"/>
                <a:cs typeface="Arial" panose="020B0604020202020204" pitchFamily="34" charset="0"/>
              </a:rPr>
              <a:t> &amp; </a:t>
            </a:r>
            <a:r>
              <a:rPr kumimoji="0" lang="en-US" altLang="en-US" sz="1050" b="0" i="0" u="none" strike="noStrike" cap="none" normalizeH="0" baseline="0" dirty="0">
                <a:ln>
                  <a:noFill/>
                </a:ln>
                <a:solidFill>
                  <a:srgbClr val="242729"/>
                </a:solidFill>
                <a:effectLst/>
                <a:latin typeface="Consolas" panose="020B0609020204030204" pitchFamily="49" charset="0"/>
              </a:rPr>
              <a:t>before()</a:t>
            </a:r>
            <a:r>
              <a:rPr kumimoji="0" lang="en-US" altLang="en-US" sz="1400" b="0" i="0" u="none" strike="noStrike" cap="none" normalizeH="0" baseline="0" dirty="0">
                <a:ln>
                  <a:noFill/>
                </a:ln>
                <a:solidFill>
                  <a:srgbClr val="242729"/>
                </a:solidFill>
                <a:effectLst/>
                <a:latin typeface="Arial" panose="020B0604020202020204" pitchFamily="34" charset="0"/>
                <a:cs typeface="Arial" panose="020B0604020202020204" pitchFamily="34" charset="0"/>
              </a:rPr>
              <a:t> insert content outside an element (making the content its </a:t>
            </a:r>
            <a:r>
              <a:rPr kumimoji="0" lang="en-US" altLang="en-US" sz="1400" b="0" i="0" u="none" strike="noStrike" cap="none" normalizeH="0" baseline="0" dirty="0">
                <a:ln>
                  <a:noFill/>
                </a:ln>
                <a:solidFill>
                  <a:srgbClr val="242729"/>
                </a:solidFill>
                <a:effectLst/>
                <a:highlight>
                  <a:srgbClr val="FFFF00"/>
                </a:highlight>
                <a:latin typeface="Arial" panose="020B0604020202020204" pitchFamily="34" charset="0"/>
                <a:cs typeface="Arial" panose="020B0604020202020204" pitchFamily="34" charset="0"/>
              </a:rPr>
              <a:t>sibling</a:t>
            </a:r>
            <a:r>
              <a:rPr kumimoji="0" lang="en-US" altLang="en-US" sz="1400" b="0" i="0" u="none" strike="noStrike" cap="none" normalizeH="0" baseline="0" dirty="0">
                <a:ln>
                  <a:noFill/>
                </a:ln>
                <a:solidFill>
                  <a:srgbClr val="242729"/>
                </a:solidFill>
                <a:effectLst/>
                <a:latin typeface="Arial" panose="020B0604020202020204" pitchFamily="34" charset="0"/>
                <a:cs typeface="Arial" panose="020B0604020202020204" pitchFamily="34" charset="0"/>
              </a:rPr>
              <a:t>).</a:t>
            </a:r>
            <a:r>
              <a:rPr kumimoji="0" lang="en-US" altLang="en-US" sz="1000" b="0" i="0" u="none" strike="noStrike" cap="none" normalizeH="0" baseline="0" dirty="0">
                <a:ln>
                  <a:noFill/>
                </a:ln>
                <a:solidFill>
                  <a:schemeClr val="tx1"/>
                </a:solidFill>
                <a:effectLst/>
              </a:rPr>
              <a:t> </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388780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0419B-7048-4AF9-9954-75AF7FD10D2A}"/>
              </a:ext>
            </a:extLst>
          </p:cNvPr>
          <p:cNvSpPr>
            <a:spLocks noGrp="1"/>
          </p:cNvSpPr>
          <p:nvPr>
            <p:ph type="title"/>
          </p:nvPr>
        </p:nvSpPr>
        <p:spPr>
          <a:xfrm>
            <a:off x="6282812" y="365126"/>
            <a:ext cx="5070987" cy="873740"/>
          </a:xfrm>
        </p:spPr>
        <p:txBody>
          <a:bodyPr/>
          <a:lstStyle/>
          <a:p>
            <a:r>
              <a:rPr lang="en-IN" dirty="0"/>
              <a:t>Remove Empty</a:t>
            </a:r>
          </a:p>
        </p:txBody>
      </p:sp>
      <p:sp>
        <p:nvSpPr>
          <p:cNvPr id="5" name="TextBox 4">
            <a:extLst>
              <a:ext uri="{FF2B5EF4-FFF2-40B4-BE49-F238E27FC236}">
                <a16:creationId xmlns:a16="http://schemas.microsoft.com/office/drawing/2014/main" id="{9F9BA7DF-CF53-4A7B-B24E-AAFE34567FD2}"/>
              </a:ext>
            </a:extLst>
          </p:cNvPr>
          <p:cNvSpPr txBox="1"/>
          <p:nvPr/>
        </p:nvSpPr>
        <p:spPr>
          <a:xfrm>
            <a:off x="1081549" y="-67493"/>
            <a:ext cx="10933471" cy="7294305"/>
          </a:xfrm>
          <a:prstGeom prst="rect">
            <a:avLst/>
          </a:prstGeom>
          <a:noFill/>
        </p:spPr>
        <p:txBody>
          <a:bodyPr wrap="square">
            <a:spAutoFit/>
          </a:bodyPr>
          <a:lstStyle/>
          <a:p>
            <a:r>
              <a:rPr lang="en-US" b="0" dirty="0">
                <a:solidFill>
                  <a:srgbClr val="800000"/>
                </a:solidFill>
                <a:effectLst/>
                <a:latin typeface="Consolas" panose="020B0609020204030204" pitchFamily="49" charset="0"/>
              </a:rPr>
              <a:t>&lt;!DOCTYPE</a:t>
            </a:r>
            <a:r>
              <a:rPr lang="en-US" b="0" dirty="0">
                <a:solidFill>
                  <a:srgbClr val="000000"/>
                </a:solidFill>
                <a:effectLst/>
                <a:latin typeface="Consolas" panose="020B0609020204030204" pitchFamily="49" charset="0"/>
              </a:rPr>
              <a:t> </a:t>
            </a:r>
            <a:r>
              <a:rPr lang="en-US" b="0" dirty="0">
                <a:solidFill>
                  <a:srgbClr val="FF0000"/>
                </a:solidFill>
                <a:effectLst/>
                <a:latin typeface="Consolas" panose="020B0609020204030204" pitchFamily="49" charset="0"/>
              </a:rPr>
              <a:t>html</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800000"/>
                </a:solidFill>
                <a:effectLst/>
                <a:latin typeface="Consolas" panose="020B0609020204030204" pitchFamily="49" charset="0"/>
              </a:rPr>
              <a:t>&lt;html&gt;</a:t>
            </a:r>
            <a:endParaRPr lang="en-US" b="0" dirty="0">
              <a:solidFill>
                <a:srgbClr val="000000"/>
              </a:solidFill>
              <a:effectLst/>
              <a:latin typeface="Consolas" panose="020B0609020204030204" pitchFamily="49" charset="0"/>
            </a:endParaRPr>
          </a:p>
          <a:p>
            <a:r>
              <a:rPr lang="en-US" b="0" dirty="0">
                <a:solidFill>
                  <a:srgbClr val="800000"/>
                </a:solidFill>
                <a:effectLst/>
                <a:latin typeface="Consolas" panose="020B0609020204030204" pitchFamily="49" charset="0"/>
              </a:rPr>
              <a:t>&lt;head&gt;&lt;script</a:t>
            </a:r>
            <a:r>
              <a:rPr lang="en-US" b="0" dirty="0">
                <a:solidFill>
                  <a:srgbClr val="000000"/>
                </a:solidFill>
                <a:effectLst/>
                <a:latin typeface="Consolas" panose="020B0609020204030204" pitchFamily="49" charset="0"/>
              </a:rPr>
              <a:t> </a:t>
            </a:r>
            <a:r>
              <a:rPr lang="en-US" b="0" dirty="0" err="1">
                <a:solidFill>
                  <a:srgbClr val="FF0000"/>
                </a:solidFill>
                <a:effectLst/>
                <a:latin typeface="Consolas" panose="020B0609020204030204" pitchFamily="49" charset="0"/>
              </a:rPr>
              <a:t>src</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"jquery-1.9.1.js"</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800000"/>
                </a:solidFill>
                <a:effectLst/>
                <a:latin typeface="Consolas" panose="020B0609020204030204" pitchFamily="49" charset="0"/>
              </a:rPr>
              <a:t>&lt;/script&gt;</a:t>
            </a:r>
            <a:endParaRPr lang="en-US" b="0" dirty="0">
              <a:solidFill>
                <a:srgbClr val="000000"/>
              </a:solidFill>
              <a:effectLst/>
              <a:latin typeface="Consolas" panose="020B0609020204030204" pitchFamily="49" charset="0"/>
            </a:endParaRPr>
          </a:p>
          <a:p>
            <a:r>
              <a:rPr lang="en-US" b="0" dirty="0">
                <a:solidFill>
                  <a:srgbClr val="800000"/>
                </a:solidFill>
                <a:effectLst/>
                <a:latin typeface="Consolas" panose="020B0609020204030204" pitchFamily="49" charset="0"/>
              </a:rPr>
              <a:t>&lt;script&gt;</a:t>
            </a:r>
            <a:endParaRPr lang="en-US" b="0" dirty="0">
              <a:solidFill>
                <a:srgbClr val="000000"/>
              </a:solidFill>
              <a:effectLst/>
              <a:latin typeface="Consolas" panose="020B0609020204030204" pitchFamily="49" charset="0"/>
            </a:endParaRPr>
          </a:p>
          <a:p>
            <a:r>
              <a:rPr lang="en-US" b="0" dirty="0">
                <a:solidFill>
                  <a:srgbClr val="0070C1"/>
                </a:solidFill>
                <a:effectLst/>
                <a:latin typeface="Consolas" panose="020B0609020204030204" pitchFamily="49" charset="0"/>
              </a:rPr>
              <a:t>$</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document</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ready</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"button"</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click</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"#div1"</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remove</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a:t>
            </a:r>
          </a:p>
          <a:p>
            <a:r>
              <a:rPr lang="en-US" b="0" dirty="0">
                <a:solidFill>
                  <a:srgbClr val="800000"/>
                </a:solidFill>
                <a:effectLst/>
                <a:latin typeface="Consolas" panose="020B0609020204030204" pitchFamily="49" charset="0"/>
              </a:rPr>
              <a:t>&lt;/script&gt;&lt;/head&gt;&lt;body&gt;</a:t>
            </a:r>
            <a:endParaRPr lang="en-US" b="0" dirty="0">
              <a:solidFill>
                <a:srgbClr val="000000"/>
              </a:solidFill>
              <a:effectLst/>
              <a:latin typeface="Consolas" panose="020B0609020204030204" pitchFamily="49" charset="0"/>
            </a:endParaRPr>
          </a:p>
          <a:p>
            <a:r>
              <a:rPr lang="en-US" b="0" dirty="0">
                <a:solidFill>
                  <a:srgbClr val="800000"/>
                </a:solidFill>
                <a:effectLst/>
                <a:latin typeface="Consolas" panose="020B0609020204030204" pitchFamily="49" charset="0"/>
              </a:rPr>
              <a:t>&lt;div</a:t>
            </a:r>
            <a:r>
              <a:rPr lang="en-US" b="0" dirty="0">
                <a:solidFill>
                  <a:srgbClr val="000000"/>
                </a:solidFill>
                <a:effectLst/>
                <a:latin typeface="Consolas" panose="020B0609020204030204" pitchFamily="49" charset="0"/>
              </a:rPr>
              <a:t> </a:t>
            </a:r>
            <a:r>
              <a:rPr lang="en-US" b="0" dirty="0">
                <a:solidFill>
                  <a:srgbClr val="FF0000"/>
                </a:solidFill>
                <a:effectLst/>
                <a:latin typeface="Consolas" panose="020B0609020204030204" pitchFamily="49" charset="0"/>
              </a:rPr>
              <a:t>id</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"div1"</a:t>
            </a:r>
            <a:r>
              <a:rPr lang="en-US" b="0" dirty="0">
                <a:solidFill>
                  <a:srgbClr val="000000"/>
                </a:solidFill>
                <a:effectLst/>
                <a:latin typeface="Consolas" panose="020B0609020204030204" pitchFamily="49" charset="0"/>
              </a:rPr>
              <a:t> </a:t>
            </a:r>
            <a:r>
              <a:rPr lang="en-US" b="0" dirty="0">
                <a:solidFill>
                  <a:srgbClr val="FF0000"/>
                </a:solidFill>
                <a:effectLst/>
                <a:latin typeface="Consolas" panose="020B0609020204030204" pitchFamily="49" charset="0"/>
              </a:rPr>
              <a:t>style</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"height:100px;width:300px;border:1px solid </a:t>
            </a:r>
            <a:r>
              <a:rPr lang="en-US" b="0" dirty="0" err="1">
                <a:solidFill>
                  <a:srgbClr val="0000FF"/>
                </a:solidFill>
                <a:effectLst/>
                <a:latin typeface="Consolas" panose="020B0609020204030204" pitchFamily="49" charset="0"/>
              </a:rPr>
              <a:t>black;background-color:yellow</a:t>
            </a:r>
            <a:r>
              <a:rPr lang="en-US" b="0" dirty="0">
                <a:solidFill>
                  <a:srgbClr val="0000FF"/>
                </a:solidFill>
                <a:effectLst/>
                <a:latin typeface="Consolas" panose="020B0609020204030204" pitchFamily="49" charset="0"/>
              </a:rPr>
              <a:t>;"</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This is some text in the div.</a:t>
            </a:r>
          </a:p>
          <a:p>
            <a:r>
              <a:rPr lang="en-US" b="0" dirty="0">
                <a:solidFill>
                  <a:srgbClr val="800000"/>
                </a:solidFill>
                <a:effectLst/>
                <a:latin typeface="Consolas" panose="020B0609020204030204" pitchFamily="49" charset="0"/>
              </a:rPr>
              <a:t>&lt;p&gt;</a:t>
            </a:r>
            <a:r>
              <a:rPr lang="en-US" b="0" dirty="0">
                <a:solidFill>
                  <a:srgbClr val="000000"/>
                </a:solidFill>
                <a:effectLst/>
                <a:latin typeface="Consolas" panose="020B0609020204030204" pitchFamily="49" charset="0"/>
              </a:rPr>
              <a:t>This is a paragraph in the div.</a:t>
            </a:r>
            <a:r>
              <a:rPr lang="en-US" b="0" dirty="0">
                <a:solidFill>
                  <a:srgbClr val="800000"/>
                </a:solidFill>
                <a:effectLst/>
                <a:latin typeface="Consolas" panose="020B0609020204030204" pitchFamily="49" charset="0"/>
              </a:rPr>
              <a:t>&lt;/p&gt;</a:t>
            </a:r>
            <a:endParaRPr lang="en-US" b="0" dirty="0">
              <a:solidFill>
                <a:srgbClr val="000000"/>
              </a:solidFill>
              <a:effectLst/>
              <a:latin typeface="Consolas" panose="020B0609020204030204" pitchFamily="49" charset="0"/>
            </a:endParaRPr>
          </a:p>
          <a:p>
            <a:r>
              <a:rPr lang="en-US" b="0" dirty="0">
                <a:solidFill>
                  <a:srgbClr val="800000"/>
                </a:solidFill>
                <a:effectLst/>
                <a:latin typeface="Consolas" panose="020B0609020204030204" pitchFamily="49" charset="0"/>
              </a:rPr>
              <a:t>&lt;p&gt;</a:t>
            </a:r>
            <a:r>
              <a:rPr lang="en-US" b="0" dirty="0">
                <a:solidFill>
                  <a:srgbClr val="000000"/>
                </a:solidFill>
                <a:effectLst/>
                <a:latin typeface="Consolas" panose="020B0609020204030204" pitchFamily="49" charset="0"/>
              </a:rPr>
              <a:t>This is another paragraph in the div.</a:t>
            </a:r>
            <a:r>
              <a:rPr lang="en-US" b="0" dirty="0">
                <a:solidFill>
                  <a:srgbClr val="800000"/>
                </a:solidFill>
                <a:effectLst/>
                <a:latin typeface="Consolas" panose="020B0609020204030204" pitchFamily="49" charset="0"/>
              </a:rPr>
              <a:t>&lt;/p&gt;</a:t>
            </a:r>
            <a:endParaRPr lang="en-US" b="0" dirty="0">
              <a:solidFill>
                <a:srgbClr val="000000"/>
              </a:solidFill>
              <a:effectLst/>
              <a:latin typeface="Consolas" panose="020B0609020204030204" pitchFamily="49" charset="0"/>
            </a:endParaRPr>
          </a:p>
          <a:p>
            <a:r>
              <a:rPr lang="en-US" b="0" dirty="0">
                <a:solidFill>
                  <a:srgbClr val="800000"/>
                </a:solidFill>
                <a:effectLst/>
                <a:latin typeface="Consolas" panose="020B0609020204030204" pitchFamily="49" charset="0"/>
              </a:rPr>
              <a:t>&lt;/div&gt;&lt;</a:t>
            </a:r>
            <a:r>
              <a:rPr lang="en-US" b="0" dirty="0" err="1">
                <a:solidFill>
                  <a:srgbClr val="800000"/>
                </a:solidFill>
                <a:effectLst/>
                <a:latin typeface="Consolas" panose="020B0609020204030204" pitchFamily="49" charset="0"/>
              </a:rPr>
              <a:t>br</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800000"/>
                </a:solidFill>
                <a:effectLst/>
                <a:latin typeface="Consolas" panose="020B0609020204030204" pitchFamily="49" charset="0"/>
              </a:rPr>
              <a:t>&lt;button&gt;</a:t>
            </a:r>
            <a:r>
              <a:rPr lang="en-US" b="0" dirty="0">
                <a:solidFill>
                  <a:srgbClr val="000000"/>
                </a:solidFill>
                <a:effectLst/>
                <a:latin typeface="Consolas" panose="020B0609020204030204" pitchFamily="49" charset="0"/>
              </a:rPr>
              <a:t>Remove div element</a:t>
            </a:r>
            <a:r>
              <a:rPr lang="en-US" b="0" dirty="0">
                <a:solidFill>
                  <a:srgbClr val="800000"/>
                </a:solidFill>
                <a:effectLst/>
                <a:latin typeface="Consolas" panose="020B0609020204030204" pitchFamily="49" charset="0"/>
              </a:rPr>
              <a:t>&lt;/button&gt;&lt;</a:t>
            </a:r>
            <a:r>
              <a:rPr lang="en-US" b="0" dirty="0" err="1">
                <a:solidFill>
                  <a:srgbClr val="800000"/>
                </a:solidFill>
                <a:effectLst/>
                <a:latin typeface="Consolas" panose="020B0609020204030204" pitchFamily="49" charset="0"/>
              </a:rPr>
              <a:t>hr</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To remove elements and content, there are mainly two jQuery methods:</a:t>
            </a:r>
          </a:p>
          <a:p>
            <a:r>
              <a:rPr lang="en-US" b="0" dirty="0">
                <a:solidFill>
                  <a:srgbClr val="000000"/>
                </a:solidFill>
                <a:effectLst/>
                <a:latin typeface="Consolas" panose="020B0609020204030204" pitchFamily="49" charset="0"/>
              </a:rPr>
              <a:t>remove() - Removes the selected element (and its child elements)</a:t>
            </a:r>
          </a:p>
          <a:p>
            <a:r>
              <a:rPr lang="en-US" b="0" dirty="0">
                <a:solidFill>
                  <a:srgbClr val="000000"/>
                </a:solidFill>
                <a:effectLst/>
                <a:latin typeface="Consolas" panose="020B0609020204030204" pitchFamily="49" charset="0"/>
              </a:rPr>
              <a:t>empty() - Removes the child elements from the selected element</a:t>
            </a:r>
          </a:p>
          <a:p>
            <a:r>
              <a:rPr lang="en-US" b="0" dirty="0">
                <a:solidFill>
                  <a:srgbClr val="800000"/>
                </a:solidFill>
                <a:effectLst/>
                <a:latin typeface="Consolas" panose="020B0609020204030204" pitchFamily="49" charset="0"/>
              </a:rPr>
              <a:t>&lt;/body&gt;</a:t>
            </a:r>
            <a:endParaRPr lang="en-US" b="0" dirty="0">
              <a:solidFill>
                <a:srgbClr val="000000"/>
              </a:solidFill>
              <a:effectLst/>
              <a:latin typeface="Consolas" panose="020B0609020204030204" pitchFamily="49" charset="0"/>
            </a:endParaRPr>
          </a:p>
          <a:p>
            <a:r>
              <a:rPr lang="en-US" b="0" dirty="0">
                <a:solidFill>
                  <a:srgbClr val="800000"/>
                </a:solidFill>
                <a:effectLst/>
                <a:latin typeface="Consolas" panose="020B0609020204030204" pitchFamily="49" charset="0"/>
              </a:rPr>
              <a:t>&lt;/html&gt;</a:t>
            </a:r>
            <a:endParaRPr lang="en-US" b="0" dirty="0">
              <a:solidFill>
                <a:srgbClr val="000000"/>
              </a:solidFill>
              <a:effectLst/>
              <a:latin typeface="Consolas" panose="020B0609020204030204" pitchFamily="49" charset="0"/>
            </a:endParaRPr>
          </a:p>
          <a:p>
            <a:br>
              <a:rPr lang="en-US" b="0" dirty="0">
                <a:solidFill>
                  <a:srgbClr val="000000"/>
                </a:solidFill>
                <a:effectLst/>
                <a:latin typeface="Consolas" panose="020B0609020204030204" pitchFamily="49" charset="0"/>
              </a:rPr>
            </a:br>
            <a:endParaRPr lang="en-US" b="0" dirty="0">
              <a:solidFill>
                <a:srgbClr val="000000"/>
              </a:solidFill>
              <a:effectLst/>
              <a:latin typeface="Consolas" panose="020B0609020204030204" pitchFamily="49" charset="0"/>
            </a:endParaRPr>
          </a:p>
        </p:txBody>
      </p:sp>
      <p:sp>
        <p:nvSpPr>
          <p:cNvPr id="6" name="TextBox 5">
            <a:extLst>
              <a:ext uri="{FF2B5EF4-FFF2-40B4-BE49-F238E27FC236}">
                <a16:creationId xmlns:a16="http://schemas.microsoft.com/office/drawing/2014/main" id="{DD06F7C4-CB30-4A65-B07C-F14FA0F0ED00}"/>
              </a:ext>
            </a:extLst>
          </p:cNvPr>
          <p:cNvSpPr txBox="1"/>
          <p:nvPr/>
        </p:nvSpPr>
        <p:spPr>
          <a:xfrm>
            <a:off x="6671186" y="1012724"/>
            <a:ext cx="4055807" cy="2031325"/>
          </a:xfrm>
          <a:prstGeom prst="rect">
            <a:avLst/>
          </a:prstGeom>
          <a:noFill/>
        </p:spPr>
        <p:txBody>
          <a:bodyPr wrap="square" rtlCol="0">
            <a:spAutoFit/>
          </a:bodyPr>
          <a:lstStyle/>
          <a:p>
            <a:r>
              <a:rPr lang="en-IN" dirty="0"/>
              <a:t>Try: empty in this example and observe</a:t>
            </a:r>
          </a:p>
          <a:p>
            <a:r>
              <a:rPr lang="en-IN" dirty="0"/>
              <a:t>In remove parent and child get removed from DOM .</a:t>
            </a:r>
          </a:p>
          <a:p>
            <a:endParaRPr lang="en-IN" dirty="0"/>
          </a:p>
          <a:p>
            <a:r>
              <a:rPr lang="en-IN" dirty="0"/>
              <a:t>Where as empty== div tag will stay but will remove its child and it will occupy space</a:t>
            </a:r>
          </a:p>
        </p:txBody>
      </p:sp>
      <p:sp>
        <p:nvSpPr>
          <p:cNvPr id="3" name="Rectangle 2">
            <a:extLst>
              <a:ext uri="{FF2B5EF4-FFF2-40B4-BE49-F238E27FC236}">
                <a16:creationId xmlns:a16="http://schemas.microsoft.com/office/drawing/2014/main" id="{47F5E966-13FF-4E78-BFA6-83C9CC001BDD}"/>
              </a:ext>
            </a:extLst>
          </p:cNvPr>
          <p:cNvSpPr/>
          <p:nvPr/>
        </p:nvSpPr>
        <p:spPr>
          <a:xfrm>
            <a:off x="10137058" y="4906297"/>
            <a:ext cx="1514168" cy="12585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BA78A3EE-9759-410F-B676-FBB5802B6733}"/>
              </a:ext>
            </a:extLst>
          </p:cNvPr>
          <p:cNvSpPr/>
          <p:nvPr/>
        </p:nvSpPr>
        <p:spPr>
          <a:xfrm>
            <a:off x="10540181" y="5220929"/>
            <a:ext cx="993058" cy="70792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CC05FFD5-6BA8-4066-BABB-C389D19F0C35}"/>
              </a:ext>
            </a:extLst>
          </p:cNvPr>
          <p:cNvSpPr txBox="1"/>
          <p:nvPr/>
        </p:nvSpPr>
        <p:spPr>
          <a:xfrm>
            <a:off x="10019070" y="4536965"/>
            <a:ext cx="1841092" cy="369332"/>
          </a:xfrm>
          <a:prstGeom prst="rect">
            <a:avLst/>
          </a:prstGeom>
          <a:noFill/>
        </p:spPr>
        <p:txBody>
          <a:bodyPr wrap="square" rtlCol="0">
            <a:spAutoFit/>
          </a:bodyPr>
          <a:lstStyle/>
          <a:p>
            <a:r>
              <a:rPr lang="en-US" b="0" dirty="0">
                <a:solidFill>
                  <a:srgbClr val="795E26"/>
                </a:solidFill>
                <a:effectLst/>
                <a:latin typeface="Consolas" panose="020B0609020204030204" pitchFamily="49" charset="0"/>
              </a:rPr>
              <a:t>remove</a:t>
            </a:r>
            <a:r>
              <a:rPr lang="en-US" b="0" dirty="0">
                <a:solidFill>
                  <a:srgbClr val="000000"/>
                </a:solidFill>
                <a:effectLst/>
                <a:latin typeface="Consolas" panose="020B0609020204030204" pitchFamily="49" charset="0"/>
              </a:rPr>
              <a:t>();</a:t>
            </a:r>
            <a:endParaRPr lang="en-IN" dirty="0"/>
          </a:p>
        </p:txBody>
      </p:sp>
      <p:cxnSp>
        <p:nvCxnSpPr>
          <p:cNvPr id="10" name="Straight Connector 9">
            <a:extLst>
              <a:ext uri="{FF2B5EF4-FFF2-40B4-BE49-F238E27FC236}">
                <a16:creationId xmlns:a16="http://schemas.microsoft.com/office/drawing/2014/main" id="{84AA6FDB-A5CC-447F-973F-B4FC0AB105D7}"/>
              </a:ext>
            </a:extLst>
          </p:cNvPr>
          <p:cNvCxnSpPr>
            <a:cxnSpLocks/>
          </p:cNvCxnSpPr>
          <p:nvPr/>
        </p:nvCxnSpPr>
        <p:spPr>
          <a:xfrm flipH="1">
            <a:off x="9516396" y="4721631"/>
            <a:ext cx="2754262" cy="1443195"/>
          </a:xfrm>
          <a:prstGeom prst="line">
            <a:avLst/>
          </a:prstGeom>
        </p:spPr>
        <p:style>
          <a:lnRef idx="3">
            <a:schemeClr val="accent2"/>
          </a:lnRef>
          <a:fillRef idx="0">
            <a:schemeClr val="accent2"/>
          </a:fillRef>
          <a:effectRef idx="2">
            <a:schemeClr val="accent2"/>
          </a:effectRef>
          <a:fontRef idx="minor">
            <a:schemeClr val="tx1"/>
          </a:fontRef>
        </p:style>
      </p:cxnSp>
      <p:sp>
        <p:nvSpPr>
          <p:cNvPr id="16" name="Rectangle 15">
            <a:extLst>
              <a:ext uri="{FF2B5EF4-FFF2-40B4-BE49-F238E27FC236}">
                <a16:creationId xmlns:a16="http://schemas.microsoft.com/office/drawing/2014/main" id="{26F77C27-8F7A-4E40-BF6A-98AEE5C28F9D}"/>
              </a:ext>
            </a:extLst>
          </p:cNvPr>
          <p:cNvSpPr/>
          <p:nvPr/>
        </p:nvSpPr>
        <p:spPr>
          <a:xfrm>
            <a:off x="7654413" y="3620418"/>
            <a:ext cx="1514168" cy="12585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a:extLst>
              <a:ext uri="{FF2B5EF4-FFF2-40B4-BE49-F238E27FC236}">
                <a16:creationId xmlns:a16="http://schemas.microsoft.com/office/drawing/2014/main" id="{51B8AF30-8D9D-4A70-B091-AFD40E7F54BD}"/>
              </a:ext>
            </a:extLst>
          </p:cNvPr>
          <p:cNvSpPr/>
          <p:nvPr/>
        </p:nvSpPr>
        <p:spPr>
          <a:xfrm>
            <a:off x="8057536" y="3935050"/>
            <a:ext cx="993058" cy="70792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58CD1468-534F-45D9-824F-574DAA54130D}"/>
              </a:ext>
            </a:extLst>
          </p:cNvPr>
          <p:cNvSpPr txBox="1"/>
          <p:nvPr/>
        </p:nvSpPr>
        <p:spPr>
          <a:xfrm>
            <a:off x="7596648" y="3279841"/>
            <a:ext cx="1841092" cy="369332"/>
          </a:xfrm>
          <a:prstGeom prst="rect">
            <a:avLst/>
          </a:prstGeom>
          <a:noFill/>
        </p:spPr>
        <p:txBody>
          <a:bodyPr wrap="square" rtlCol="0">
            <a:spAutoFit/>
          </a:bodyPr>
          <a:lstStyle/>
          <a:p>
            <a:r>
              <a:rPr lang="en-US" b="0" dirty="0">
                <a:solidFill>
                  <a:srgbClr val="795E26"/>
                </a:solidFill>
                <a:effectLst/>
                <a:latin typeface="Consolas" panose="020B0609020204030204" pitchFamily="49" charset="0"/>
              </a:rPr>
              <a:t>empty</a:t>
            </a:r>
            <a:r>
              <a:rPr lang="en-US" b="0" dirty="0">
                <a:solidFill>
                  <a:srgbClr val="000000"/>
                </a:solidFill>
                <a:effectLst/>
                <a:latin typeface="Consolas" panose="020B0609020204030204" pitchFamily="49" charset="0"/>
              </a:rPr>
              <a:t>();</a:t>
            </a:r>
            <a:endParaRPr lang="en-IN" dirty="0"/>
          </a:p>
        </p:txBody>
      </p:sp>
      <p:cxnSp>
        <p:nvCxnSpPr>
          <p:cNvPr id="19" name="Straight Connector 18">
            <a:extLst>
              <a:ext uri="{FF2B5EF4-FFF2-40B4-BE49-F238E27FC236}">
                <a16:creationId xmlns:a16="http://schemas.microsoft.com/office/drawing/2014/main" id="{10E7E83F-E10D-4390-9809-F7731666BF51}"/>
              </a:ext>
            </a:extLst>
          </p:cNvPr>
          <p:cNvCxnSpPr>
            <a:cxnSpLocks/>
          </p:cNvCxnSpPr>
          <p:nvPr/>
        </p:nvCxnSpPr>
        <p:spPr>
          <a:xfrm flipH="1">
            <a:off x="8057536" y="3935050"/>
            <a:ext cx="993059" cy="601915"/>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2378749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538</TotalTime>
  <Words>1065</Words>
  <Application>Microsoft Office PowerPoint</Application>
  <PresentationFormat>Widescreen</PresentationFormat>
  <Paragraphs>154</Paragraphs>
  <Slides>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Arial</vt:lpstr>
      <vt:lpstr>Calibri</vt:lpstr>
      <vt:lpstr>Calibri Light</vt:lpstr>
      <vt:lpstr>Cambria</vt:lpstr>
      <vt:lpstr>Consolas</vt:lpstr>
      <vt:lpstr>open sans</vt:lpstr>
      <vt:lpstr>Office Theme</vt:lpstr>
      <vt:lpstr>PowerPoint Presentation</vt:lpstr>
      <vt:lpstr>context</vt:lpstr>
      <vt:lpstr>Create tag dynamically</vt:lpstr>
      <vt:lpstr>Creating Text node at run time</vt:lpstr>
      <vt:lpstr>prepend and append</vt:lpstr>
      <vt:lpstr>Before after</vt:lpstr>
      <vt:lpstr>Remove Empty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ketki_vita</cp:lastModifiedBy>
  <cp:revision>83</cp:revision>
  <dcterms:created xsi:type="dcterms:W3CDTF">2020-12-08T04:28:35Z</dcterms:created>
  <dcterms:modified xsi:type="dcterms:W3CDTF">2022-08-15T05:04:08Z</dcterms:modified>
</cp:coreProperties>
</file>