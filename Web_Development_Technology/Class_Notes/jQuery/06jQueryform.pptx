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67345-2826-41D5-A086-E491BC8DE5FE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27529-61A6-4D56-8001-AAA2A6445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849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B89443-FFEE-4C82-A966-BF1CE2F80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8C93334-666B-4F20-ACB6-61846BF65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E4E580-2FB4-457A-A152-EF6B9D38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B260D9B-B68C-4620-87CE-F0A18709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7C136A0-EDC3-4BA9-B4B6-EC9BF9D0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47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AC580A-668F-4970-939B-82FD7231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3C0C4B-F586-4500-8F73-5AB60C98B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BEE74F4-FCA3-423C-8169-8DE1C052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FD7A50-489D-4A36-9E70-A7CE26DD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5D1DF1E-DB70-435B-B5B9-04642DBF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82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16F664-4139-40D8-BD0C-35879E69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9EF26F1-4D00-4DB5-9F33-8C620144C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5AFA7E-9C13-42BB-B8F5-23167082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B5A40E-26F3-49D5-8231-9CFBE0FA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CA8821-1DD5-46AF-B859-E9DB767F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5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B51D5B-DD80-4F4B-BB8B-3C6E40D3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6A43B7-8865-447C-9193-E158DC9C4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59041A5-4AA5-4584-9AFF-0D61E3065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A986933-95C5-4E0D-AA2B-A304FD2F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67BD086-7216-419B-A6C2-5F7B7826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7603E10-F0A2-45A1-9365-3ABF7463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2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B1F1CA-47E7-4B65-AB75-C3261008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427C2BE-930A-4711-B915-DA01FBCF3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4323A3D-8034-492F-A3FC-218108F55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BF7BFD0-D5C1-41E3-B446-203258A7C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48C35BF-C149-4790-95D1-210A40703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88650A6-80C6-405E-891A-5C08D56A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48AE45E-EF40-40B8-A8C4-93AF497E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7C4334E-6748-41DF-A0A1-B0D6C07A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07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25B3E6-97E4-49A2-9744-8A16A9B3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BDE765C-AE3B-4BB2-8980-1663BA2C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E4A86FB-C3AD-479D-B553-81ADCFC7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38B2B66-F1AE-441B-8A26-046F8127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99A9C74-D28D-4EB5-BD2E-6497EB28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7D64809-42FD-4A11-B819-AD17C8D6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002BC93-2C20-4A10-8386-5E6BBC6B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50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627F65-DBCB-4801-B4F7-01DAA9F1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92DDB3-BF37-4811-AA22-0157F0F56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22E616A-B6D5-4B0C-BE05-75FC81B41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2D50D6E-AB39-4131-931B-11AEE155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0E0CE22-92D3-4DAA-8BCE-0A03B688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CFE6409-721A-4A59-8C8C-991DFF5D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52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0215F6-2CCA-471A-8A4C-B14E37B46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5881F1C-8AB8-4B4B-AB87-147354B35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3F143F0-C23B-4B04-BC3E-09FD7FA9B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AA86794-29D4-48F5-AAB7-FEDE3869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06CB9B-4D4C-4ACA-A95C-383DD8CF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11648DB-2CE3-4422-BA6A-7F581DD4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91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C7F9C4-EC3D-4D88-916D-9C28F12E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DF3ECD7-301A-4007-9555-FAB7F47F1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9D8B08-380A-4D4C-8558-710BAA44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A45EE6-7C0B-46D1-ACD2-1400C51A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87C531-6255-483B-85A2-FC2B5D91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8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372BEA0-82D9-44CE-8195-5A5B7E10A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F70A67E-302F-423F-92E9-8B2E7DD36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6B3939-E0C6-4AEC-B1A6-99FA8EBD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329C804-538E-4BBD-975D-7A768D3E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803EAE-674C-4E86-883E-3AF5874E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60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9314469-9391-4513-9B67-5B4CAA8F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807ACC0-3600-409D-B5CE-5EE024B62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AE5ABD-DCDA-47A0-A577-5162BFA57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3DDF5-237E-4516-A055-57F6167FD6A0}" type="datetimeFigureOut">
              <a:rPr lang="en-IN" smtClean="0"/>
              <a:t>13-06-2024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A5718B-B236-4E69-93D5-5A2D01725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99D5EC-A01E-4BD2-91FF-5D1045935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6030DFE-449A-4058-8FEB-0F17D90CCD4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B921E84-7975-4E42-8D87-BD3396E8F9A7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60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>
                <a:hlinkClick r:id="rId2"/>
              </a:rPr>
              <a:t>http://www.vidyanidhi.com/</a:t>
            </a:r>
            <a:endParaRPr lang="en-IN"/>
          </a:p>
          <a:p>
            <a:pPr marL="0" indent="0" algn="ctr">
              <a:buNone/>
            </a:pPr>
            <a:r>
              <a:rPr lang="en-IN"/>
              <a:t>ketkiacharya.net@gmail.com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54B0D9-8467-435D-B620-24ADD0C8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073" y="0"/>
            <a:ext cx="10597945" cy="786581"/>
          </a:xfrm>
        </p:spPr>
        <p:txBody>
          <a:bodyPr>
            <a:normAutofit/>
          </a:bodyPr>
          <a:lstStyle/>
          <a:p>
            <a:r>
              <a:rPr lang="en-IN" dirty="0"/>
              <a:t>Form component: Read a value from text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ED4EFB-6676-4C3E-8084-FE5076AD6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2" y="675251"/>
            <a:ext cx="5801031" cy="56960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"jquery-1.9.1.js"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  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//var n1=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($("#t1").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());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=+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"#t1"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//var n2=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($("#t2").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());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=+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"#t2"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"#t3"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  });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9AA120F-BBF1-4CF7-90DE-4DEC240F6E89}"/>
              </a:ext>
            </a:extLst>
          </p:cNvPr>
          <p:cNvSpPr txBox="1"/>
          <p:nvPr/>
        </p:nvSpPr>
        <p:spPr>
          <a:xfrm>
            <a:off x="5555226" y="1002124"/>
            <a:ext cx="6135328" cy="4162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&lt;pre&gt;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&lt;form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"a.html"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"t1"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no2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"t2"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no3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"t3"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disabled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"button"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btn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"get data"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&lt;/form&gt;&lt;/pre&gt;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 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"DD"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&lt;/body&gt;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45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F01E06-C271-43CF-A45D-64E5FF7F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09" y="102265"/>
            <a:ext cx="9701981" cy="578772"/>
          </a:xfrm>
        </p:spPr>
        <p:txBody>
          <a:bodyPr>
            <a:normAutofit fontScale="90000"/>
          </a:bodyPr>
          <a:lstStyle/>
          <a:p>
            <a:r>
              <a:rPr lang="en-IN" dirty="0"/>
              <a:t>Read Value of check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4C438A-7C03-461E-A537-335F62FCB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47" y="604402"/>
            <a:ext cx="5002160" cy="61513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"jquery-1.9.1.js"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 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"input[name='ch1']"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"checked"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"input[name='ch2']"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"checked"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'input[name=ch1]:checked'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'input[name=ch1]:checked'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02CDE29-5FC0-4028-B272-09D807AB09E1}"/>
              </a:ext>
            </a:extLst>
          </p:cNvPr>
          <p:cNvSpPr txBox="1"/>
          <p:nvPr/>
        </p:nvSpPr>
        <p:spPr>
          <a:xfrm>
            <a:off x="5299588" y="604402"/>
            <a:ext cx="6135328" cy="679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 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s2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'input[name="ch2"]'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parseInt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s2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//$("#DD").append(sum);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"#DD"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}); 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});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&lt;/script&gt;&lt;/head&gt;&lt;body&gt;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&lt;pre&gt;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&lt;form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frm"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"a.html"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 prog.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"checkbox"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"ch1"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"200"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PHP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"checkbox"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"ch2"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"450"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450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"button"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btn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"get data"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&lt;/form&gt;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&lt;/pre&gt;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    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"DD"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&lt;/body&gt;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&lt;/html&gt;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603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7ABBEA-90FA-42F9-8BAB-6D19D17F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528" y="119320"/>
            <a:ext cx="9397181" cy="657430"/>
          </a:xfrm>
        </p:spPr>
        <p:txBody>
          <a:bodyPr>
            <a:normAutofit fontScale="90000"/>
          </a:bodyPr>
          <a:lstStyle/>
          <a:p>
            <a:r>
              <a:rPr lang="en-IN" dirty="0"/>
              <a:t>Radio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9C29A7-1FC6-435C-91C6-EDE7EDCA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6" y="728893"/>
            <a:ext cx="7285702" cy="54002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"jquery-1.9.1.js"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 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"#t1"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"#t2"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'input[name="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"]:checked'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()==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"#t3"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'input[name="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"]:checked'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()==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    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"#t3"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   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"#DD"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 data"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  });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467165D-62A3-4825-AE2F-918C95B0AB51}"/>
              </a:ext>
            </a:extLst>
          </p:cNvPr>
          <p:cNvSpPr txBox="1"/>
          <p:nvPr/>
        </p:nvSpPr>
        <p:spPr>
          <a:xfrm>
            <a:off x="6567949" y="625488"/>
            <a:ext cx="6135328" cy="5654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&lt;/script&gt;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&lt;/head&gt;&lt;body&gt;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&lt;pre&gt;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&lt;form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"a.html"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"t1"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no2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"t2"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no3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"t3"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disabled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"radio"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"+"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"radio"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"-"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"button"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btn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"get data"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&lt;/form&gt;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&lt;/pre&gt;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        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"DD"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&lt;/body&gt;&lt;/html&gt;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84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1164EB-78E1-4450-9234-2DD41AAB6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1" y="82601"/>
            <a:ext cx="9770806" cy="598436"/>
          </a:xfrm>
        </p:spPr>
        <p:txBody>
          <a:bodyPr>
            <a:normAutofit fontScale="90000"/>
          </a:bodyPr>
          <a:lstStyle/>
          <a:p>
            <a:r>
              <a:rPr lang="en-IN" dirty="0"/>
              <a:t>Drop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5BCEC3-F691-489E-B773-6240DCCD4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64" y="681037"/>
            <a:ext cx="5424949" cy="4992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"jquery-1.9.1.js"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"select"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"select 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option:selected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"select 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option:selected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"#t3"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  });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&lt;/head&gt;&lt;body&gt;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&lt;pre&gt;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527FB70-1E74-4C4B-86E3-ED04EAC2BFF0}"/>
              </a:ext>
            </a:extLst>
          </p:cNvPr>
          <p:cNvSpPr txBox="1"/>
          <p:nvPr/>
        </p:nvSpPr>
        <p:spPr>
          <a:xfrm>
            <a:off x="5614221" y="757069"/>
            <a:ext cx="6135328" cy="4151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&lt;form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"a.html"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&lt;select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&lt;option&gt;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none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&lt;/option&gt;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&lt;option&gt;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&lt;/option&gt;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&lt;option&gt;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&lt;/option&gt;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&lt;option&gt;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&lt;/option&gt;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&lt;/select&gt;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no3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"t3"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disabled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&lt;/form&gt;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&lt;/pre&gt;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        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"DD"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&lt;/body&gt;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&lt;/html&gt;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42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5325" y="771525"/>
            <a:ext cx="1084897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Q1. basic form validation empty field not allowed</a:t>
            </a:r>
          </a:p>
          <a:p>
            <a:pPr marL="342900" indent="-342900">
              <a:buAutoNum type="arabicPeriod"/>
            </a:pPr>
            <a:r>
              <a:rPr lang="en-US" dirty="0" err="1" smtClean="0"/>
              <a:t>UserId</a:t>
            </a:r>
            <a:r>
              <a:rPr lang="en-US" dirty="0" smtClean="0"/>
              <a:t>_______________   </a:t>
            </a:r>
            <a:r>
              <a:rPr lang="en-US" dirty="0" smtClean="0">
                <a:sym typeface="Wingdings" panose="05000000000000000000" pitchFamily="2" charset="2"/>
              </a:rPr>
              <a:t> min 8 and max 16</a:t>
            </a:r>
          </a:p>
          <a:p>
            <a:pPr marL="342900" indent="-342900">
              <a:buAutoNum type="arabicPeriod"/>
            </a:pPr>
            <a:r>
              <a:rPr lang="en-US" dirty="0" smtClean="0">
                <a:sym typeface="Wingdings" panose="05000000000000000000" pitchFamily="2" charset="2"/>
              </a:rPr>
              <a:t>Password _____________ min 8 max 16 must have one uppercase, lowercase, symbol and digit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Submit    Reset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781050" y="2390775"/>
            <a:ext cx="1072515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Q2. 	Email:______________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ConfirmEmail</a:t>
            </a:r>
            <a:r>
              <a:rPr lang="en-US" dirty="0" smtClean="0"/>
              <a:t>___________ </a:t>
            </a:r>
          </a:p>
          <a:p>
            <a:endParaRPr lang="en-US" dirty="0"/>
          </a:p>
          <a:p>
            <a:r>
              <a:rPr lang="en-US" dirty="0" smtClean="0"/>
              <a:t>    Submit   Reset          email and </a:t>
            </a:r>
            <a:r>
              <a:rPr lang="en-US" dirty="0" err="1" smtClean="0"/>
              <a:t>ConfirmEmail</a:t>
            </a:r>
            <a:r>
              <a:rPr lang="en-US" dirty="0" smtClean="0"/>
              <a:t> should be same else error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781050" y="4010025"/>
            <a:ext cx="103251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Q3. Create   2  Text Area and  check box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On click of check box copy address from 1</a:t>
            </a:r>
            <a:r>
              <a:rPr lang="en-US" baseline="30000" dirty="0" smtClean="0"/>
              <a:t>st</a:t>
            </a:r>
            <a:r>
              <a:rPr lang="en-US" dirty="0" smtClean="0"/>
              <a:t> test area to 2</a:t>
            </a:r>
            <a:r>
              <a:rPr lang="en-US" baseline="30000" dirty="0" smtClean="0"/>
              <a:t>nd</a:t>
            </a:r>
            <a:r>
              <a:rPr lang="en-US" dirty="0" smtClean="0"/>
              <a:t> text area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47725" y="5429250"/>
            <a:ext cx="97917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Q4. When you type user name it should appear in uppercase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57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139</Words>
  <Application>Microsoft Office PowerPoint</Application>
  <PresentationFormat>Widescreen</PresentationFormat>
  <Paragraphs>146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Consolas</vt:lpstr>
      <vt:lpstr>Wingdings</vt:lpstr>
      <vt:lpstr>Office Theme</vt:lpstr>
      <vt:lpstr>PowerPoint Presentation</vt:lpstr>
      <vt:lpstr>Form component: Read a value from text box</vt:lpstr>
      <vt:lpstr>Read Value of check box</vt:lpstr>
      <vt:lpstr>Radio button</vt:lpstr>
      <vt:lpstr>Drop down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User</cp:lastModifiedBy>
  <cp:revision>89</cp:revision>
  <dcterms:created xsi:type="dcterms:W3CDTF">2020-12-08T04:28:35Z</dcterms:created>
  <dcterms:modified xsi:type="dcterms:W3CDTF">2024-06-13T10:11:59Z</dcterms:modified>
</cp:coreProperties>
</file>