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39AB-899D-53A2-B637-A3F00883E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A615C-46BD-21E9-316C-E6198A542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B28C7-8EFC-5EAC-6E2F-DEFB8BDB5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B9E2-70CE-4226-81AF-B1D51CF66175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5040C-8AF8-79AB-29DC-93A99011E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6AAB7-F55B-4090-72FC-0034373A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9AE0-3707-4E6F-A406-3809CF12D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278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13BE-61AF-6E81-6D90-6C02CE8C4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85E62-33A6-E6AA-B923-CA75EAF3B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BEF3F-FACC-C67F-FCC6-DE18DA238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B9E2-70CE-4226-81AF-B1D51CF66175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5507-424E-A6DB-268D-F4017B889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C33FD-3400-88A0-7A32-E027B011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9AE0-3707-4E6F-A406-3809CF12D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12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1AD2-34E5-5353-AEDB-78CE49E9B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DDC62-529B-36CA-963A-C5C1A743A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27B9D-E284-C7BE-542A-F5C7E5C27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B9E2-70CE-4226-81AF-B1D51CF66175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1433-F0E5-42D7-B46B-3B15526F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B391A-FA6C-2A64-6C46-0497A6D6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9AE0-3707-4E6F-A406-3809CF12D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72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BA32C-57E5-41E0-0BD0-87118EDC6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0A61B-2C0B-9D8C-F0FC-2612677DC9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2B906-0DB2-A773-A4D1-8C86C92B5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CDDCE-44E0-BCD1-5C63-265E994B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B9E2-70CE-4226-81AF-B1D51CF66175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CC99B-3A47-EF0C-78C3-98B0540C6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AE793-7685-35B5-8FC8-77B5E1569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9AE0-3707-4E6F-A406-3809CF12D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49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1A9B0-3B96-9B25-5655-DD9825938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8E52C-90A0-4100-0343-EB3A8EB0E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4CFBC-8B62-D57B-DBF0-D539BA7AF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E2742-BB25-6BCE-BBD3-5FADC857F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BF063-C40D-FD33-7D9E-6CAB960B7B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7E4C0-06AF-4383-6F18-A52711646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B9E2-70CE-4226-81AF-B1D51CF66175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8A3B57-AD24-ED91-0408-001D16A1B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E102E3-34BA-C955-F0CD-080E3B76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9AE0-3707-4E6F-A406-3809CF12D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969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3536-3809-D338-24F2-89360120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CFD6F-46A9-C5F9-0387-35BCEE207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B9E2-70CE-4226-81AF-B1D51CF66175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092122-8B70-8B99-D8C4-F73420842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52E45-0A26-8064-36D6-89CE1FB13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9AE0-3707-4E6F-A406-3809CF12D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604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2B63B-1313-B91C-791F-2164F6F6C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B9E2-70CE-4226-81AF-B1D51CF66175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587E29-D51A-B842-8B3D-22B0AB81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18C9D-D838-BBDE-1D6E-6664D1DC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9AE0-3707-4E6F-A406-3809CF12D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458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66BC6-2EAD-E1F9-77CC-EF6E4ADC1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51FD4-C4F7-88D5-CAF7-2224CA352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2F1DB-C8B1-03CD-3D43-73620DBE3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E1B01-0535-9024-59D1-D9A682417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B9E2-70CE-4226-81AF-B1D51CF66175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6E0AF-BEC2-7862-F117-566408F02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0756C-46BD-BB91-CBFF-93E472F7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9AE0-3707-4E6F-A406-3809CF12D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5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1F35-A588-2DB4-0C5D-30EA230FD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2D20E7-5604-5A2C-4A55-BF4AC56CD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9FE87-59A7-0976-5827-9DF48C6E7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CA805-247C-9B7F-F24D-92F01A2B0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B9E2-70CE-4226-81AF-B1D51CF66175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D465E-C9A3-63B5-143A-B7DBD96E2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58620-F465-BDD6-9BCF-EB8596C9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9AE0-3707-4E6F-A406-3809CF12D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99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FB354-BCE1-9767-CC2F-E0BD81025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1E373-6F4C-6A7A-CCAE-B9EEF2707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309F3-CCF8-1C64-1A57-1073D1FAD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B9E2-70CE-4226-81AF-B1D51CF66175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B0047-BC90-26CF-7917-DDE1932E0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783C9-B03A-0845-6ECB-532474209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9AE0-3707-4E6F-A406-3809CF12D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5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02E8AE-6E13-98C4-1E70-A09D81194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E20D9-CEFE-111C-4649-4D880BAA0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8AEE8-D38C-8F76-0354-8776ABF4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7B9E2-70CE-4226-81AF-B1D51CF66175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5634-D49D-46C9-D0F9-5CF3A326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D1DD6-EA03-0DC3-5B34-CA327FF94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9AE0-3707-4E6F-A406-3809CF12D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983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55798B-CEA6-65D0-6332-BD6F3668B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51A6E-8AF9-9F5B-7E1D-C11446AC6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C5637-36E7-04B9-ABB4-65577F1C7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7B9E2-70CE-4226-81AF-B1D51CF66175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B15CC-5E67-93A8-FFF8-98985E206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BCE21-2D44-6734-A266-55CB13B13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F9AE0-3707-4E6F-A406-3809CF12D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71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F1A015-F2E3-9444-1940-AE675E9A96C5}"/>
              </a:ext>
            </a:extLst>
          </p:cNvPr>
          <p:cNvSpPr txBox="1"/>
          <p:nvPr/>
        </p:nvSpPr>
        <p:spPr>
          <a:xfrm>
            <a:off x="296331" y="12680"/>
            <a:ext cx="105748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useGetRemoteData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useGetRemoteData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UserDetails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Userdetails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dtoUsers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isLoading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useGetRemoteData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Users List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Loading state: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isLoading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'Loading.........'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'Success'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dtoUsers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UserDetails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B289A2-0382-33D0-2215-2B4270AF8ABB}"/>
              </a:ext>
            </a:extLst>
          </p:cNvPr>
          <p:cNvSpPr txBox="1"/>
          <p:nvPr/>
        </p:nvSpPr>
        <p:spPr>
          <a:xfrm>
            <a:off x="4038599" y="3522565"/>
            <a:ext cx="806026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UserDetails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  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buNone/>
            </a:pP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showDetails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       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showDetails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     </a:t>
            </a:r>
          </a:p>
          <a:p>
            <a:pPr>
              <a:buNone/>
            </a:pP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UserDetails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EE1AA3-0EF1-AD6E-710C-303747E341E7}"/>
              </a:ext>
            </a:extLst>
          </p:cNvPr>
          <p:cNvCxnSpPr>
            <a:cxnSpLocks/>
          </p:cNvCxnSpPr>
          <p:nvPr/>
        </p:nvCxnSpPr>
        <p:spPr>
          <a:xfrm flipH="1">
            <a:off x="5469467" y="2548467"/>
            <a:ext cx="114298" cy="974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891B78D-791C-5CB6-2836-BE6E8D96D321}"/>
              </a:ext>
            </a:extLst>
          </p:cNvPr>
          <p:cNvSpPr txBox="1"/>
          <p:nvPr/>
        </p:nvSpPr>
        <p:spPr>
          <a:xfrm>
            <a:off x="9838263" y="2751667"/>
            <a:ext cx="21674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{</a:t>
            </a:r>
            <a:r>
              <a:rPr lang="en-IN" dirty="0" err="1"/>
              <a:t>user:user</a:t>
            </a:r>
            <a:r>
              <a:rPr lang="en-IN" dirty="0"/>
              <a:t>}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CB0371-0893-C786-A180-6B9041D42F88}"/>
              </a:ext>
            </a:extLst>
          </p:cNvPr>
          <p:cNvCxnSpPr>
            <a:cxnSpLocks/>
          </p:cNvCxnSpPr>
          <p:nvPr/>
        </p:nvCxnSpPr>
        <p:spPr>
          <a:xfrm>
            <a:off x="6815667" y="2548467"/>
            <a:ext cx="3107266" cy="20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029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C1E768-DDBD-40B4-0133-887565293FE3}"/>
              </a:ext>
            </a:extLst>
          </p:cNvPr>
          <p:cNvSpPr txBox="1"/>
          <p:nvPr/>
        </p:nvSpPr>
        <p:spPr>
          <a:xfrm>
            <a:off x="84667" y="0"/>
            <a:ext cx="654473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useHttpGetRequest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useHttpGetRequest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REMOTE_URL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'https://jsonplaceholder.typicode.com/users'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useGetRemoteData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isLoading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B0F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useHttpGetRequest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REMOTE_URL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dtoUsers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setdtoUsers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([])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dtoUsers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contact: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setdtoUsers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dtoUsers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}, [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dtoUsers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isLoading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F91A2-9318-D70D-443C-EB9BAA23E7E2}"/>
              </a:ext>
            </a:extLst>
          </p:cNvPr>
          <p:cNvSpPr txBox="1"/>
          <p:nvPr/>
        </p:nvSpPr>
        <p:spPr>
          <a:xfrm>
            <a:off x="6096000" y="1284938"/>
            <a:ext cx="623146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useReducer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loadingReducer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LoadingReducer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chemeClr val="accent2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initialState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isLoading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B0F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useHttpGetRequest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setUsers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([])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useReducer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IN" sz="14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loadingReducer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initialState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type: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'LOADING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type: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'FINISHED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setUsers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},[])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isLoading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isLoading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C6900E-2F97-B28A-EE6E-E0ADA7E48DB6}"/>
              </a:ext>
            </a:extLst>
          </p:cNvPr>
          <p:cNvSpPr txBox="1"/>
          <p:nvPr/>
        </p:nvSpPr>
        <p:spPr>
          <a:xfrm>
            <a:off x="84667" y="4753499"/>
            <a:ext cx="61637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loadingReducer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'LOADING'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isLoading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'FINISHED'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isLoading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266F67-1477-D750-9DA0-191BA24A17ED}"/>
              </a:ext>
            </a:extLst>
          </p:cNvPr>
          <p:cNvCxnSpPr/>
          <p:nvPr/>
        </p:nvCxnSpPr>
        <p:spPr>
          <a:xfrm flipH="1" flipV="1">
            <a:off x="1794933" y="1295400"/>
            <a:ext cx="5774267" cy="5037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78E47-6910-BDF3-DA5C-1E84F11EFC00}"/>
              </a:ext>
            </a:extLst>
          </p:cNvPr>
          <p:cNvCxnSpPr/>
          <p:nvPr/>
        </p:nvCxnSpPr>
        <p:spPr>
          <a:xfrm flipH="1" flipV="1">
            <a:off x="2607733" y="1219200"/>
            <a:ext cx="5994400" cy="5054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B4B961-EF6F-9BDF-EC5C-3AD2D55A27F4}"/>
              </a:ext>
            </a:extLst>
          </p:cNvPr>
          <p:cNvCxnSpPr/>
          <p:nvPr/>
        </p:nvCxnSpPr>
        <p:spPr>
          <a:xfrm>
            <a:off x="9321800" y="6595533"/>
            <a:ext cx="13800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084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485</Words>
  <Application>Microsoft Office PowerPoint</Application>
  <PresentationFormat>Widescreen</PresentationFormat>
  <Paragraphs>73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6</cp:revision>
  <dcterms:created xsi:type="dcterms:W3CDTF">2025-05-15T13:21:38Z</dcterms:created>
  <dcterms:modified xsi:type="dcterms:W3CDTF">2025-05-15T13:46:00Z</dcterms:modified>
</cp:coreProperties>
</file>