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60" r:id="rId2"/>
    <p:sldId id="261" r:id="rId3"/>
    <p:sldId id="262" r:id="rId4"/>
    <p:sldId id="263" r:id="rId5"/>
    <p:sldId id="264" r:id="rId6"/>
    <p:sldId id="265" r:id="rId7"/>
    <p:sldId id="266" r:id="rId8"/>
    <p:sldId id="267" r:id="rId9"/>
    <p:sldId id="268" r:id="rId10"/>
    <p:sldId id="269" r:id="rId11"/>
    <p:sldId id="270" r:id="rId12"/>
    <p:sldId id="271" r:id="rId13"/>
    <p:sldId id="272" r:id="rId14"/>
    <p:sldId id="273" r:id="rId15"/>
    <p:sldId id="274" r:id="rId16"/>
    <p:sldId id="275"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778"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667345-2826-41D5-A086-E491BC8DE5FE}" type="datetimeFigureOut">
              <a:rPr lang="en-IN" smtClean="0"/>
              <a:t>07-06-2021</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827529-61A6-4D56-8001-AAA2A6445CCD}" type="slidenum">
              <a:rPr lang="en-IN" smtClean="0"/>
              <a:t>‹#›</a:t>
            </a:fld>
            <a:endParaRPr lang="en-IN"/>
          </a:p>
        </p:txBody>
      </p:sp>
    </p:spTree>
    <p:extLst>
      <p:ext uri="{BB962C8B-B14F-4D97-AF65-F5344CB8AC3E}">
        <p14:creationId xmlns:p14="http://schemas.microsoft.com/office/powerpoint/2010/main" val="23108495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89443-FFEE-4C82-A966-BF1CE2F8074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8C93334-666B-4F20-ACB6-61846BF6513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1E4E580-2FB4-457A-A152-EF6B9D382E45}"/>
              </a:ext>
            </a:extLst>
          </p:cNvPr>
          <p:cNvSpPr>
            <a:spLocks noGrp="1"/>
          </p:cNvSpPr>
          <p:nvPr>
            <p:ph type="dt" sz="half" idx="10"/>
          </p:nvPr>
        </p:nvSpPr>
        <p:spPr/>
        <p:txBody>
          <a:bodyPr/>
          <a:lstStyle/>
          <a:p>
            <a:fld id="{DC63DDF5-237E-4516-A055-57F6167FD6A0}" type="datetimeFigureOut">
              <a:rPr lang="en-IN" smtClean="0"/>
              <a:t>07-06-2021</a:t>
            </a:fld>
            <a:endParaRPr lang="en-IN"/>
          </a:p>
        </p:txBody>
      </p:sp>
      <p:sp>
        <p:nvSpPr>
          <p:cNvPr id="5" name="Footer Placeholder 4">
            <a:extLst>
              <a:ext uri="{FF2B5EF4-FFF2-40B4-BE49-F238E27FC236}">
                <a16:creationId xmlns:a16="http://schemas.microsoft.com/office/drawing/2014/main" id="{0B260D9B-B68C-4620-87CE-F0A1870983B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7C136A0-EDC3-4BA9-B4B6-EC9BF9D03A88}"/>
              </a:ext>
            </a:extLst>
          </p:cNvPr>
          <p:cNvSpPr>
            <a:spLocks noGrp="1"/>
          </p:cNvSpPr>
          <p:nvPr>
            <p:ph type="sldNum" sz="quarter" idx="12"/>
          </p:nvPr>
        </p:nvSpPr>
        <p:spPr/>
        <p:txBody>
          <a:bodyPr/>
          <a:lstStyle/>
          <a:p>
            <a:fld id="{0B299C85-F5E8-48EE-B13A-6A0A32891F88}" type="slidenum">
              <a:rPr lang="en-IN" smtClean="0"/>
              <a:t>‹#›</a:t>
            </a:fld>
            <a:endParaRPr lang="en-IN"/>
          </a:p>
        </p:txBody>
      </p:sp>
    </p:spTree>
    <p:extLst>
      <p:ext uri="{BB962C8B-B14F-4D97-AF65-F5344CB8AC3E}">
        <p14:creationId xmlns:p14="http://schemas.microsoft.com/office/powerpoint/2010/main" val="9784799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C580A-668F-4970-939B-82FD7231502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E3C0C4B-F586-4500-8F73-5AB60C98B40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BEE74F4-FCA3-423C-8169-8DE1C05217AC}"/>
              </a:ext>
            </a:extLst>
          </p:cNvPr>
          <p:cNvSpPr>
            <a:spLocks noGrp="1"/>
          </p:cNvSpPr>
          <p:nvPr>
            <p:ph type="dt" sz="half" idx="10"/>
          </p:nvPr>
        </p:nvSpPr>
        <p:spPr/>
        <p:txBody>
          <a:bodyPr/>
          <a:lstStyle/>
          <a:p>
            <a:fld id="{DC63DDF5-237E-4516-A055-57F6167FD6A0}" type="datetimeFigureOut">
              <a:rPr lang="en-IN" smtClean="0"/>
              <a:t>07-06-2021</a:t>
            </a:fld>
            <a:endParaRPr lang="en-IN"/>
          </a:p>
        </p:txBody>
      </p:sp>
      <p:sp>
        <p:nvSpPr>
          <p:cNvPr id="5" name="Footer Placeholder 4">
            <a:extLst>
              <a:ext uri="{FF2B5EF4-FFF2-40B4-BE49-F238E27FC236}">
                <a16:creationId xmlns:a16="http://schemas.microsoft.com/office/drawing/2014/main" id="{5DFD7A50-489D-4A36-9E70-A7CE26DD3F0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5D1DF1E-DB70-435B-B5B9-04642DBFF9DD}"/>
              </a:ext>
            </a:extLst>
          </p:cNvPr>
          <p:cNvSpPr>
            <a:spLocks noGrp="1"/>
          </p:cNvSpPr>
          <p:nvPr>
            <p:ph type="sldNum" sz="quarter" idx="12"/>
          </p:nvPr>
        </p:nvSpPr>
        <p:spPr/>
        <p:txBody>
          <a:bodyPr/>
          <a:lstStyle/>
          <a:p>
            <a:fld id="{0B299C85-F5E8-48EE-B13A-6A0A32891F88}" type="slidenum">
              <a:rPr lang="en-IN" smtClean="0"/>
              <a:t>‹#›</a:t>
            </a:fld>
            <a:endParaRPr lang="en-IN"/>
          </a:p>
        </p:txBody>
      </p:sp>
    </p:spTree>
    <p:extLst>
      <p:ext uri="{BB962C8B-B14F-4D97-AF65-F5344CB8AC3E}">
        <p14:creationId xmlns:p14="http://schemas.microsoft.com/office/powerpoint/2010/main" val="17288223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6F664-4139-40D8-BD0C-35879E69936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9EF26F1-4D00-4DB5-9F33-8C620144C5C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5AFA7E-9C13-42BB-B8F5-23167082F65C}"/>
              </a:ext>
            </a:extLst>
          </p:cNvPr>
          <p:cNvSpPr>
            <a:spLocks noGrp="1"/>
          </p:cNvSpPr>
          <p:nvPr>
            <p:ph type="dt" sz="half" idx="10"/>
          </p:nvPr>
        </p:nvSpPr>
        <p:spPr/>
        <p:txBody>
          <a:bodyPr/>
          <a:lstStyle/>
          <a:p>
            <a:fld id="{DC63DDF5-237E-4516-A055-57F6167FD6A0}" type="datetimeFigureOut">
              <a:rPr lang="en-IN" smtClean="0"/>
              <a:t>07-06-2021</a:t>
            </a:fld>
            <a:endParaRPr lang="en-IN"/>
          </a:p>
        </p:txBody>
      </p:sp>
      <p:sp>
        <p:nvSpPr>
          <p:cNvPr id="5" name="Footer Placeholder 4">
            <a:extLst>
              <a:ext uri="{FF2B5EF4-FFF2-40B4-BE49-F238E27FC236}">
                <a16:creationId xmlns:a16="http://schemas.microsoft.com/office/drawing/2014/main" id="{0FB5A40E-26F3-49D5-8231-9CFBE0FA2C6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CA8821-1DD5-46AF-B859-E9DB767FCD9C}"/>
              </a:ext>
            </a:extLst>
          </p:cNvPr>
          <p:cNvSpPr>
            <a:spLocks noGrp="1"/>
          </p:cNvSpPr>
          <p:nvPr>
            <p:ph type="sldNum" sz="quarter" idx="12"/>
          </p:nvPr>
        </p:nvSpPr>
        <p:spPr/>
        <p:txBody>
          <a:bodyPr/>
          <a:lstStyle/>
          <a:p>
            <a:fld id="{0B299C85-F5E8-48EE-B13A-6A0A32891F88}" type="slidenum">
              <a:rPr lang="en-IN" smtClean="0"/>
              <a:t>‹#›</a:t>
            </a:fld>
            <a:endParaRPr lang="en-IN"/>
          </a:p>
        </p:txBody>
      </p:sp>
    </p:spTree>
    <p:extLst>
      <p:ext uri="{BB962C8B-B14F-4D97-AF65-F5344CB8AC3E}">
        <p14:creationId xmlns:p14="http://schemas.microsoft.com/office/powerpoint/2010/main" val="1376526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51D5B-DD80-4F4B-BB8B-3C6E40D3569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86A43B7-8865-447C-9193-E158DC9C4A5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59041A5-4AA5-4584-9AFF-0D61E3065E8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A986933-95C5-4E0D-AA2B-A304FD2F5E41}"/>
              </a:ext>
            </a:extLst>
          </p:cNvPr>
          <p:cNvSpPr>
            <a:spLocks noGrp="1"/>
          </p:cNvSpPr>
          <p:nvPr>
            <p:ph type="dt" sz="half" idx="10"/>
          </p:nvPr>
        </p:nvSpPr>
        <p:spPr/>
        <p:txBody>
          <a:bodyPr/>
          <a:lstStyle/>
          <a:p>
            <a:fld id="{DC63DDF5-237E-4516-A055-57F6167FD6A0}" type="datetimeFigureOut">
              <a:rPr lang="en-IN" smtClean="0"/>
              <a:t>07-06-2021</a:t>
            </a:fld>
            <a:endParaRPr lang="en-IN"/>
          </a:p>
        </p:txBody>
      </p:sp>
      <p:sp>
        <p:nvSpPr>
          <p:cNvPr id="6" name="Footer Placeholder 5">
            <a:extLst>
              <a:ext uri="{FF2B5EF4-FFF2-40B4-BE49-F238E27FC236}">
                <a16:creationId xmlns:a16="http://schemas.microsoft.com/office/drawing/2014/main" id="{067BD086-7216-419B-A6C2-5F7B782659D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7603E10-F0A2-45A1-9365-3ABF74638A13}"/>
              </a:ext>
            </a:extLst>
          </p:cNvPr>
          <p:cNvSpPr>
            <a:spLocks noGrp="1"/>
          </p:cNvSpPr>
          <p:nvPr>
            <p:ph type="sldNum" sz="quarter" idx="12"/>
          </p:nvPr>
        </p:nvSpPr>
        <p:spPr/>
        <p:txBody>
          <a:bodyPr/>
          <a:lstStyle/>
          <a:p>
            <a:fld id="{0B299C85-F5E8-48EE-B13A-6A0A32891F88}" type="slidenum">
              <a:rPr lang="en-IN" smtClean="0"/>
              <a:t>‹#›</a:t>
            </a:fld>
            <a:endParaRPr lang="en-IN"/>
          </a:p>
        </p:txBody>
      </p:sp>
    </p:spTree>
    <p:extLst>
      <p:ext uri="{BB962C8B-B14F-4D97-AF65-F5344CB8AC3E}">
        <p14:creationId xmlns:p14="http://schemas.microsoft.com/office/powerpoint/2010/main" val="3337298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1F1CA-47E7-4B65-AB75-C3261008F3F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427C2BE-930A-4711-B915-DA01FBCF39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4323A3D-8034-492F-A3FC-218108F551A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BF7BFD0-D5C1-41E3-B446-203258A7CD1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48C35BF-C149-4790-95D1-210A40703B8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88650A6-80C6-405E-891A-5C08D56AFFCE}"/>
              </a:ext>
            </a:extLst>
          </p:cNvPr>
          <p:cNvSpPr>
            <a:spLocks noGrp="1"/>
          </p:cNvSpPr>
          <p:nvPr>
            <p:ph type="dt" sz="half" idx="10"/>
          </p:nvPr>
        </p:nvSpPr>
        <p:spPr/>
        <p:txBody>
          <a:bodyPr/>
          <a:lstStyle/>
          <a:p>
            <a:fld id="{DC63DDF5-237E-4516-A055-57F6167FD6A0}" type="datetimeFigureOut">
              <a:rPr lang="en-IN" smtClean="0"/>
              <a:t>07-06-2021</a:t>
            </a:fld>
            <a:endParaRPr lang="en-IN"/>
          </a:p>
        </p:txBody>
      </p:sp>
      <p:sp>
        <p:nvSpPr>
          <p:cNvPr id="8" name="Footer Placeholder 7">
            <a:extLst>
              <a:ext uri="{FF2B5EF4-FFF2-40B4-BE49-F238E27FC236}">
                <a16:creationId xmlns:a16="http://schemas.microsoft.com/office/drawing/2014/main" id="{F48AE45E-EF40-40B8-A8C4-93AF497E661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7C4334E-6748-41DF-A0A1-B0D6C07A55D6}"/>
              </a:ext>
            </a:extLst>
          </p:cNvPr>
          <p:cNvSpPr>
            <a:spLocks noGrp="1"/>
          </p:cNvSpPr>
          <p:nvPr>
            <p:ph type="sldNum" sz="quarter" idx="12"/>
          </p:nvPr>
        </p:nvSpPr>
        <p:spPr/>
        <p:txBody>
          <a:bodyPr/>
          <a:lstStyle/>
          <a:p>
            <a:fld id="{0B299C85-F5E8-48EE-B13A-6A0A32891F88}" type="slidenum">
              <a:rPr lang="en-IN" smtClean="0"/>
              <a:t>‹#›</a:t>
            </a:fld>
            <a:endParaRPr lang="en-IN"/>
          </a:p>
        </p:txBody>
      </p:sp>
    </p:spTree>
    <p:extLst>
      <p:ext uri="{BB962C8B-B14F-4D97-AF65-F5344CB8AC3E}">
        <p14:creationId xmlns:p14="http://schemas.microsoft.com/office/powerpoint/2010/main" val="34190766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5B3E6-97E4-49A2-9744-8A16A9B3A22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BDE765C-AE3B-4BB2-8980-1663BA2C5017}"/>
              </a:ext>
            </a:extLst>
          </p:cNvPr>
          <p:cNvSpPr>
            <a:spLocks noGrp="1"/>
          </p:cNvSpPr>
          <p:nvPr>
            <p:ph type="dt" sz="half" idx="10"/>
          </p:nvPr>
        </p:nvSpPr>
        <p:spPr/>
        <p:txBody>
          <a:bodyPr/>
          <a:lstStyle/>
          <a:p>
            <a:fld id="{DC63DDF5-237E-4516-A055-57F6167FD6A0}" type="datetimeFigureOut">
              <a:rPr lang="en-IN" smtClean="0"/>
              <a:t>07-06-2021</a:t>
            </a:fld>
            <a:endParaRPr lang="en-IN"/>
          </a:p>
        </p:txBody>
      </p:sp>
      <p:sp>
        <p:nvSpPr>
          <p:cNvPr id="4" name="Footer Placeholder 3">
            <a:extLst>
              <a:ext uri="{FF2B5EF4-FFF2-40B4-BE49-F238E27FC236}">
                <a16:creationId xmlns:a16="http://schemas.microsoft.com/office/drawing/2014/main" id="{6E4A86FB-C3AD-479D-B553-81ADCFC776F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38B2B66-F1AE-441B-8A26-046F8127DC6F}"/>
              </a:ext>
            </a:extLst>
          </p:cNvPr>
          <p:cNvSpPr>
            <a:spLocks noGrp="1"/>
          </p:cNvSpPr>
          <p:nvPr>
            <p:ph type="sldNum" sz="quarter" idx="12"/>
          </p:nvPr>
        </p:nvSpPr>
        <p:spPr/>
        <p:txBody>
          <a:bodyPr/>
          <a:lstStyle/>
          <a:p>
            <a:fld id="{0B299C85-F5E8-48EE-B13A-6A0A32891F88}" type="slidenum">
              <a:rPr lang="en-IN" smtClean="0"/>
              <a:t>‹#›</a:t>
            </a:fld>
            <a:endParaRPr lang="en-IN"/>
          </a:p>
        </p:txBody>
      </p:sp>
    </p:spTree>
    <p:extLst>
      <p:ext uri="{BB962C8B-B14F-4D97-AF65-F5344CB8AC3E}">
        <p14:creationId xmlns:p14="http://schemas.microsoft.com/office/powerpoint/2010/main" val="148688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9A9C74-D28D-4EB5-BD2E-6497EB289B2C}"/>
              </a:ext>
            </a:extLst>
          </p:cNvPr>
          <p:cNvSpPr>
            <a:spLocks noGrp="1"/>
          </p:cNvSpPr>
          <p:nvPr>
            <p:ph type="dt" sz="half" idx="10"/>
          </p:nvPr>
        </p:nvSpPr>
        <p:spPr/>
        <p:txBody>
          <a:bodyPr/>
          <a:lstStyle/>
          <a:p>
            <a:fld id="{DC63DDF5-237E-4516-A055-57F6167FD6A0}" type="datetimeFigureOut">
              <a:rPr lang="en-IN" smtClean="0"/>
              <a:t>07-06-2021</a:t>
            </a:fld>
            <a:endParaRPr lang="en-IN"/>
          </a:p>
        </p:txBody>
      </p:sp>
      <p:sp>
        <p:nvSpPr>
          <p:cNvPr id="3" name="Footer Placeholder 2">
            <a:extLst>
              <a:ext uri="{FF2B5EF4-FFF2-40B4-BE49-F238E27FC236}">
                <a16:creationId xmlns:a16="http://schemas.microsoft.com/office/drawing/2014/main" id="{47D64809-42FD-4A11-B819-AD17C8D6725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002BC93-2C20-4A10-8386-5E6BBC6B7584}"/>
              </a:ext>
            </a:extLst>
          </p:cNvPr>
          <p:cNvSpPr>
            <a:spLocks noGrp="1"/>
          </p:cNvSpPr>
          <p:nvPr>
            <p:ph type="sldNum" sz="quarter" idx="12"/>
          </p:nvPr>
        </p:nvSpPr>
        <p:spPr/>
        <p:txBody>
          <a:bodyPr/>
          <a:lstStyle/>
          <a:p>
            <a:fld id="{0B299C85-F5E8-48EE-B13A-6A0A32891F88}" type="slidenum">
              <a:rPr lang="en-IN" smtClean="0"/>
              <a:t>‹#›</a:t>
            </a:fld>
            <a:endParaRPr lang="en-IN"/>
          </a:p>
        </p:txBody>
      </p:sp>
    </p:spTree>
    <p:extLst>
      <p:ext uri="{BB962C8B-B14F-4D97-AF65-F5344CB8AC3E}">
        <p14:creationId xmlns:p14="http://schemas.microsoft.com/office/powerpoint/2010/main" val="18115050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27F65-DBCB-4801-B4F7-01DAA9F1EA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492DDB3-BF37-4811-AA22-0157F0F566F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22E616A-B6D5-4B0C-BE05-75FC81B410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D50D6E-AB39-4131-931B-11AEE1558B50}"/>
              </a:ext>
            </a:extLst>
          </p:cNvPr>
          <p:cNvSpPr>
            <a:spLocks noGrp="1"/>
          </p:cNvSpPr>
          <p:nvPr>
            <p:ph type="dt" sz="half" idx="10"/>
          </p:nvPr>
        </p:nvSpPr>
        <p:spPr/>
        <p:txBody>
          <a:bodyPr/>
          <a:lstStyle/>
          <a:p>
            <a:fld id="{DC63DDF5-237E-4516-A055-57F6167FD6A0}" type="datetimeFigureOut">
              <a:rPr lang="en-IN" smtClean="0"/>
              <a:t>07-06-2021</a:t>
            </a:fld>
            <a:endParaRPr lang="en-IN"/>
          </a:p>
        </p:txBody>
      </p:sp>
      <p:sp>
        <p:nvSpPr>
          <p:cNvPr id="6" name="Footer Placeholder 5">
            <a:extLst>
              <a:ext uri="{FF2B5EF4-FFF2-40B4-BE49-F238E27FC236}">
                <a16:creationId xmlns:a16="http://schemas.microsoft.com/office/drawing/2014/main" id="{50E0CE22-92D3-4DAA-8BCE-0A03B688A6F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CFE6409-721A-4A59-8C8C-991DFF5DB60D}"/>
              </a:ext>
            </a:extLst>
          </p:cNvPr>
          <p:cNvSpPr>
            <a:spLocks noGrp="1"/>
          </p:cNvSpPr>
          <p:nvPr>
            <p:ph type="sldNum" sz="quarter" idx="12"/>
          </p:nvPr>
        </p:nvSpPr>
        <p:spPr/>
        <p:txBody>
          <a:bodyPr/>
          <a:lstStyle/>
          <a:p>
            <a:fld id="{0B299C85-F5E8-48EE-B13A-6A0A32891F88}" type="slidenum">
              <a:rPr lang="en-IN" smtClean="0"/>
              <a:t>‹#›</a:t>
            </a:fld>
            <a:endParaRPr lang="en-IN"/>
          </a:p>
        </p:txBody>
      </p:sp>
    </p:spTree>
    <p:extLst>
      <p:ext uri="{BB962C8B-B14F-4D97-AF65-F5344CB8AC3E}">
        <p14:creationId xmlns:p14="http://schemas.microsoft.com/office/powerpoint/2010/main" val="7035290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215F6-2CCA-471A-8A4C-B14E37B46C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5881F1C-8AB8-4B4B-AB87-147354B359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3F143F0-C23B-4B04-BC3E-09FD7FA9BF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A86794-29D4-48F5-AAB7-FEDE38699205}"/>
              </a:ext>
            </a:extLst>
          </p:cNvPr>
          <p:cNvSpPr>
            <a:spLocks noGrp="1"/>
          </p:cNvSpPr>
          <p:nvPr>
            <p:ph type="dt" sz="half" idx="10"/>
          </p:nvPr>
        </p:nvSpPr>
        <p:spPr/>
        <p:txBody>
          <a:bodyPr/>
          <a:lstStyle/>
          <a:p>
            <a:fld id="{DC63DDF5-237E-4516-A055-57F6167FD6A0}" type="datetimeFigureOut">
              <a:rPr lang="en-IN" smtClean="0"/>
              <a:t>07-06-2021</a:t>
            </a:fld>
            <a:endParaRPr lang="en-IN"/>
          </a:p>
        </p:txBody>
      </p:sp>
      <p:sp>
        <p:nvSpPr>
          <p:cNvPr id="6" name="Footer Placeholder 5">
            <a:extLst>
              <a:ext uri="{FF2B5EF4-FFF2-40B4-BE49-F238E27FC236}">
                <a16:creationId xmlns:a16="http://schemas.microsoft.com/office/drawing/2014/main" id="{0806CB9B-4D4C-4ACA-A95C-383DD8CF224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11648DB-2CE3-4422-BA6A-7F581DD4ECCD}"/>
              </a:ext>
            </a:extLst>
          </p:cNvPr>
          <p:cNvSpPr>
            <a:spLocks noGrp="1"/>
          </p:cNvSpPr>
          <p:nvPr>
            <p:ph type="sldNum" sz="quarter" idx="12"/>
          </p:nvPr>
        </p:nvSpPr>
        <p:spPr/>
        <p:txBody>
          <a:bodyPr/>
          <a:lstStyle/>
          <a:p>
            <a:fld id="{0B299C85-F5E8-48EE-B13A-6A0A32891F88}" type="slidenum">
              <a:rPr lang="en-IN" smtClean="0"/>
              <a:t>‹#›</a:t>
            </a:fld>
            <a:endParaRPr lang="en-IN"/>
          </a:p>
        </p:txBody>
      </p:sp>
    </p:spTree>
    <p:extLst>
      <p:ext uri="{BB962C8B-B14F-4D97-AF65-F5344CB8AC3E}">
        <p14:creationId xmlns:p14="http://schemas.microsoft.com/office/powerpoint/2010/main" val="25829130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C7F9C4-EC3D-4D88-916D-9C28F12E07A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DF3ECD7-301A-4007-9555-FAB7F47F16E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69D8B08-380A-4D4C-8558-710BAA448F51}"/>
              </a:ext>
            </a:extLst>
          </p:cNvPr>
          <p:cNvSpPr>
            <a:spLocks noGrp="1"/>
          </p:cNvSpPr>
          <p:nvPr>
            <p:ph type="dt" sz="half" idx="10"/>
          </p:nvPr>
        </p:nvSpPr>
        <p:spPr/>
        <p:txBody>
          <a:bodyPr/>
          <a:lstStyle/>
          <a:p>
            <a:fld id="{DC63DDF5-237E-4516-A055-57F6167FD6A0}" type="datetimeFigureOut">
              <a:rPr lang="en-IN" smtClean="0"/>
              <a:t>07-06-2021</a:t>
            </a:fld>
            <a:endParaRPr lang="en-IN"/>
          </a:p>
        </p:txBody>
      </p:sp>
      <p:sp>
        <p:nvSpPr>
          <p:cNvPr id="5" name="Footer Placeholder 4">
            <a:extLst>
              <a:ext uri="{FF2B5EF4-FFF2-40B4-BE49-F238E27FC236}">
                <a16:creationId xmlns:a16="http://schemas.microsoft.com/office/drawing/2014/main" id="{FAA45EE6-7C0B-46D1-ACD2-1400C51A815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B87C531-6255-483B-85A2-FC2B5D915DB6}"/>
              </a:ext>
            </a:extLst>
          </p:cNvPr>
          <p:cNvSpPr>
            <a:spLocks noGrp="1"/>
          </p:cNvSpPr>
          <p:nvPr>
            <p:ph type="sldNum" sz="quarter" idx="12"/>
          </p:nvPr>
        </p:nvSpPr>
        <p:spPr/>
        <p:txBody>
          <a:bodyPr/>
          <a:lstStyle/>
          <a:p>
            <a:fld id="{0B299C85-F5E8-48EE-B13A-6A0A32891F88}" type="slidenum">
              <a:rPr lang="en-IN" smtClean="0"/>
              <a:t>‹#›</a:t>
            </a:fld>
            <a:endParaRPr lang="en-IN"/>
          </a:p>
        </p:txBody>
      </p:sp>
    </p:spTree>
    <p:extLst>
      <p:ext uri="{BB962C8B-B14F-4D97-AF65-F5344CB8AC3E}">
        <p14:creationId xmlns:p14="http://schemas.microsoft.com/office/powerpoint/2010/main" val="22003827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372BEA0-82D9-44CE-8195-5A5B7E10AA2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F70A67E-302F-423F-92E9-8B2E7DD36AB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6B3939-E0C6-4AEC-B1A6-99FA8EBD67C4}"/>
              </a:ext>
            </a:extLst>
          </p:cNvPr>
          <p:cNvSpPr>
            <a:spLocks noGrp="1"/>
          </p:cNvSpPr>
          <p:nvPr>
            <p:ph type="dt" sz="half" idx="10"/>
          </p:nvPr>
        </p:nvSpPr>
        <p:spPr/>
        <p:txBody>
          <a:bodyPr/>
          <a:lstStyle/>
          <a:p>
            <a:fld id="{DC63DDF5-237E-4516-A055-57F6167FD6A0}" type="datetimeFigureOut">
              <a:rPr lang="en-IN" smtClean="0"/>
              <a:t>07-06-2021</a:t>
            </a:fld>
            <a:endParaRPr lang="en-IN"/>
          </a:p>
        </p:txBody>
      </p:sp>
      <p:sp>
        <p:nvSpPr>
          <p:cNvPr id="5" name="Footer Placeholder 4">
            <a:extLst>
              <a:ext uri="{FF2B5EF4-FFF2-40B4-BE49-F238E27FC236}">
                <a16:creationId xmlns:a16="http://schemas.microsoft.com/office/drawing/2014/main" id="{F329C804-538E-4BBD-975D-7A768D3ECCC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C803EAE-674C-4E86-883E-3AF5874ED180}"/>
              </a:ext>
            </a:extLst>
          </p:cNvPr>
          <p:cNvSpPr>
            <a:spLocks noGrp="1"/>
          </p:cNvSpPr>
          <p:nvPr>
            <p:ph type="sldNum" sz="quarter" idx="12"/>
          </p:nvPr>
        </p:nvSpPr>
        <p:spPr/>
        <p:txBody>
          <a:bodyPr/>
          <a:lstStyle/>
          <a:p>
            <a:fld id="{0B299C85-F5E8-48EE-B13A-6A0A32891F88}" type="slidenum">
              <a:rPr lang="en-IN" smtClean="0"/>
              <a:t>‹#›</a:t>
            </a:fld>
            <a:endParaRPr lang="en-IN"/>
          </a:p>
        </p:txBody>
      </p:sp>
    </p:spTree>
    <p:extLst>
      <p:ext uri="{BB962C8B-B14F-4D97-AF65-F5344CB8AC3E}">
        <p14:creationId xmlns:p14="http://schemas.microsoft.com/office/powerpoint/2010/main" val="7696031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314469-9391-4513-9B67-5B4CAA8F02D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807ACC0-3600-409D-B5CE-5EE024B627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CAE5ABD-DCDA-47A0-A577-5162BFA5786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C63DDF5-237E-4516-A055-57F6167FD6A0}" type="datetimeFigureOut">
              <a:rPr lang="en-IN" smtClean="0"/>
              <a:t>07-06-2021</a:t>
            </a:fld>
            <a:endParaRPr lang="en-IN"/>
          </a:p>
        </p:txBody>
      </p:sp>
      <p:sp>
        <p:nvSpPr>
          <p:cNvPr id="5" name="Footer Placeholder 4">
            <a:extLst>
              <a:ext uri="{FF2B5EF4-FFF2-40B4-BE49-F238E27FC236}">
                <a16:creationId xmlns:a16="http://schemas.microsoft.com/office/drawing/2014/main" id="{0CA5718B-B236-4E69-93D5-5A2D0172599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B99D5EC-A01E-4BD2-91FF-5D1045935C3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B299C85-F5E8-48EE-B13A-6A0A32891F88}" type="slidenum">
              <a:rPr lang="en-IN" smtClean="0"/>
              <a:t>‹#›</a:t>
            </a:fld>
            <a:endParaRPr lang="en-IN"/>
          </a:p>
        </p:txBody>
      </p:sp>
      <p:pic>
        <p:nvPicPr>
          <p:cNvPr id="7" name="Picture 6">
            <a:extLst>
              <a:ext uri="{FF2B5EF4-FFF2-40B4-BE49-F238E27FC236}">
                <a16:creationId xmlns:a16="http://schemas.microsoft.com/office/drawing/2014/main" id="{E6030DFE-449A-4058-8FEB-0F17D90CCD43}"/>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6200" y="-76200"/>
            <a:ext cx="1282699" cy="857534"/>
          </a:xfrm>
          <a:prstGeom prst="rect">
            <a:avLst/>
          </a:prstGeom>
        </p:spPr>
      </p:pic>
      <p:sp>
        <p:nvSpPr>
          <p:cNvPr id="8" name="Rectangle 7">
            <a:extLst>
              <a:ext uri="{FF2B5EF4-FFF2-40B4-BE49-F238E27FC236}">
                <a16:creationId xmlns:a16="http://schemas.microsoft.com/office/drawing/2014/main" id="{9B921E84-7975-4E42-8D87-BD3396E8F9A7}"/>
              </a:ext>
            </a:extLst>
          </p:cNvPr>
          <p:cNvSpPr/>
          <p:nvPr userDrawn="1"/>
        </p:nvSpPr>
        <p:spPr>
          <a:xfrm>
            <a:off x="228600" y="6593087"/>
            <a:ext cx="851535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33966015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1752600" y="152400"/>
            <a:ext cx="8458200" cy="67056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2057400" y="4038601"/>
            <a:ext cx="3276600" cy="1200329"/>
          </a:xfrm>
          <a:prstGeom prst="rect">
            <a:avLst/>
          </a:prstGeom>
          <a:noFill/>
        </p:spPr>
        <p:txBody>
          <a:bodyPr wrap="square" rtlCol="0">
            <a:spAutoFit/>
          </a:bodyPr>
          <a:lstStyle/>
          <a:p>
            <a:r>
              <a:rPr lang="en-IN" dirty="0" err="1"/>
              <a:t>Ketki</a:t>
            </a:r>
            <a:r>
              <a:rPr lang="en-IN" dirty="0"/>
              <a:t> Acharya</a:t>
            </a:r>
          </a:p>
          <a:p>
            <a:r>
              <a:rPr lang="en-IN" dirty="0"/>
              <a:t>From: SM VITA ATC of CDAC</a:t>
            </a:r>
          </a:p>
          <a:p>
            <a:r>
              <a:rPr lang="en-IN" dirty="0"/>
              <a:t>9769201036</a:t>
            </a:r>
          </a:p>
          <a:p>
            <a:r>
              <a:rPr lang="en-IN" dirty="0"/>
              <a:t>ketkiacharya.net@gmail.com</a:t>
            </a:r>
          </a:p>
        </p:txBody>
      </p:sp>
    </p:spTree>
    <p:extLst>
      <p:ext uri="{BB962C8B-B14F-4D97-AF65-F5344CB8AC3E}">
        <p14:creationId xmlns:p14="http://schemas.microsoft.com/office/powerpoint/2010/main" val="3303597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0D18FF-97D7-4C88-8C88-07807A6983CE}"/>
              </a:ext>
            </a:extLst>
          </p:cNvPr>
          <p:cNvSpPr>
            <a:spLocks noGrp="1"/>
          </p:cNvSpPr>
          <p:nvPr>
            <p:ph type="title"/>
          </p:nvPr>
        </p:nvSpPr>
        <p:spPr>
          <a:xfrm rot="10800000" flipV="1">
            <a:off x="2728452" y="294968"/>
            <a:ext cx="4350774" cy="619432"/>
          </a:xfrm>
        </p:spPr>
        <p:txBody>
          <a:bodyPr>
            <a:normAutofit fontScale="90000"/>
          </a:bodyPr>
          <a:lstStyle/>
          <a:p>
            <a:r>
              <a:rPr lang="en-IN" dirty="0"/>
              <a:t>Event</a:t>
            </a:r>
          </a:p>
        </p:txBody>
      </p:sp>
      <p:sp>
        <p:nvSpPr>
          <p:cNvPr id="3" name="Content Placeholder 2">
            <a:extLst>
              <a:ext uri="{FF2B5EF4-FFF2-40B4-BE49-F238E27FC236}">
                <a16:creationId xmlns:a16="http://schemas.microsoft.com/office/drawing/2014/main" id="{A1DEEE2F-E3B7-44BE-B5EA-668396E74943}"/>
              </a:ext>
            </a:extLst>
          </p:cNvPr>
          <p:cNvSpPr>
            <a:spLocks noGrp="1"/>
          </p:cNvSpPr>
          <p:nvPr>
            <p:ph idx="1"/>
          </p:nvPr>
        </p:nvSpPr>
        <p:spPr>
          <a:xfrm>
            <a:off x="845574" y="1253331"/>
            <a:ext cx="10114936" cy="2591082"/>
          </a:xfrm>
        </p:spPr>
        <p:txBody>
          <a:bodyPr>
            <a:normAutofit/>
          </a:bodyPr>
          <a:lstStyle/>
          <a:p>
            <a:r>
              <a:rPr lang="en-US" sz="1800" dirty="0">
                <a:latin typeface="Garamond" panose="02020404030301010803" pitchFamily="18" charset="0"/>
              </a:rPr>
              <a:t>Events are often triggered by the user's interaction with the web page, such as when a link or button is clicked, text is entered into an input box or </a:t>
            </a:r>
            <a:r>
              <a:rPr lang="en-US" sz="1800" dirty="0" err="1">
                <a:latin typeface="Garamond" panose="02020404030301010803" pitchFamily="18" charset="0"/>
              </a:rPr>
              <a:t>textarea</a:t>
            </a:r>
            <a:r>
              <a:rPr lang="en-US" sz="1800" dirty="0">
                <a:latin typeface="Garamond" panose="02020404030301010803" pitchFamily="18" charset="0"/>
              </a:rPr>
              <a:t>, selection is made in a select box, key is pressed on the keyboard, the mouse pointer is moved etc. In some cases, the Browser itself can trigger the events, such as the page load and unload events.</a:t>
            </a:r>
          </a:p>
          <a:p>
            <a:endParaRPr lang="en-US" sz="1800" dirty="0">
              <a:latin typeface="Garamond" panose="02020404030301010803" pitchFamily="18" charset="0"/>
            </a:endParaRPr>
          </a:p>
          <a:p>
            <a:r>
              <a:rPr lang="en-US" sz="1800" dirty="0">
                <a:latin typeface="Garamond" panose="02020404030301010803" pitchFamily="18" charset="0"/>
              </a:rPr>
              <a:t>jQuery enhances the basic event-handling mechanisms by offering the events methods for most native browser events, some of these methods are ready(), click(), keypress(), focus(), blur(), change(), etc. For example, to execute some JavaScript code when the DOM is ready, you can use the jQuery ready() method, like this:</a:t>
            </a:r>
            <a:endParaRPr lang="en-IN" sz="1800" dirty="0">
              <a:latin typeface="Garamond" panose="02020404030301010803" pitchFamily="18" charset="0"/>
            </a:endParaRPr>
          </a:p>
        </p:txBody>
      </p:sp>
      <p:sp>
        <p:nvSpPr>
          <p:cNvPr id="6" name="TextBox 5">
            <a:extLst>
              <a:ext uri="{FF2B5EF4-FFF2-40B4-BE49-F238E27FC236}">
                <a16:creationId xmlns:a16="http://schemas.microsoft.com/office/drawing/2014/main" id="{83DC394C-0C49-47A2-AA81-C16EF21E40BC}"/>
              </a:ext>
            </a:extLst>
          </p:cNvPr>
          <p:cNvSpPr txBox="1"/>
          <p:nvPr/>
        </p:nvSpPr>
        <p:spPr>
          <a:xfrm>
            <a:off x="943898" y="4365804"/>
            <a:ext cx="6135328" cy="923330"/>
          </a:xfrm>
          <a:prstGeom prst="rect">
            <a:avLst/>
          </a:prstGeom>
          <a:noFill/>
        </p:spPr>
        <p:txBody>
          <a:bodyPr wrap="square">
            <a:spAutoFit/>
          </a:bodyPr>
          <a:lstStyle/>
          <a:p>
            <a:r>
              <a:rPr lang="en-US" b="0" i="0" dirty="0">
                <a:solidFill>
                  <a:srgbClr val="5F6364"/>
                </a:solidFill>
                <a:effectLst/>
                <a:latin typeface="Consolas" panose="020B0609020204030204" pitchFamily="49" charset="0"/>
              </a:rPr>
              <a:t>&lt;</a:t>
            </a:r>
            <a:r>
              <a:rPr lang="en-US" b="0" i="0" dirty="0">
                <a:solidFill>
                  <a:srgbClr val="990055"/>
                </a:solidFill>
                <a:effectLst/>
                <a:latin typeface="Consolas" panose="020B0609020204030204" pitchFamily="49" charset="0"/>
              </a:rPr>
              <a:t>script</a:t>
            </a:r>
            <a:r>
              <a:rPr lang="en-US" b="0" i="0" dirty="0">
                <a:solidFill>
                  <a:srgbClr val="5F6364"/>
                </a:solidFill>
                <a:effectLst/>
                <a:latin typeface="Consolas" panose="020B0609020204030204" pitchFamily="49" charset="0"/>
              </a:rPr>
              <a:t>&gt;</a:t>
            </a:r>
            <a:r>
              <a:rPr lang="en-US" b="0" i="0" dirty="0">
                <a:solidFill>
                  <a:srgbClr val="000000"/>
                </a:solidFill>
                <a:effectLst/>
                <a:latin typeface="Consolas" panose="020B0609020204030204" pitchFamily="49" charset="0"/>
              </a:rPr>
              <a:t> </a:t>
            </a:r>
            <a:r>
              <a:rPr lang="en-US" b="0" i="0" dirty="0">
                <a:solidFill>
                  <a:srgbClr val="DD4A68"/>
                </a:solidFill>
                <a:effectLst/>
                <a:latin typeface="Consolas" panose="020B0609020204030204" pitchFamily="49" charset="0"/>
              </a:rPr>
              <a:t>$</a:t>
            </a:r>
            <a:r>
              <a:rPr lang="en-US" b="0" i="0" dirty="0">
                <a:solidFill>
                  <a:srgbClr val="5F6364"/>
                </a:solidFill>
                <a:effectLst/>
                <a:latin typeface="Consolas" panose="020B0609020204030204" pitchFamily="49" charset="0"/>
              </a:rPr>
              <a:t>(</a:t>
            </a:r>
            <a:r>
              <a:rPr lang="en-US" b="0" i="0" dirty="0">
                <a:solidFill>
                  <a:srgbClr val="000000"/>
                </a:solidFill>
                <a:effectLst/>
                <a:latin typeface="Consolas" panose="020B0609020204030204" pitchFamily="49" charset="0"/>
              </a:rPr>
              <a:t>document</a:t>
            </a:r>
            <a:r>
              <a:rPr lang="en-US" b="0" i="0" dirty="0">
                <a:solidFill>
                  <a:srgbClr val="5F6364"/>
                </a:solidFill>
                <a:effectLst/>
                <a:latin typeface="Consolas" panose="020B0609020204030204" pitchFamily="49" charset="0"/>
              </a:rPr>
              <a:t>).</a:t>
            </a:r>
            <a:r>
              <a:rPr lang="en-US" b="0" i="0" dirty="0">
                <a:solidFill>
                  <a:srgbClr val="DD4A68"/>
                </a:solidFill>
                <a:effectLst/>
                <a:latin typeface="Consolas" panose="020B0609020204030204" pitchFamily="49" charset="0"/>
              </a:rPr>
              <a:t>ready</a:t>
            </a:r>
            <a:r>
              <a:rPr lang="en-US" b="0" i="0" dirty="0">
                <a:solidFill>
                  <a:srgbClr val="5F6364"/>
                </a:solidFill>
                <a:effectLst/>
                <a:latin typeface="Consolas" panose="020B0609020204030204" pitchFamily="49" charset="0"/>
              </a:rPr>
              <a:t>(</a:t>
            </a:r>
            <a:r>
              <a:rPr lang="en-US" b="0" i="0" dirty="0">
                <a:solidFill>
                  <a:srgbClr val="0077AA"/>
                </a:solidFill>
                <a:effectLst/>
                <a:latin typeface="Consolas" panose="020B0609020204030204" pitchFamily="49" charset="0"/>
              </a:rPr>
              <a:t>function</a:t>
            </a:r>
            <a:r>
              <a:rPr lang="en-US" b="0" i="0" dirty="0">
                <a:solidFill>
                  <a:srgbClr val="5F6364"/>
                </a:solidFill>
                <a:effectLst/>
                <a:latin typeface="Consolas" panose="020B0609020204030204" pitchFamily="49" charset="0"/>
              </a:rPr>
              <a:t>(){</a:t>
            </a:r>
            <a:r>
              <a:rPr lang="en-US" b="0" i="0" dirty="0">
                <a:solidFill>
                  <a:srgbClr val="000000"/>
                </a:solidFill>
                <a:effectLst/>
                <a:latin typeface="Consolas" panose="020B0609020204030204" pitchFamily="49" charset="0"/>
              </a:rPr>
              <a:t> </a:t>
            </a:r>
            <a:r>
              <a:rPr lang="en-US" b="0" i="0" dirty="0">
                <a:solidFill>
                  <a:srgbClr val="999999"/>
                </a:solidFill>
                <a:effectLst/>
                <a:latin typeface="Consolas" panose="020B0609020204030204" pitchFamily="49" charset="0"/>
              </a:rPr>
              <a:t>// Code to be executed</a:t>
            </a:r>
            <a:r>
              <a:rPr lang="en-US" b="0" i="0" dirty="0">
                <a:solidFill>
                  <a:srgbClr val="000000"/>
                </a:solidFill>
                <a:effectLst/>
                <a:latin typeface="Consolas" panose="020B0609020204030204" pitchFamily="49" charset="0"/>
              </a:rPr>
              <a:t> </a:t>
            </a:r>
            <a:r>
              <a:rPr lang="en-US" b="0" i="0" dirty="0">
                <a:solidFill>
                  <a:srgbClr val="DD4A68"/>
                </a:solidFill>
                <a:effectLst/>
                <a:latin typeface="Consolas" panose="020B0609020204030204" pitchFamily="49" charset="0"/>
              </a:rPr>
              <a:t>alert</a:t>
            </a:r>
            <a:r>
              <a:rPr lang="en-US" b="0" i="0" dirty="0">
                <a:solidFill>
                  <a:srgbClr val="5F6364"/>
                </a:solidFill>
                <a:effectLst/>
                <a:latin typeface="Consolas" panose="020B0609020204030204" pitchFamily="49" charset="0"/>
              </a:rPr>
              <a:t>(</a:t>
            </a:r>
            <a:r>
              <a:rPr lang="en-US" b="0" i="0" dirty="0">
                <a:solidFill>
                  <a:srgbClr val="669900"/>
                </a:solidFill>
                <a:effectLst/>
                <a:latin typeface="Consolas" panose="020B0609020204030204" pitchFamily="49" charset="0"/>
              </a:rPr>
              <a:t>"Hello World!"</a:t>
            </a:r>
            <a:r>
              <a:rPr lang="en-US" b="0" i="0" dirty="0">
                <a:solidFill>
                  <a:srgbClr val="5F6364"/>
                </a:solidFill>
                <a:effectLst/>
                <a:latin typeface="Consolas" panose="020B0609020204030204" pitchFamily="49" charset="0"/>
              </a:rPr>
              <a:t>);</a:t>
            </a:r>
            <a:r>
              <a:rPr lang="en-US" b="0" i="0" dirty="0">
                <a:solidFill>
                  <a:srgbClr val="000000"/>
                </a:solidFill>
                <a:effectLst/>
                <a:latin typeface="Consolas" panose="020B0609020204030204" pitchFamily="49" charset="0"/>
              </a:rPr>
              <a:t> </a:t>
            </a:r>
            <a:r>
              <a:rPr lang="en-US" b="0" i="0" dirty="0">
                <a:solidFill>
                  <a:srgbClr val="5F6364"/>
                </a:solidFill>
                <a:effectLst/>
                <a:latin typeface="Consolas" panose="020B0609020204030204" pitchFamily="49" charset="0"/>
              </a:rPr>
              <a:t>});</a:t>
            </a:r>
            <a:r>
              <a:rPr lang="en-US" b="0" i="0" dirty="0">
                <a:solidFill>
                  <a:srgbClr val="000000"/>
                </a:solidFill>
                <a:effectLst/>
                <a:latin typeface="Consolas" panose="020B0609020204030204" pitchFamily="49" charset="0"/>
              </a:rPr>
              <a:t> </a:t>
            </a:r>
            <a:r>
              <a:rPr lang="en-US" b="0" i="0" dirty="0">
                <a:solidFill>
                  <a:srgbClr val="5F6364"/>
                </a:solidFill>
                <a:effectLst/>
                <a:latin typeface="Consolas" panose="020B0609020204030204" pitchFamily="49" charset="0"/>
              </a:rPr>
              <a:t>&lt;/</a:t>
            </a:r>
            <a:r>
              <a:rPr lang="en-US" b="0" i="0" dirty="0">
                <a:solidFill>
                  <a:srgbClr val="990055"/>
                </a:solidFill>
                <a:effectLst/>
                <a:latin typeface="Consolas" panose="020B0609020204030204" pitchFamily="49" charset="0"/>
              </a:rPr>
              <a:t>script</a:t>
            </a:r>
            <a:r>
              <a:rPr lang="en-US" b="0" i="0" dirty="0">
                <a:solidFill>
                  <a:srgbClr val="5F6364"/>
                </a:solidFill>
                <a:effectLst/>
                <a:latin typeface="Consolas" panose="020B0609020204030204" pitchFamily="49" charset="0"/>
              </a:rPr>
              <a:t>&gt;</a:t>
            </a:r>
            <a:endParaRPr lang="en-IN" dirty="0"/>
          </a:p>
        </p:txBody>
      </p:sp>
    </p:spTree>
    <p:extLst>
      <p:ext uri="{BB962C8B-B14F-4D97-AF65-F5344CB8AC3E}">
        <p14:creationId xmlns:p14="http://schemas.microsoft.com/office/powerpoint/2010/main" val="39351474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6E9B5F-E37B-4064-A2B0-77B83ACEE628}"/>
              </a:ext>
            </a:extLst>
          </p:cNvPr>
          <p:cNvSpPr>
            <a:spLocks noGrp="1"/>
          </p:cNvSpPr>
          <p:nvPr>
            <p:ph type="title"/>
          </p:nvPr>
        </p:nvSpPr>
        <p:spPr>
          <a:xfrm>
            <a:off x="1779638" y="365126"/>
            <a:ext cx="9574161" cy="441120"/>
          </a:xfrm>
        </p:spPr>
        <p:txBody>
          <a:bodyPr>
            <a:normAutofit fontScale="90000"/>
          </a:bodyPr>
          <a:lstStyle/>
          <a:p>
            <a:r>
              <a:rPr lang="en-IN" b="1" i="0" dirty="0">
                <a:solidFill>
                  <a:srgbClr val="262626"/>
                </a:solidFill>
                <a:effectLst/>
                <a:latin typeface="-apple-system"/>
              </a:rPr>
              <a:t>Click Events</a:t>
            </a:r>
            <a:endParaRPr lang="en-IN" dirty="0"/>
          </a:p>
        </p:txBody>
      </p:sp>
      <p:sp>
        <p:nvSpPr>
          <p:cNvPr id="3" name="Content Placeholder 2">
            <a:extLst>
              <a:ext uri="{FF2B5EF4-FFF2-40B4-BE49-F238E27FC236}">
                <a16:creationId xmlns:a16="http://schemas.microsoft.com/office/drawing/2014/main" id="{8E9A1C43-1C33-428C-B4BA-C0A55E84FBC8}"/>
              </a:ext>
            </a:extLst>
          </p:cNvPr>
          <p:cNvSpPr>
            <a:spLocks noGrp="1"/>
          </p:cNvSpPr>
          <p:nvPr>
            <p:ph idx="1"/>
          </p:nvPr>
        </p:nvSpPr>
        <p:spPr>
          <a:xfrm>
            <a:off x="444910" y="1117703"/>
            <a:ext cx="4982496" cy="4351338"/>
          </a:xfrm>
        </p:spPr>
        <p:txBody>
          <a:bodyPr/>
          <a:lstStyle/>
          <a:p>
            <a:r>
              <a:rPr lang="en-US" dirty="0"/>
              <a:t>The jQuery click() method attach an event handler function to the selected elements for "click" event. The attached function is executed when the user clicks on that element. The following example will hide the &lt;p&gt; elements on a page when they are clicked.</a:t>
            </a:r>
            <a:endParaRPr lang="en-IN" dirty="0"/>
          </a:p>
        </p:txBody>
      </p:sp>
      <p:sp>
        <p:nvSpPr>
          <p:cNvPr id="5" name="TextBox 4">
            <a:extLst>
              <a:ext uri="{FF2B5EF4-FFF2-40B4-BE49-F238E27FC236}">
                <a16:creationId xmlns:a16="http://schemas.microsoft.com/office/drawing/2014/main" id="{26FEB312-8CC8-4F23-A308-C07E154BDAA4}"/>
              </a:ext>
            </a:extLst>
          </p:cNvPr>
          <p:cNvSpPr txBox="1"/>
          <p:nvPr/>
        </p:nvSpPr>
        <p:spPr>
          <a:xfrm>
            <a:off x="5978014" y="0"/>
            <a:ext cx="6135328" cy="6740307"/>
          </a:xfrm>
          <a:prstGeom prst="rect">
            <a:avLst/>
          </a:prstGeom>
          <a:noFill/>
        </p:spPr>
        <p:txBody>
          <a:bodyPr wrap="square">
            <a:spAutoFit/>
          </a:bodyPr>
          <a:lstStyle/>
          <a:p>
            <a:r>
              <a:rPr lang="en-IN" b="0" dirty="0">
                <a:solidFill>
                  <a:srgbClr val="000000"/>
                </a:solidFill>
                <a:effectLst/>
                <a:latin typeface="Consolas" panose="020B0609020204030204" pitchFamily="49" charset="0"/>
              </a:rPr>
              <a:t>&lt;!</a:t>
            </a:r>
            <a:r>
              <a:rPr lang="en-IN" b="0" dirty="0">
                <a:solidFill>
                  <a:srgbClr val="0070C1"/>
                </a:solidFill>
                <a:effectLst/>
                <a:latin typeface="Consolas" panose="020B0609020204030204" pitchFamily="49" charset="0"/>
              </a:rPr>
              <a:t>DOCTYPE</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html</a:t>
            </a:r>
            <a:r>
              <a:rPr lang="en-IN" b="0" dirty="0">
                <a:solidFill>
                  <a:srgbClr val="000000"/>
                </a:solidFill>
                <a:effectLst/>
                <a:latin typeface="Consolas" panose="020B0609020204030204" pitchFamily="49" charset="0"/>
              </a:rPr>
              <a:t>&gt;</a:t>
            </a:r>
          </a:p>
          <a:p>
            <a:r>
              <a:rPr lang="en-IN" b="0" dirty="0">
                <a:solidFill>
                  <a:srgbClr val="800000"/>
                </a:solidFill>
                <a:effectLst/>
                <a:latin typeface="Consolas" panose="020B0609020204030204" pitchFamily="49" charset="0"/>
              </a:rPr>
              <a:t>&lt;html</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lang</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en</a:t>
            </a:r>
            <a:r>
              <a:rPr lang="en-IN" b="0" dirty="0">
                <a:solidFill>
                  <a:srgbClr val="A31515"/>
                </a:solidFill>
                <a:effectLst/>
                <a:latin typeface="Consolas" panose="020B0609020204030204" pitchFamily="49" charset="0"/>
              </a:rPr>
              <a:t>"</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&lt;head&gt;&lt;meta</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charset</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"utf-8"</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&lt;title&gt;</a:t>
            </a:r>
            <a:r>
              <a:rPr lang="en-IN" b="0" dirty="0">
                <a:solidFill>
                  <a:srgbClr val="000000"/>
                </a:solidFill>
                <a:effectLst/>
                <a:latin typeface="Consolas" panose="020B0609020204030204" pitchFamily="49" charset="0"/>
              </a:rPr>
              <a:t>Executing a Function on Click Event in jQuery</a:t>
            </a:r>
            <a:r>
              <a:rPr lang="en-IN" b="0" dirty="0">
                <a:solidFill>
                  <a:srgbClr val="800000"/>
                </a:solidFill>
                <a:effectLst/>
                <a:latin typeface="Consolas" panose="020B0609020204030204" pitchFamily="49" charset="0"/>
              </a:rPr>
              <a:t>&lt;/title&gt;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&lt;script</a:t>
            </a:r>
            <a:r>
              <a:rPr lang="en-IN" b="0" dirty="0">
                <a:solidFill>
                  <a:srgbClr val="000000"/>
                </a:solidFill>
                <a:effectLst/>
                <a:latin typeface="Consolas" panose="020B0609020204030204" pitchFamily="49" charset="0"/>
              </a:rPr>
              <a:t> </a:t>
            </a:r>
            <a:r>
              <a:rPr lang="en-IN" b="0" dirty="0" err="1">
                <a:solidFill>
                  <a:srgbClr val="FF0000"/>
                </a:solidFill>
                <a:effectLst/>
                <a:latin typeface="Consolas" panose="020B0609020204030204" pitchFamily="49" charset="0"/>
              </a:rPr>
              <a:t>src</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“../jquery-3.6.0.js"</a:t>
            </a:r>
            <a:r>
              <a:rPr lang="en-IN" b="0" dirty="0">
                <a:solidFill>
                  <a:srgbClr val="800000"/>
                </a:solidFill>
                <a:effectLst/>
                <a:latin typeface="Consolas" panose="020B0609020204030204" pitchFamily="49" charset="0"/>
              </a:rPr>
              <a:t>&gt;&lt;/script&gt;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&lt;style&gt;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p</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padding</a:t>
            </a:r>
            <a:r>
              <a:rPr lang="en-IN" b="0" dirty="0">
                <a:solidFill>
                  <a:srgbClr val="000000"/>
                </a:solidFill>
                <a:effectLst/>
                <a:latin typeface="Consolas" panose="020B0609020204030204" pitchFamily="49" charset="0"/>
              </a:rPr>
              <a:t>: 20</a:t>
            </a:r>
            <a:r>
              <a:rPr lang="en-IN" b="0" dirty="0">
                <a:solidFill>
                  <a:srgbClr val="001080"/>
                </a:solidFill>
                <a:effectLst/>
                <a:latin typeface="Consolas" panose="020B0609020204030204" pitchFamily="49" charset="0"/>
              </a:rPr>
              <a:t>px</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font</a:t>
            </a:r>
            <a:r>
              <a:rPr lang="en-IN" b="0" dirty="0">
                <a:solidFill>
                  <a:srgbClr val="000000"/>
                </a:solidFill>
                <a:effectLst/>
                <a:latin typeface="Consolas" panose="020B0609020204030204" pitchFamily="49" charset="0"/>
              </a:rPr>
              <a:t>: 20</a:t>
            </a:r>
            <a:r>
              <a:rPr lang="en-IN" b="0" dirty="0">
                <a:solidFill>
                  <a:srgbClr val="001080"/>
                </a:solidFill>
                <a:effectLst/>
                <a:latin typeface="Consolas" panose="020B0609020204030204" pitchFamily="49" charset="0"/>
              </a:rPr>
              <a:t>px</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sans</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serif</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background</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khaki</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&lt;/style&gt;&lt;script&gt;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$(document).ready(function()</a:t>
            </a:r>
            <a:r>
              <a:rPr lang="en-IN" b="0" dirty="0">
                <a:solidFill>
                  <a:srgbClr val="0000FF"/>
                </a:solidFill>
                <a:effectLst/>
                <a:latin typeface="Consolas" panose="020B0609020204030204" pitchFamily="49" charset="0"/>
              </a:rPr>
              <a: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795E26"/>
                </a:solidFill>
                <a:effectLst/>
                <a:latin typeface="Consolas" panose="020B0609020204030204" pitchFamily="49" charset="0"/>
              </a:rPr>
              <a:t>$</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"p"</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click</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795E26"/>
                </a:solidFill>
                <a:effectLst/>
                <a:latin typeface="Consolas" panose="020B0609020204030204" pitchFamily="49" charset="0"/>
              </a:rPr>
              <a:t>$</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this</a:t>
            </a:r>
            <a:r>
              <a:rPr lang="en-IN" b="0" dirty="0">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slideUp</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p>
          <a:p>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a:t>
            </a:r>
          </a:p>
          <a:p>
            <a:r>
              <a:rPr lang="en-IN" b="0" dirty="0">
                <a:solidFill>
                  <a:srgbClr val="800000"/>
                </a:solidFill>
                <a:effectLst/>
                <a:latin typeface="Consolas" panose="020B0609020204030204" pitchFamily="49" charset="0"/>
              </a:rPr>
              <a:t>&lt;/script&gt;&lt;/head&gt;&lt;body&gt;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&lt;p&gt;</a:t>
            </a:r>
            <a:r>
              <a:rPr lang="en-IN" b="0" dirty="0">
                <a:solidFill>
                  <a:srgbClr val="000000"/>
                </a:solidFill>
                <a:effectLst/>
                <a:latin typeface="Consolas" panose="020B0609020204030204" pitchFamily="49" charset="0"/>
              </a:rPr>
              <a:t>Click on me and I'll disappear.</a:t>
            </a:r>
            <a:r>
              <a:rPr lang="en-IN" b="0" dirty="0">
                <a:solidFill>
                  <a:srgbClr val="800000"/>
                </a:solidFill>
                <a:effectLst/>
                <a:latin typeface="Consolas" panose="020B0609020204030204" pitchFamily="49" charset="0"/>
              </a:rPr>
              <a:t>&lt;/p&gt;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&lt;p&gt;</a:t>
            </a:r>
            <a:r>
              <a:rPr lang="en-IN" b="0" dirty="0">
                <a:solidFill>
                  <a:srgbClr val="000000"/>
                </a:solidFill>
                <a:effectLst/>
                <a:latin typeface="Consolas" panose="020B0609020204030204" pitchFamily="49" charset="0"/>
              </a:rPr>
              <a:t>Click on me and I'll disappear.</a:t>
            </a:r>
            <a:r>
              <a:rPr lang="en-IN" b="0" dirty="0">
                <a:solidFill>
                  <a:srgbClr val="800000"/>
                </a:solidFill>
                <a:effectLst/>
                <a:latin typeface="Consolas" panose="020B0609020204030204" pitchFamily="49" charset="0"/>
              </a:rPr>
              <a:t>&lt;/p&gt;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&lt;p&gt;</a:t>
            </a:r>
            <a:r>
              <a:rPr lang="en-IN" b="0" dirty="0">
                <a:solidFill>
                  <a:srgbClr val="000000"/>
                </a:solidFill>
                <a:effectLst/>
                <a:latin typeface="Consolas" panose="020B0609020204030204" pitchFamily="49" charset="0"/>
              </a:rPr>
              <a:t>Click on me and I'll disappear.</a:t>
            </a:r>
            <a:r>
              <a:rPr lang="en-IN" b="0" dirty="0">
                <a:solidFill>
                  <a:srgbClr val="800000"/>
                </a:solidFill>
                <a:effectLst/>
                <a:latin typeface="Consolas" panose="020B0609020204030204" pitchFamily="49" charset="0"/>
              </a:rPr>
              <a:t>&lt;/p&gt;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&lt;/body&gt;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&lt;/html&gt;</a:t>
            </a:r>
            <a:endParaRPr lang="en-IN" b="0" dirty="0">
              <a:solidFill>
                <a:srgbClr val="000000"/>
              </a:solidFill>
              <a:effectLst/>
              <a:latin typeface="Consolas" panose="020B0609020204030204" pitchFamily="49" charset="0"/>
            </a:endParaRPr>
          </a:p>
          <a:p>
            <a:endParaRPr lang="en-IN"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19935789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3D45397-37BE-4205-8833-5F2B7B84AB31}"/>
              </a:ext>
            </a:extLst>
          </p:cNvPr>
          <p:cNvSpPr txBox="1"/>
          <p:nvPr/>
        </p:nvSpPr>
        <p:spPr>
          <a:xfrm>
            <a:off x="1" y="696425"/>
            <a:ext cx="5260258" cy="5465150"/>
          </a:xfrm>
          <a:prstGeom prst="rect">
            <a:avLst/>
          </a:prstGeom>
          <a:noFill/>
        </p:spPr>
        <p:txBody>
          <a:bodyPr wrap="square">
            <a:spAutoFit/>
          </a:bodyPr>
          <a:lstStyle/>
          <a:p>
            <a:pPr fontAlgn="base">
              <a:lnSpc>
                <a:spcPct val="107000"/>
              </a:lnSpc>
              <a:spcBef>
                <a:spcPts val="1500"/>
              </a:spcBef>
              <a:spcAft>
                <a:spcPts val="750"/>
              </a:spcAft>
            </a:pPr>
            <a:r>
              <a:rPr lang="en-IN" sz="1600" b="1" dirty="0">
                <a:solidFill>
                  <a:srgbClr val="262626"/>
                </a:solidFill>
                <a:latin typeface="Courier New" panose="02070309020205020404" pitchFamily="49" charset="0"/>
                <a:cs typeface="Times New Roman" panose="02020603050405020304" pitchFamily="18" charset="0"/>
              </a:rPr>
              <a:t>The </a:t>
            </a:r>
            <a:r>
              <a:rPr lang="en-IN" sz="1600" b="1" dirty="0" err="1">
                <a:solidFill>
                  <a:srgbClr val="262626"/>
                </a:solidFill>
                <a:latin typeface="Courier New" panose="02070309020205020404" pitchFamily="49" charset="0"/>
                <a:cs typeface="Times New Roman" panose="02020603050405020304" pitchFamily="18" charset="0"/>
              </a:rPr>
              <a:t>dblclick</a:t>
            </a:r>
            <a:r>
              <a:rPr lang="en-IN" sz="1600" b="1" dirty="0">
                <a:solidFill>
                  <a:srgbClr val="262626"/>
                </a:solidFill>
                <a:latin typeface="Courier New" panose="02070309020205020404" pitchFamily="49" charset="0"/>
                <a:cs typeface="Times New Roman" panose="02020603050405020304" pitchFamily="18" charset="0"/>
              </a:rPr>
              <a:t>() Method</a:t>
            </a:r>
          </a:p>
          <a:p>
            <a:pPr fontAlgn="base">
              <a:lnSpc>
                <a:spcPct val="107000"/>
              </a:lnSpc>
              <a:spcAft>
                <a:spcPts val="900"/>
              </a:spcAft>
            </a:pPr>
            <a:r>
              <a:rPr lang="en-IN"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The jQuery </a:t>
            </a:r>
            <a:r>
              <a:rPr lang="en-IN" sz="14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dblclick</a:t>
            </a:r>
            <a:r>
              <a:rPr lang="en-IN" sz="14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method attach an event handler function to the selected elements for "</a:t>
            </a:r>
            <a:r>
              <a:rPr lang="en-IN" sz="20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dblclick</a:t>
            </a:r>
            <a:r>
              <a:rPr lang="en-IN"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event. The attached function is executed when the user double-clicks on that element. The following example will hide the </a:t>
            </a:r>
            <a:r>
              <a:rPr lang="en-IN" sz="14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&lt;p&gt;</a:t>
            </a:r>
            <a:r>
              <a:rPr lang="en-IN"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elements when they are double-clicked</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2000"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&lt;</a:t>
            </a:r>
            <a:r>
              <a:rPr lang="en-IN" sz="2000" dirty="0">
                <a:solidFill>
                  <a:srgbClr val="990055"/>
                </a:solidFill>
                <a:effectLst/>
                <a:latin typeface="Courier New" panose="02070309020205020404" pitchFamily="49" charset="0"/>
                <a:ea typeface="Times New Roman" panose="02020603050405020304" pitchFamily="18" charset="0"/>
                <a:cs typeface="Times New Roman" panose="02020603050405020304" pitchFamily="18" charset="0"/>
              </a:rPr>
              <a:t>script</a:t>
            </a:r>
            <a:r>
              <a:rPr lang="en-IN" sz="2000"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&gt;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2000" dirty="0">
                <a:solidFill>
                  <a:srgbClr val="DD4A68"/>
                </a:solidFill>
                <a:effectLst/>
                <a:latin typeface="Courier New" panose="02070309020205020404" pitchFamily="49" charset="0"/>
                <a:ea typeface="Times New Roman" panose="02020603050405020304" pitchFamily="18" charset="0"/>
                <a:cs typeface="Times New Roman" panose="02020603050405020304" pitchFamily="18" charset="0"/>
              </a:rPr>
              <a:t>$</a:t>
            </a:r>
            <a:r>
              <a:rPr lang="en-IN" sz="2000"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a:t>
            </a:r>
            <a:r>
              <a:rPr lang="en-IN" sz="2000"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document</a:t>
            </a:r>
            <a:r>
              <a:rPr lang="en-IN" sz="2000"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a:t>
            </a:r>
            <a:r>
              <a:rPr lang="en-IN" sz="2000" dirty="0">
                <a:solidFill>
                  <a:srgbClr val="DD4A68"/>
                </a:solidFill>
                <a:effectLst/>
                <a:latin typeface="Courier New" panose="02070309020205020404" pitchFamily="49" charset="0"/>
                <a:ea typeface="Times New Roman" panose="02020603050405020304" pitchFamily="18" charset="0"/>
                <a:cs typeface="Times New Roman" panose="02020603050405020304" pitchFamily="18" charset="0"/>
              </a:rPr>
              <a:t>ready</a:t>
            </a:r>
            <a:r>
              <a:rPr lang="en-IN" sz="2000"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a:t>
            </a:r>
            <a:r>
              <a:rPr lang="en-IN" sz="2000" dirty="0">
                <a:solidFill>
                  <a:srgbClr val="0077AA"/>
                </a:solidFill>
                <a:effectLst/>
                <a:latin typeface="Courier New" panose="02070309020205020404" pitchFamily="49" charset="0"/>
                <a:ea typeface="Times New Roman" panose="02020603050405020304" pitchFamily="18" charset="0"/>
                <a:cs typeface="Times New Roman" panose="02020603050405020304" pitchFamily="18" charset="0"/>
              </a:rPr>
              <a:t>function</a:t>
            </a:r>
            <a:r>
              <a:rPr lang="en-IN" sz="2000"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2000"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t>
            </a:r>
            <a:r>
              <a:rPr lang="en-IN" sz="2000" dirty="0">
                <a:solidFill>
                  <a:srgbClr val="DD4A68"/>
                </a:solidFill>
                <a:effectLst/>
                <a:latin typeface="Courier New" panose="02070309020205020404" pitchFamily="49" charset="0"/>
                <a:ea typeface="Times New Roman" panose="02020603050405020304" pitchFamily="18" charset="0"/>
                <a:cs typeface="Times New Roman" panose="02020603050405020304" pitchFamily="18" charset="0"/>
              </a:rPr>
              <a:t>$</a:t>
            </a:r>
            <a:r>
              <a:rPr lang="en-IN" sz="2000"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a:t>
            </a:r>
            <a:r>
              <a:rPr lang="en-IN" sz="2000" dirty="0">
                <a:solidFill>
                  <a:srgbClr val="669900"/>
                </a:solidFill>
                <a:effectLst/>
                <a:latin typeface="Courier New" panose="02070309020205020404" pitchFamily="49" charset="0"/>
                <a:ea typeface="Times New Roman" panose="02020603050405020304" pitchFamily="18" charset="0"/>
                <a:cs typeface="Times New Roman" panose="02020603050405020304" pitchFamily="18" charset="0"/>
              </a:rPr>
              <a:t>"p"</a:t>
            </a:r>
            <a:r>
              <a:rPr lang="en-IN" sz="2000"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a:t>
            </a:r>
            <a:r>
              <a:rPr lang="en-IN" sz="2000" dirty="0" err="1">
                <a:solidFill>
                  <a:srgbClr val="DD4A68"/>
                </a:solidFill>
                <a:effectLst/>
                <a:latin typeface="Courier New" panose="02070309020205020404" pitchFamily="49" charset="0"/>
                <a:ea typeface="Times New Roman" panose="02020603050405020304" pitchFamily="18" charset="0"/>
                <a:cs typeface="Times New Roman" panose="02020603050405020304" pitchFamily="18" charset="0"/>
              </a:rPr>
              <a:t>dblclick</a:t>
            </a:r>
            <a:r>
              <a:rPr lang="en-IN" sz="2000"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a:t>
            </a:r>
            <a:r>
              <a:rPr lang="en-IN" sz="2000" dirty="0">
                <a:solidFill>
                  <a:srgbClr val="0077AA"/>
                </a:solidFill>
                <a:effectLst/>
                <a:latin typeface="Courier New" panose="02070309020205020404" pitchFamily="49" charset="0"/>
                <a:ea typeface="Times New Roman" panose="02020603050405020304" pitchFamily="18" charset="0"/>
                <a:cs typeface="Times New Roman" panose="02020603050405020304" pitchFamily="18" charset="0"/>
              </a:rPr>
              <a:t>function</a:t>
            </a:r>
            <a:r>
              <a:rPr lang="en-IN" sz="2000"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2000"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t>
            </a:r>
            <a:r>
              <a:rPr lang="en-IN" sz="2000" dirty="0">
                <a:solidFill>
                  <a:srgbClr val="DD4A68"/>
                </a:solidFill>
                <a:effectLst/>
                <a:latin typeface="Courier New" panose="02070309020205020404" pitchFamily="49" charset="0"/>
                <a:ea typeface="Times New Roman" panose="02020603050405020304" pitchFamily="18" charset="0"/>
                <a:cs typeface="Times New Roman" panose="02020603050405020304" pitchFamily="18" charset="0"/>
              </a:rPr>
              <a:t>$</a:t>
            </a:r>
            <a:r>
              <a:rPr lang="en-IN" sz="2000"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a:t>
            </a:r>
            <a:r>
              <a:rPr lang="en-IN" sz="2000" dirty="0">
                <a:solidFill>
                  <a:srgbClr val="0077AA"/>
                </a:solidFill>
                <a:effectLst/>
                <a:latin typeface="Courier New" panose="02070309020205020404" pitchFamily="49" charset="0"/>
                <a:ea typeface="Times New Roman" panose="02020603050405020304" pitchFamily="18" charset="0"/>
                <a:cs typeface="Times New Roman" panose="02020603050405020304" pitchFamily="18" charset="0"/>
              </a:rPr>
              <a:t>this</a:t>
            </a:r>
            <a:r>
              <a:rPr lang="en-IN" sz="2000"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a:t>
            </a:r>
            <a:r>
              <a:rPr lang="en-IN" sz="2000" dirty="0" err="1">
                <a:solidFill>
                  <a:srgbClr val="DD4A68"/>
                </a:solidFill>
                <a:effectLst/>
                <a:latin typeface="Courier New" panose="02070309020205020404" pitchFamily="49" charset="0"/>
                <a:ea typeface="Times New Roman" panose="02020603050405020304" pitchFamily="18" charset="0"/>
                <a:cs typeface="Times New Roman" panose="02020603050405020304" pitchFamily="18" charset="0"/>
              </a:rPr>
              <a:t>slideUp</a:t>
            </a:r>
            <a:r>
              <a:rPr lang="en-IN" sz="2000"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2000"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t>
            </a:r>
            <a:r>
              <a:rPr lang="en-IN" sz="2000"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2000"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2000"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&lt;/</a:t>
            </a:r>
            <a:r>
              <a:rPr lang="en-IN" sz="2000" dirty="0">
                <a:solidFill>
                  <a:srgbClr val="990055"/>
                </a:solidFill>
                <a:effectLst/>
                <a:latin typeface="Courier New" panose="02070309020205020404" pitchFamily="49" charset="0"/>
                <a:ea typeface="Times New Roman" panose="02020603050405020304" pitchFamily="18" charset="0"/>
                <a:cs typeface="Times New Roman" panose="02020603050405020304" pitchFamily="18" charset="0"/>
              </a:rPr>
              <a:t>script</a:t>
            </a:r>
            <a:r>
              <a:rPr lang="en-IN" sz="2000"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&gt;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64676350-C605-419A-A3F9-7DAC4AF00F7F}"/>
              </a:ext>
            </a:extLst>
          </p:cNvPr>
          <p:cNvSpPr txBox="1"/>
          <p:nvPr/>
        </p:nvSpPr>
        <p:spPr>
          <a:xfrm>
            <a:off x="5171768" y="-44942"/>
            <a:ext cx="6882580" cy="6740307"/>
          </a:xfrm>
          <a:prstGeom prst="rect">
            <a:avLst/>
          </a:prstGeom>
          <a:noFill/>
        </p:spPr>
        <p:txBody>
          <a:bodyPr wrap="square">
            <a:spAutoFit/>
          </a:bodyPr>
          <a:lstStyle/>
          <a:p>
            <a:r>
              <a:rPr lang="en-IN" b="0" dirty="0">
                <a:solidFill>
                  <a:srgbClr val="800000"/>
                </a:solidFill>
                <a:effectLst/>
                <a:latin typeface="Consolas" panose="020B0609020204030204" pitchFamily="49" charset="0"/>
              </a:rPr>
              <a:t>&lt;!DOCTYPE</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html</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&lt;html</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lang</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err="1">
                <a:solidFill>
                  <a:srgbClr val="0000FF"/>
                </a:solidFill>
                <a:effectLst/>
                <a:latin typeface="Consolas" panose="020B0609020204030204" pitchFamily="49" charset="0"/>
              </a:rPr>
              <a:t>en</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&lt;head&gt;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&lt;meta</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charset</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"utf-8"</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&lt;title&gt;</a:t>
            </a:r>
            <a:r>
              <a:rPr lang="en-IN" b="0" dirty="0">
                <a:solidFill>
                  <a:srgbClr val="000000"/>
                </a:solidFill>
                <a:effectLst/>
                <a:latin typeface="Consolas" panose="020B0609020204030204" pitchFamily="49" charset="0"/>
              </a:rPr>
              <a:t>Executing a Function on Double-click Event in jQuery</a:t>
            </a:r>
            <a:r>
              <a:rPr lang="en-IN" b="0" dirty="0">
                <a:solidFill>
                  <a:srgbClr val="800000"/>
                </a:solidFill>
                <a:effectLst/>
                <a:latin typeface="Consolas" panose="020B0609020204030204" pitchFamily="49" charset="0"/>
              </a:rPr>
              <a:t>&lt;/title&gt;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&lt;script</a:t>
            </a:r>
            <a:r>
              <a:rPr lang="en-IN" b="0" dirty="0">
                <a:solidFill>
                  <a:srgbClr val="000000"/>
                </a:solidFill>
                <a:effectLst/>
                <a:latin typeface="Consolas" panose="020B0609020204030204" pitchFamily="49" charset="0"/>
              </a:rPr>
              <a:t> </a:t>
            </a:r>
            <a:r>
              <a:rPr lang="en-IN" b="0" dirty="0" err="1">
                <a:solidFill>
                  <a:srgbClr val="FF0000"/>
                </a:solidFill>
                <a:effectLst/>
                <a:latin typeface="Consolas" panose="020B0609020204030204" pitchFamily="49" charset="0"/>
              </a:rPr>
              <a:t>src</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"../jquery-3.6.0.js"</a:t>
            </a:r>
            <a:r>
              <a:rPr lang="en-IN" b="0" dirty="0">
                <a:solidFill>
                  <a:srgbClr val="800000"/>
                </a:solidFill>
                <a:effectLst/>
                <a:latin typeface="Consolas" panose="020B0609020204030204" pitchFamily="49" charset="0"/>
              </a:rPr>
              <a:t>&gt;&lt;/script&gt;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&lt;style&gt;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p</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padding</a:t>
            </a:r>
            <a:r>
              <a:rPr lang="en-IN" b="0" dirty="0">
                <a:solidFill>
                  <a:srgbClr val="000000"/>
                </a:solidFill>
                <a:effectLst/>
                <a:latin typeface="Consolas" panose="020B0609020204030204" pitchFamily="49" charset="0"/>
              </a:rPr>
              <a:t>: </a:t>
            </a:r>
            <a:r>
              <a:rPr lang="en-IN" b="0" dirty="0">
                <a:solidFill>
                  <a:srgbClr val="098658"/>
                </a:solidFill>
                <a:effectLst/>
                <a:latin typeface="Consolas" panose="020B0609020204030204" pitchFamily="49" charset="0"/>
              </a:rPr>
              <a:t>20px</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font</a:t>
            </a:r>
            <a:r>
              <a:rPr lang="en-IN" b="0" dirty="0">
                <a:solidFill>
                  <a:srgbClr val="000000"/>
                </a:solidFill>
                <a:effectLst/>
                <a:latin typeface="Consolas" panose="020B0609020204030204" pitchFamily="49" charset="0"/>
              </a:rPr>
              <a:t>: </a:t>
            </a:r>
            <a:r>
              <a:rPr lang="en-IN" b="0" dirty="0">
                <a:solidFill>
                  <a:srgbClr val="098658"/>
                </a:solidFill>
                <a:effectLst/>
                <a:latin typeface="Consolas" panose="020B0609020204030204" pitchFamily="49" charset="0"/>
              </a:rPr>
              <a:t>20px</a:t>
            </a:r>
            <a:r>
              <a:rPr lang="en-IN" b="0" dirty="0">
                <a:solidFill>
                  <a:srgbClr val="000000"/>
                </a:solidFill>
                <a:effectLst/>
                <a:latin typeface="Consolas" panose="020B0609020204030204" pitchFamily="49" charset="0"/>
              </a:rPr>
              <a:t> </a:t>
            </a:r>
            <a:r>
              <a:rPr lang="en-IN" b="0" dirty="0">
                <a:solidFill>
                  <a:srgbClr val="0451A5"/>
                </a:solidFill>
                <a:effectLst/>
                <a:latin typeface="Consolas" panose="020B0609020204030204" pitchFamily="49" charset="0"/>
              </a:rPr>
              <a:t>sans-serif</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background</a:t>
            </a:r>
            <a:r>
              <a:rPr lang="en-IN" b="0" dirty="0">
                <a:solidFill>
                  <a:srgbClr val="000000"/>
                </a:solidFill>
                <a:effectLst/>
                <a:latin typeface="Consolas" panose="020B0609020204030204" pitchFamily="49" charset="0"/>
              </a:rPr>
              <a:t>: </a:t>
            </a:r>
            <a:r>
              <a:rPr lang="en-IN" b="0" dirty="0">
                <a:solidFill>
                  <a:srgbClr val="0451A5"/>
                </a:solidFill>
                <a:effectLst/>
                <a:latin typeface="Consolas" panose="020B0609020204030204" pitchFamily="49" charset="0"/>
              </a:rPr>
              <a:t>khaki</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p>
          <a:p>
            <a:r>
              <a:rPr lang="en-IN" b="0" dirty="0">
                <a:solidFill>
                  <a:srgbClr val="800000"/>
                </a:solidFill>
                <a:effectLst/>
                <a:latin typeface="Consolas" panose="020B0609020204030204" pitchFamily="49" charset="0"/>
              </a:rPr>
              <a:t>&lt;/style&gt;&lt;script&gt;</a:t>
            </a:r>
            <a:endParaRPr lang="en-IN" b="0" dirty="0">
              <a:solidFill>
                <a:srgbClr val="000000"/>
              </a:solidFill>
              <a:effectLst/>
              <a:latin typeface="Consolas" panose="020B0609020204030204" pitchFamily="49" charset="0"/>
            </a:endParaRPr>
          </a:p>
          <a:p>
            <a:r>
              <a:rPr lang="en-IN" b="0" dirty="0">
                <a:solidFill>
                  <a:srgbClr val="795E26"/>
                </a:solidFill>
                <a:effectLst/>
                <a:latin typeface="Consolas" panose="020B0609020204030204" pitchFamily="49" charset="0"/>
              </a:rPr>
              <a:t>$</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document</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ready</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795E26"/>
                </a:solidFill>
                <a:effectLst/>
                <a:latin typeface="Consolas" panose="020B0609020204030204" pitchFamily="49" charset="0"/>
              </a:rPr>
              <a:t>$</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"p"</a:t>
            </a:r>
            <a:r>
              <a:rPr lang="en-IN" b="0" dirty="0">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dblclick</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795E26"/>
                </a:solidFill>
                <a:effectLst/>
                <a:latin typeface="Consolas" panose="020B0609020204030204" pitchFamily="49" charset="0"/>
              </a:rPr>
              <a:t>$</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this</a:t>
            </a:r>
            <a:r>
              <a:rPr lang="en-IN" b="0" dirty="0">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slideUp</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a:t>
            </a:r>
          </a:p>
          <a:p>
            <a:r>
              <a:rPr lang="en-IN" b="0" dirty="0">
                <a:solidFill>
                  <a:srgbClr val="800000"/>
                </a:solidFill>
                <a:effectLst/>
                <a:latin typeface="Consolas" panose="020B0609020204030204" pitchFamily="49" charset="0"/>
              </a:rPr>
              <a:t>&lt;/script&gt;&lt;/head&gt;&lt;body&gt;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&lt;p&gt;</a:t>
            </a:r>
            <a:r>
              <a:rPr lang="en-IN" b="0" dirty="0">
                <a:solidFill>
                  <a:srgbClr val="000000"/>
                </a:solidFill>
                <a:effectLst/>
                <a:latin typeface="Consolas" panose="020B0609020204030204" pitchFamily="49" charset="0"/>
              </a:rPr>
              <a:t>Double-click on me and I'll disappear.</a:t>
            </a:r>
            <a:r>
              <a:rPr lang="en-IN" b="0" dirty="0">
                <a:solidFill>
                  <a:srgbClr val="800000"/>
                </a:solidFill>
                <a:effectLst/>
                <a:latin typeface="Consolas" panose="020B0609020204030204" pitchFamily="49" charset="0"/>
              </a:rPr>
              <a:t>&lt;/p&gt;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&lt;p&gt;</a:t>
            </a:r>
            <a:r>
              <a:rPr lang="en-IN" b="0" dirty="0">
                <a:solidFill>
                  <a:srgbClr val="000000"/>
                </a:solidFill>
                <a:effectLst/>
                <a:latin typeface="Consolas" panose="020B0609020204030204" pitchFamily="49" charset="0"/>
              </a:rPr>
              <a:t>Double-click on me and I'll disappear.</a:t>
            </a:r>
            <a:r>
              <a:rPr lang="en-IN" b="0" dirty="0">
                <a:solidFill>
                  <a:srgbClr val="800000"/>
                </a:solidFill>
                <a:effectLst/>
                <a:latin typeface="Consolas" panose="020B0609020204030204" pitchFamily="49" charset="0"/>
              </a:rPr>
              <a:t>&lt;/p&gt;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&lt;p&gt;</a:t>
            </a:r>
            <a:r>
              <a:rPr lang="en-IN" b="0" dirty="0">
                <a:solidFill>
                  <a:srgbClr val="000000"/>
                </a:solidFill>
                <a:effectLst/>
                <a:latin typeface="Consolas" panose="020B0609020204030204" pitchFamily="49" charset="0"/>
              </a:rPr>
              <a:t>Double-click on me and I'll disappear.</a:t>
            </a:r>
            <a:r>
              <a:rPr lang="en-IN" b="0" dirty="0">
                <a:solidFill>
                  <a:srgbClr val="800000"/>
                </a:solidFill>
                <a:effectLst/>
                <a:latin typeface="Consolas" panose="020B0609020204030204" pitchFamily="49" charset="0"/>
              </a:rPr>
              <a:t>&lt;/p&gt;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&lt;/body&gt;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&lt;/html&gt;</a:t>
            </a:r>
            <a:endParaRPr lang="en-IN"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31586637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D4F8CAE-3F11-4BA6-82AE-6A92678985BB}"/>
              </a:ext>
            </a:extLst>
          </p:cNvPr>
          <p:cNvSpPr txBox="1"/>
          <p:nvPr/>
        </p:nvSpPr>
        <p:spPr>
          <a:xfrm>
            <a:off x="235974" y="0"/>
            <a:ext cx="5860026" cy="6502870"/>
          </a:xfrm>
          <a:prstGeom prst="rect">
            <a:avLst/>
          </a:prstGeom>
          <a:noFill/>
        </p:spPr>
        <p:txBody>
          <a:bodyPr wrap="square">
            <a:spAutoFit/>
          </a:bodyPr>
          <a:lstStyle/>
          <a:p>
            <a:pPr algn="ctr" fontAlgn="base">
              <a:lnSpc>
                <a:spcPct val="107000"/>
              </a:lnSpc>
              <a:spcBef>
                <a:spcPts val="1500"/>
              </a:spcBef>
              <a:spcAft>
                <a:spcPts val="750"/>
              </a:spcAft>
            </a:pPr>
            <a:r>
              <a:rPr lang="en-IN" sz="1600" b="1" dirty="0">
                <a:solidFill>
                  <a:srgbClr val="262626"/>
                </a:solidFill>
                <a:latin typeface="Courier New" panose="02070309020205020404" pitchFamily="49" charset="0"/>
                <a:cs typeface="Times New Roman" panose="02020603050405020304" pitchFamily="18" charset="0"/>
              </a:rPr>
              <a:t>The hover() Method</a:t>
            </a:r>
          </a:p>
          <a:p>
            <a:pPr fontAlgn="base">
              <a:lnSpc>
                <a:spcPct val="107000"/>
              </a:lnSpc>
              <a:spcAft>
                <a:spcPts val="900"/>
              </a:spcAft>
            </a:pPr>
            <a:r>
              <a:rPr lang="en-IN" sz="16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The jQuery </a:t>
            </a:r>
            <a:r>
              <a:rPr lang="en-IN" sz="16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hover()</a:t>
            </a:r>
            <a:r>
              <a:rPr lang="en-IN" sz="16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method attach one or two event handler functions to the selected elements that is executed when the mouse pointer enters and leaves the elements. The first function is executed when the user place the mouse pointer over an element, whereas the second function is executed when the user removes the mouse pointer from that element.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900"/>
              </a:spcAft>
            </a:pPr>
            <a:r>
              <a:rPr lang="en-IN" sz="16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The following example will highlight </a:t>
            </a:r>
            <a:r>
              <a:rPr lang="en-IN" sz="16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&lt;p&gt;</a:t>
            </a:r>
            <a:r>
              <a:rPr lang="en-IN" sz="16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elements when you place the cursor on it, the highlighting will be removed when you remove the cursor.</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&lt;</a:t>
            </a:r>
            <a:r>
              <a:rPr lang="en-IN" sz="1600" dirty="0">
                <a:solidFill>
                  <a:srgbClr val="990055"/>
                </a:solidFill>
                <a:effectLst/>
                <a:latin typeface="Courier New" panose="02070309020205020404" pitchFamily="49" charset="0"/>
                <a:ea typeface="Times New Roman" panose="02020603050405020304" pitchFamily="18" charset="0"/>
                <a:cs typeface="Times New Roman" panose="02020603050405020304" pitchFamily="18" charset="0"/>
              </a:rPr>
              <a:t>script</a:t>
            </a:r>
            <a:r>
              <a:rPr lang="en-IN" sz="1600"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&gt;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a:solidFill>
                  <a:srgbClr val="DD4A68"/>
                </a:solidFill>
                <a:effectLst/>
                <a:latin typeface="Courier New" panose="02070309020205020404" pitchFamily="49" charset="0"/>
                <a:ea typeface="Times New Roman" panose="02020603050405020304" pitchFamily="18" charset="0"/>
                <a:cs typeface="Times New Roman" panose="02020603050405020304" pitchFamily="18" charset="0"/>
              </a:rPr>
              <a:t>$</a:t>
            </a:r>
            <a:r>
              <a:rPr lang="en-IN" sz="1600"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a:t>
            </a:r>
            <a:r>
              <a:rPr lang="en-IN" sz="1600"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document</a:t>
            </a:r>
            <a:r>
              <a:rPr lang="en-IN" sz="1600"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a:t>
            </a:r>
            <a:r>
              <a:rPr lang="en-IN" sz="1600" dirty="0">
                <a:solidFill>
                  <a:srgbClr val="DD4A68"/>
                </a:solidFill>
                <a:effectLst/>
                <a:latin typeface="Courier New" panose="02070309020205020404" pitchFamily="49" charset="0"/>
                <a:ea typeface="Times New Roman" panose="02020603050405020304" pitchFamily="18" charset="0"/>
                <a:cs typeface="Times New Roman" panose="02020603050405020304" pitchFamily="18" charset="0"/>
              </a:rPr>
              <a:t>ready</a:t>
            </a:r>
            <a:r>
              <a:rPr lang="en-IN" sz="1600"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a:t>
            </a:r>
            <a:r>
              <a:rPr lang="en-IN" sz="1600" dirty="0">
                <a:solidFill>
                  <a:srgbClr val="0077AA"/>
                </a:solidFill>
                <a:effectLst/>
                <a:latin typeface="Courier New" panose="02070309020205020404" pitchFamily="49" charset="0"/>
                <a:ea typeface="Times New Roman" panose="02020603050405020304" pitchFamily="18" charset="0"/>
                <a:cs typeface="Times New Roman" panose="02020603050405020304" pitchFamily="18" charset="0"/>
              </a:rPr>
              <a:t>function</a:t>
            </a:r>
            <a:r>
              <a:rPr lang="en-IN" sz="1600"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t>
            </a:r>
            <a:r>
              <a:rPr lang="en-IN" sz="1600" dirty="0">
                <a:solidFill>
                  <a:srgbClr val="DD4A68"/>
                </a:solidFill>
                <a:effectLst/>
                <a:latin typeface="Courier New" panose="02070309020205020404" pitchFamily="49" charset="0"/>
                <a:ea typeface="Times New Roman" panose="02020603050405020304" pitchFamily="18" charset="0"/>
                <a:cs typeface="Times New Roman" panose="02020603050405020304" pitchFamily="18" charset="0"/>
              </a:rPr>
              <a:t>$</a:t>
            </a:r>
            <a:r>
              <a:rPr lang="en-IN" sz="1600"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a:t>
            </a:r>
            <a:r>
              <a:rPr lang="en-IN" sz="1600" dirty="0">
                <a:solidFill>
                  <a:srgbClr val="669900"/>
                </a:solidFill>
                <a:effectLst/>
                <a:latin typeface="Courier New" panose="02070309020205020404" pitchFamily="49" charset="0"/>
                <a:ea typeface="Times New Roman" panose="02020603050405020304" pitchFamily="18" charset="0"/>
                <a:cs typeface="Times New Roman" panose="02020603050405020304" pitchFamily="18" charset="0"/>
              </a:rPr>
              <a:t>"p"</a:t>
            </a:r>
            <a:r>
              <a:rPr lang="en-IN" sz="1600"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a:t>
            </a:r>
            <a:r>
              <a:rPr lang="en-IN" sz="1600" dirty="0">
                <a:solidFill>
                  <a:srgbClr val="DD4A68"/>
                </a:solidFill>
                <a:effectLst/>
                <a:latin typeface="Courier New" panose="02070309020205020404" pitchFamily="49" charset="0"/>
                <a:ea typeface="Times New Roman" panose="02020603050405020304" pitchFamily="18" charset="0"/>
                <a:cs typeface="Times New Roman" panose="02020603050405020304" pitchFamily="18" charset="0"/>
              </a:rPr>
              <a:t>hover</a:t>
            </a:r>
            <a:r>
              <a:rPr lang="en-IN" sz="1600"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a:t>
            </a:r>
            <a:r>
              <a:rPr lang="en-IN" sz="1600" dirty="0">
                <a:solidFill>
                  <a:srgbClr val="0077AA"/>
                </a:solidFill>
                <a:effectLst/>
                <a:latin typeface="Courier New" panose="02070309020205020404" pitchFamily="49" charset="0"/>
                <a:ea typeface="Times New Roman" panose="02020603050405020304" pitchFamily="18" charset="0"/>
                <a:cs typeface="Times New Roman" panose="02020603050405020304" pitchFamily="18" charset="0"/>
              </a:rPr>
              <a:t>function</a:t>
            </a:r>
            <a:r>
              <a:rPr lang="en-IN" sz="1600"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t>
            </a:r>
            <a:r>
              <a:rPr lang="en-IN" sz="1600" dirty="0">
                <a:solidFill>
                  <a:srgbClr val="DD4A68"/>
                </a:solidFill>
                <a:effectLst/>
                <a:latin typeface="Courier New" panose="02070309020205020404" pitchFamily="49" charset="0"/>
                <a:ea typeface="Times New Roman" panose="02020603050405020304" pitchFamily="18" charset="0"/>
                <a:cs typeface="Times New Roman" panose="02020603050405020304" pitchFamily="18" charset="0"/>
              </a:rPr>
              <a:t>$</a:t>
            </a:r>
            <a:r>
              <a:rPr lang="en-IN" sz="1600"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a:t>
            </a:r>
            <a:r>
              <a:rPr lang="en-IN" sz="1600" dirty="0">
                <a:solidFill>
                  <a:srgbClr val="0077AA"/>
                </a:solidFill>
                <a:effectLst/>
                <a:latin typeface="Courier New" panose="02070309020205020404" pitchFamily="49" charset="0"/>
                <a:ea typeface="Times New Roman" panose="02020603050405020304" pitchFamily="18" charset="0"/>
                <a:cs typeface="Times New Roman" panose="02020603050405020304" pitchFamily="18" charset="0"/>
              </a:rPr>
              <a:t>this</a:t>
            </a:r>
            <a:r>
              <a:rPr lang="en-IN" sz="1600"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a:t>
            </a:r>
            <a:r>
              <a:rPr lang="en-IN" sz="1600" dirty="0" err="1">
                <a:solidFill>
                  <a:srgbClr val="DD4A68"/>
                </a:solidFill>
                <a:effectLst/>
                <a:latin typeface="Courier New" panose="02070309020205020404" pitchFamily="49" charset="0"/>
                <a:ea typeface="Times New Roman" panose="02020603050405020304" pitchFamily="18" charset="0"/>
                <a:cs typeface="Times New Roman" panose="02020603050405020304" pitchFamily="18" charset="0"/>
              </a:rPr>
              <a:t>addClass</a:t>
            </a:r>
            <a:r>
              <a:rPr lang="en-IN" sz="1600"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a:t>
            </a:r>
            <a:r>
              <a:rPr lang="en-IN" sz="1600" dirty="0">
                <a:solidFill>
                  <a:srgbClr val="669900"/>
                </a:solidFill>
                <a:effectLst/>
                <a:latin typeface="Courier New" panose="02070309020205020404" pitchFamily="49" charset="0"/>
                <a:ea typeface="Times New Roman" panose="02020603050405020304" pitchFamily="18" charset="0"/>
                <a:cs typeface="Times New Roman" panose="02020603050405020304" pitchFamily="18" charset="0"/>
              </a:rPr>
              <a:t>"highlight"</a:t>
            </a:r>
            <a:r>
              <a:rPr lang="en-IN" sz="1600"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t>
            </a:r>
            <a:r>
              <a:rPr lang="en-IN" sz="1600"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a:t>
            </a:r>
            <a:r>
              <a:rPr lang="en-IN" sz="1600"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t>
            </a:r>
            <a:r>
              <a:rPr lang="en-IN" sz="1600" dirty="0">
                <a:solidFill>
                  <a:srgbClr val="0077AA"/>
                </a:solidFill>
                <a:effectLst/>
                <a:latin typeface="Courier New" panose="02070309020205020404" pitchFamily="49" charset="0"/>
                <a:ea typeface="Times New Roman" panose="02020603050405020304" pitchFamily="18" charset="0"/>
                <a:cs typeface="Times New Roman" panose="02020603050405020304" pitchFamily="18" charset="0"/>
              </a:rPr>
              <a:t>function</a:t>
            </a:r>
            <a:r>
              <a:rPr lang="en-IN" sz="1600"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t>
            </a:r>
            <a:r>
              <a:rPr lang="en-IN" sz="1600" dirty="0">
                <a:solidFill>
                  <a:srgbClr val="DD4A68"/>
                </a:solidFill>
                <a:effectLst/>
                <a:latin typeface="Courier New" panose="02070309020205020404" pitchFamily="49" charset="0"/>
                <a:ea typeface="Times New Roman" panose="02020603050405020304" pitchFamily="18" charset="0"/>
                <a:cs typeface="Times New Roman" panose="02020603050405020304" pitchFamily="18" charset="0"/>
              </a:rPr>
              <a:t>$</a:t>
            </a:r>
            <a:r>
              <a:rPr lang="en-IN" sz="1600"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a:t>
            </a:r>
            <a:r>
              <a:rPr lang="en-IN" sz="1600" dirty="0">
                <a:solidFill>
                  <a:srgbClr val="0077AA"/>
                </a:solidFill>
                <a:effectLst/>
                <a:latin typeface="Courier New" panose="02070309020205020404" pitchFamily="49" charset="0"/>
                <a:ea typeface="Times New Roman" panose="02020603050405020304" pitchFamily="18" charset="0"/>
                <a:cs typeface="Times New Roman" panose="02020603050405020304" pitchFamily="18" charset="0"/>
              </a:rPr>
              <a:t>this</a:t>
            </a:r>
            <a:r>
              <a:rPr lang="en-IN" sz="1600"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a:t>
            </a:r>
            <a:r>
              <a:rPr lang="en-IN" sz="1600" dirty="0" err="1">
                <a:solidFill>
                  <a:srgbClr val="DD4A68"/>
                </a:solidFill>
                <a:effectLst/>
                <a:latin typeface="Courier New" panose="02070309020205020404" pitchFamily="49" charset="0"/>
                <a:ea typeface="Times New Roman" panose="02020603050405020304" pitchFamily="18" charset="0"/>
                <a:cs typeface="Times New Roman" panose="02020603050405020304" pitchFamily="18" charset="0"/>
              </a:rPr>
              <a:t>removeClass</a:t>
            </a:r>
            <a:r>
              <a:rPr lang="en-IN" sz="1600"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a:t>
            </a:r>
            <a:r>
              <a:rPr lang="en-IN" sz="1600" dirty="0">
                <a:solidFill>
                  <a:srgbClr val="669900"/>
                </a:solidFill>
                <a:effectLst/>
                <a:latin typeface="Courier New" panose="02070309020205020404" pitchFamily="49" charset="0"/>
                <a:ea typeface="Times New Roman" panose="02020603050405020304" pitchFamily="18" charset="0"/>
                <a:cs typeface="Times New Roman" panose="02020603050405020304" pitchFamily="18" charset="0"/>
              </a:rPr>
              <a:t>"highlight"</a:t>
            </a:r>
            <a:r>
              <a:rPr lang="en-IN" sz="1600"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t>
            </a:r>
            <a:r>
              <a:rPr lang="en-IN" sz="1600"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});&lt;/</a:t>
            </a:r>
            <a:r>
              <a:rPr lang="en-IN" sz="1600" dirty="0">
                <a:solidFill>
                  <a:srgbClr val="990055"/>
                </a:solidFill>
                <a:effectLst/>
                <a:latin typeface="Courier New" panose="02070309020205020404" pitchFamily="49" charset="0"/>
                <a:ea typeface="Times New Roman" panose="02020603050405020304" pitchFamily="18" charset="0"/>
                <a:cs typeface="Times New Roman" panose="02020603050405020304" pitchFamily="18" charset="0"/>
              </a:rPr>
              <a:t>script</a:t>
            </a:r>
            <a:r>
              <a:rPr lang="en-IN" sz="1600"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&gt;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800"/>
              </a:spcAft>
            </a:pPr>
            <a:r>
              <a:rPr lang="en-IN" sz="1600" b="1" dirty="0">
                <a:solidFill>
                  <a:srgbClr val="2E5014"/>
                </a:solidFill>
                <a:effectLst/>
                <a:latin typeface="Times New Roman" panose="02020603050405020304" pitchFamily="18" charset="0"/>
                <a:ea typeface="Times New Roman" panose="02020603050405020304" pitchFamily="18" charset="0"/>
                <a:cs typeface="Times New Roman" panose="02020603050405020304" pitchFamily="18" charset="0"/>
              </a:rPr>
              <a:t>Tip:</a:t>
            </a:r>
            <a:r>
              <a:rPr lang="en-IN" sz="1600" dirty="0">
                <a:solidFill>
                  <a:srgbClr val="2E5014"/>
                </a:solidFill>
                <a:effectLst/>
                <a:latin typeface="Times New Roman" panose="02020603050405020304" pitchFamily="18" charset="0"/>
                <a:ea typeface="Times New Roman" panose="02020603050405020304" pitchFamily="18" charset="0"/>
                <a:cs typeface="Times New Roman" panose="02020603050405020304" pitchFamily="18" charset="0"/>
              </a:rPr>
              <a:t> You can consider the </a:t>
            </a:r>
            <a:r>
              <a:rPr lang="en-IN" sz="1600" dirty="0">
                <a:solidFill>
                  <a:srgbClr val="2E5014"/>
                </a:solidFill>
                <a:effectLst/>
                <a:latin typeface="Consolas" panose="020B0609020204030204" pitchFamily="49" charset="0"/>
                <a:ea typeface="Times New Roman" panose="02020603050405020304" pitchFamily="18" charset="0"/>
                <a:cs typeface="Courier New" panose="02070309020205020404" pitchFamily="49" charset="0"/>
              </a:rPr>
              <a:t>hover()</a:t>
            </a:r>
            <a:r>
              <a:rPr lang="en-IN" sz="1600" dirty="0">
                <a:solidFill>
                  <a:srgbClr val="2E5014"/>
                </a:solidFill>
                <a:effectLst/>
                <a:latin typeface="Times New Roman" panose="02020603050405020304" pitchFamily="18" charset="0"/>
                <a:ea typeface="Times New Roman" panose="02020603050405020304" pitchFamily="18" charset="0"/>
                <a:cs typeface="Times New Roman" panose="02020603050405020304" pitchFamily="18" charset="0"/>
              </a:rPr>
              <a:t> method is a combination of the jQuery </a:t>
            </a:r>
            <a:r>
              <a:rPr lang="en-IN" sz="1600" dirty="0" err="1">
                <a:solidFill>
                  <a:srgbClr val="2E5014"/>
                </a:solidFill>
                <a:effectLst/>
                <a:latin typeface="Consolas" panose="020B0609020204030204" pitchFamily="49" charset="0"/>
                <a:ea typeface="Times New Roman" panose="02020603050405020304" pitchFamily="18" charset="0"/>
                <a:cs typeface="Courier New" panose="02070309020205020404" pitchFamily="49" charset="0"/>
              </a:rPr>
              <a:t>mouseenter</a:t>
            </a:r>
            <a:r>
              <a:rPr lang="en-IN" sz="1600" dirty="0">
                <a:solidFill>
                  <a:srgbClr val="2E5014"/>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600" dirty="0">
                <a:solidFill>
                  <a:srgbClr val="2E5014"/>
                </a:solidFill>
                <a:effectLst/>
                <a:latin typeface="Times New Roman" panose="02020603050405020304" pitchFamily="18" charset="0"/>
                <a:ea typeface="Times New Roman" panose="02020603050405020304" pitchFamily="18" charset="0"/>
                <a:cs typeface="Times New Roman" panose="02020603050405020304" pitchFamily="18" charset="0"/>
              </a:rPr>
              <a:t> and </a:t>
            </a:r>
            <a:r>
              <a:rPr lang="en-IN" sz="1600" dirty="0" err="1">
                <a:solidFill>
                  <a:srgbClr val="2E5014"/>
                </a:solidFill>
                <a:effectLst/>
                <a:latin typeface="Consolas" panose="020B0609020204030204" pitchFamily="49" charset="0"/>
                <a:ea typeface="Times New Roman" panose="02020603050405020304" pitchFamily="18" charset="0"/>
                <a:cs typeface="Courier New" panose="02070309020205020404" pitchFamily="49" charset="0"/>
              </a:rPr>
              <a:t>mouseleave</a:t>
            </a:r>
            <a:r>
              <a:rPr lang="en-IN" sz="1600" dirty="0">
                <a:solidFill>
                  <a:srgbClr val="2E5014"/>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1600" dirty="0">
                <a:solidFill>
                  <a:srgbClr val="2E5014"/>
                </a:solidFill>
                <a:effectLst/>
                <a:latin typeface="Times New Roman" panose="02020603050405020304" pitchFamily="18" charset="0"/>
                <a:ea typeface="Times New Roman" panose="02020603050405020304" pitchFamily="18" charset="0"/>
                <a:cs typeface="Times New Roman" panose="02020603050405020304" pitchFamily="18" charset="0"/>
              </a:rPr>
              <a:t> methods.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33E511F2-2FF3-430A-9161-1B66A1B0EB8F}"/>
              </a:ext>
            </a:extLst>
          </p:cNvPr>
          <p:cNvSpPr txBox="1"/>
          <p:nvPr/>
        </p:nvSpPr>
        <p:spPr>
          <a:xfrm>
            <a:off x="6056672" y="0"/>
            <a:ext cx="6135328" cy="6740307"/>
          </a:xfrm>
          <a:prstGeom prst="rect">
            <a:avLst/>
          </a:prstGeom>
          <a:noFill/>
        </p:spPr>
        <p:txBody>
          <a:bodyPr wrap="square">
            <a:spAutoFit/>
          </a:bodyPr>
          <a:lstStyle/>
          <a:p>
            <a:r>
              <a:rPr lang="en-IN" sz="1600" b="0" dirty="0">
                <a:solidFill>
                  <a:srgbClr val="800000"/>
                </a:solidFill>
                <a:effectLst/>
                <a:latin typeface="Consolas" panose="020B0609020204030204" pitchFamily="49" charset="0"/>
              </a:rPr>
              <a:t>&lt;!DOCTYPE</a:t>
            </a:r>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html</a:t>
            </a:r>
            <a:r>
              <a:rPr lang="en-IN" sz="1600" b="0" dirty="0">
                <a:solidFill>
                  <a:srgbClr val="800000"/>
                </a:solidFill>
                <a:effectLst/>
                <a:latin typeface="Consolas" panose="020B0609020204030204" pitchFamily="49" charset="0"/>
              </a:rPr>
              <a:t>&gt;&lt;html</a:t>
            </a:r>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lang</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a:t>
            </a:r>
            <a:r>
              <a:rPr lang="en-IN" sz="1600" b="0" dirty="0" err="1">
                <a:solidFill>
                  <a:srgbClr val="0000FF"/>
                </a:solidFill>
                <a:effectLst/>
                <a:latin typeface="Consolas" panose="020B0609020204030204" pitchFamily="49" charset="0"/>
              </a:rPr>
              <a:t>en</a:t>
            </a:r>
            <a:r>
              <a:rPr lang="en-IN" sz="1600" b="0" dirty="0">
                <a:solidFill>
                  <a:srgbClr val="0000FF"/>
                </a:solidFill>
                <a:effectLst/>
                <a:latin typeface="Consolas" panose="020B0609020204030204" pitchFamily="49" charset="0"/>
              </a:rPr>
              <a:t>"</a:t>
            </a:r>
            <a:r>
              <a:rPr lang="en-IN" sz="1600" b="0" dirty="0">
                <a:solidFill>
                  <a:srgbClr val="800000"/>
                </a:solidFill>
                <a:effectLst/>
                <a:latin typeface="Consolas" panose="020B0609020204030204" pitchFamily="49" charset="0"/>
              </a:rPr>
              <a:t>&gt;</a:t>
            </a:r>
            <a:endParaRPr lang="en-IN" sz="1600" b="0" dirty="0">
              <a:solidFill>
                <a:srgbClr val="000000"/>
              </a:solidFill>
              <a:effectLst/>
              <a:latin typeface="Consolas" panose="020B0609020204030204" pitchFamily="49" charset="0"/>
            </a:endParaRPr>
          </a:p>
          <a:p>
            <a:r>
              <a:rPr lang="en-IN" sz="1600" b="0" dirty="0">
                <a:solidFill>
                  <a:srgbClr val="800000"/>
                </a:solidFill>
                <a:effectLst/>
                <a:latin typeface="Consolas" panose="020B0609020204030204" pitchFamily="49" charset="0"/>
              </a:rPr>
              <a:t>&lt;head&gt;&lt;meta</a:t>
            </a:r>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charset</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"utf-8"</a:t>
            </a:r>
            <a:r>
              <a:rPr lang="en-IN" sz="1600" b="0" dirty="0">
                <a:solidFill>
                  <a:srgbClr val="800000"/>
                </a:solidFill>
                <a:effectLst/>
                <a:latin typeface="Consolas" panose="020B0609020204030204" pitchFamily="49" charset="0"/>
              </a:rPr>
              <a:t>&gt;</a:t>
            </a:r>
            <a:endParaRPr lang="en-IN" sz="1600" b="0" dirty="0">
              <a:solidFill>
                <a:srgbClr val="000000"/>
              </a:solidFill>
              <a:effectLst/>
              <a:latin typeface="Consolas" panose="020B0609020204030204" pitchFamily="49" charset="0"/>
            </a:endParaRPr>
          </a:p>
          <a:p>
            <a:r>
              <a:rPr lang="en-IN" sz="1600" b="0" dirty="0">
                <a:solidFill>
                  <a:srgbClr val="800000"/>
                </a:solidFill>
                <a:effectLst/>
                <a:latin typeface="Consolas" panose="020B0609020204030204" pitchFamily="49" charset="0"/>
              </a:rPr>
              <a:t>&lt;title&gt;</a:t>
            </a:r>
            <a:r>
              <a:rPr lang="en-IN" sz="1600" b="0" dirty="0">
                <a:solidFill>
                  <a:srgbClr val="000000"/>
                </a:solidFill>
                <a:effectLst/>
                <a:latin typeface="Consolas" panose="020B0609020204030204" pitchFamily="49" charset="0"/>
              </a:rPr>
              <a:t>Executing a Function on Hover Event in jQuery</a:t>
            </a:r>
            <a:r>
              <a:rPr lang="en-IN" sz="1600" b="0" dirty="0">
                <a:solidFill>
                  <a:srgbClr val="800000"/>
                </a:solidFill>
                <a:effectLst/>
                <a:latin typeface="Consolas" panose="020B0609020204030204" pitchFamily="49" charset="0"/>
              </a:rPr>
              <a:t>&lt;/title&gt;</a:t>
            </a:r>
            <a:endParaRPr lang="en-IN" sz="1600" b="0" dirty="0">
              <a:solidFill>
                <a:srgbClr val="000000"/>
              </a:solidFill>
              <a:effectLst/>
              <a:latin typeface="Consolas" panose="020B0609020204030204" pitchFamily="49" charset="0"/>
            </a:endParaRPr>
          </a:p>
          <a:p>
            <a:r>
              <a:rPr lang="en-IN" sz="1600" b="0" dirty="0">
                <a:solidFill>
                  <a:srgbClr val="800000"/>
                </a:solidFill>
                <a:effectLst/>
                <a:latin typeface="Consolas" panose="020B0609020204030204" pitchFamily="49" charset="0"/>
              </a:rPr>
              <a:t>&lt;script</a:t>
            </a:r>
            <a:r>
              <a:rPr lang="en-IN" sz="1600" b="0" dirty="0">
                <a:solidFill>
                  <a:srgbClr val="000000"/>
                </a:solidFill>
                <a:effectLst/>
                <a:latin typeface="Consolas" panose="020B0609020204030204" pitchFamily="49" charset="0"/>
              </a:rPr>
              <a:t> </a:t>
            </a:r>
            <a:r>
              <a:rPr lang="en-IN" sz="1600" b="0" dirty="0" err="1">
                <a:solidFill>
                  <a:srgbClr val="FF0000"/>
                </a:solidFill>
                <a:effectLst/>
                <a:latin typeface="Consolas" panose="020B0609020204030204" pitchFamily="49" charset="0"/>
              </a:rPr>
              <a:t>src</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"../jquery-3.6.0.js"</a:t>
            </a:r>
            <a:r>
              <a:rPr lang="en-IN" sz="1600" b="0" dirty="0">
                <a:solidFill>
                  <a:srgbClr val="800000"/>
                </a:solidFill>
                <a:effectLst/>
                <a:latin typeface="Consolas" panose="020B0609020204030204" pitchFamily="49" charset="0"/>
              </a:rPr>
              <a:t>&gt;&lt;/script&gt;</a:t>
            </a:r>
            <a:endParaRPr lang="en-IN" sz="1600" b="0" dirty="0">
              <a:solidFill>
                <a:srgbClr val="000000"/>
              </a:solidFill>
              <a:effectLst/>
              <a:latin typeface="Consolas" panose="020B0609020204030204" pitchFamily="49" charset="0"/>
            </a:endParaRPr>
          </a:p>
          <a:p>
            <a:r>
              <a:rPr lang="en-IN" sz="1600" b="0" dirty="0">
                <a:solidFill>
                  <a:srgbClr val="800000"/>
                </a:solidFill>
                <a:effectLst/>
                <a:latin typeface="Consolas" panose="020B0609020204030204" pitchFamily="49" charset="0"/>
              </a:rPr>
              <a:t>&lt;style&gt;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p</a:t>
            </a:r>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padding</a:t>
            </a:r>
            <a:r>
              <a:rPr lang="en-IN" sz="1600" b="0" dirty="0">
                <a:solidFill>
                  <a:srgbClr val="000000"/>
                </a:solidFill>
                <a:effectLst/>
                <a:latin typeface="Consolas" panose="020B0609020204030204" pitchFamily="49" charset="0"/>
              </a:rPr>
              <a:t>: </a:t>
            </a:r>
            <a:r>
              <a:rPr lang="en-IN" sz="1600" b="0" dirty="0">
                <a:solidFill>
                  <a:srgbClr val="098658"/>
                </a:solidFill>
                <a:effectLst/>
                <a:latin typeface="Consolas" panose="020B0609020204030204" pitchFamily="49" charset="0"/>
              </a:rPr>
              <a:t>20px</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font</a:t>
            </a:r>
            <a:r>
              <a:rPr lang="en-IN" sz="1600" b="0" dirty="0">
                <a:solidFill>
                  <a:srgbClr val="000000"/>
                </a:solidFill>
                <a:effectLst/>
                <a:latin typeface="Consolas" panose="020B0609020204030204" pitchFamily="49" charset="0"/>
              </a:rPr>
              <a:t>: </a:t>
            </a:r>
            <a:r>
              <a:rPr lang="en-IN" sz="1600" b="0" dirty="0">
                <a:solidFill>
                  <a:srgbClr val="098658"/>
                </a:solidFill>
                <a:effectLst/>
                <a:latin typeface="Consolas" panose="020B0609020204030204" pitchFamily="49" charset="0"/>
              </a:rPr>
              <a:t>20px</a:t>
            </a:r>
            <a:r>
              <a:rPr lang="en-IN" sz="1600" b="0" dirty="0">
                <a:solidFill>
                  <a:srgbClr val="000000"/>
                </a:solidFill>
                <a:effectLst/>
                <a:latin typeface="Consolas" panose="020B0609020204030204" pitchFamily="49" charset="0"/>
              </a:rPr>
              <a:t> </a:t>
            </a:r>
            <a:r>
              <a:rPr lang="en-IN" sz="1600" b="0" dirty="0">
                <a:solidFill>
                  <a:srgbClr val="0451A5"/>
                </a:solidFill>
                <a:effectLst/>
                <a:latin typeface="Consolas" panose="020B0609020204030204" pitchFamily="49" charset="0"/>
              </a:rPr>
              <a:t>sans-serif</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background</a:t>
            </a:r>
            <a:r>
              <a:rPr lang="en-IN" sz="1600" b="0" dirty="0">
                <a:solidFill>
                  <a:srgbClr val="000000"/>
                </a:solidFill>
                <a:effectLst/>
                <a:latin typeface="Consolas" panose="020B0609020204030204" pitchFamily="49" charset="0"/>
              </a:rPr>
              <a:t>: </a:t>
            </a:r>
            <a:r>
              <a:rPr lang="en-IN" sz="1600" b="0" dirty="0">
                <a:solidFill>
                  <a:srgbClr val="0451A5"/>
                </a:solidFill>
                <a:effectLst/>
                <a:latin typeface="Consolas" panose="020B0609020204030204" pitchFamily="49" charset="0"/>
              </a:rPr>
              <a:t>#f2f2f2</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    </a:t>
            </a:r>
            <a:r>
              <a:rPr lang="en-IN" sz="1600" b="0" dirty="0" err="1">
                <a:solidFill>
                  <a:srgbClr val="800000"/>
                </a:solidFill>
                <a:effectLst/>
                <a:latin typeface="Consolas" panose="020B0609020204030204" pitchFamily="49" charset="0"/>
              </a:rPr>
              <a:t>p.highlight</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background</a:t>
            </a:r>
            <a:r>
              <a:rPr lang="en-IN" sz="1600" b="0" dirty="0">
                <a:solidFill>
                  <a:srgbClr val="000000"/>
                </a:solidFill>
                <a:effectLst/>
                <a:latin typeface="Consolas" panose="020B0609020204030204" pitchFamily="49" charset="0"/>
              </a:rPr>
              <a:t>: </a:t>
            </a:r>
            <a:r>
              <a:rPr lang="en-IN" sz="1600" b="0" dirty="0">
                <a:solidFill>
                  <a:srgbClr val="0451A5"/>
                </a:solidFill>
                <a:effectLst/>
                <a:latin typeface="Consolas" panose="020B0609020204030204" pitchFamily="49" charset="0"/>
              </a:rPr>
              <a:t>yellow</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p>
          <a:p>
            <a:r>
              <a:rPr lang="en-IN" sz="1600" b="0" dirty="0">
                <a:solidFill>
                  <a:srgbClr val="800000"/>
                </a:solidFill>
                <a:effectLst/>
                <a:latin typeface="Consolas" panose="020B0609020204030204" pitchFamily="49" charset="0"/>
              </a:rPr>
              <a:t>&lt;/style&gt;&lt;script&gt;</a:t>
            </a:r>
            <a:endParaRPr lang="en-IN" sz="1600" b="0" dirty="0">
              <a:solidFill>
                <a:srgbClr val="000000"/>
              </a:solidFill>
              <a:effectLst/>
              <a:latin typeface="Consolas" panose="020B0609020204030204" pitchFamily="49" charset="0"/>
            </a:endParaRPr>
          </a:p>
          <a:p>
            <a:r>
              <a:rPr lang="en-IN" sz="1600" b="0" dirty="0">
                <a:solidFill>
                  <a:srgbClr val="0070C1"/>
                </a:solidFill>
                <a:effectLst/>
                <a:latin typeface="Consolas" panose="020B0609020204030204" pitchFamily="49" charset="0"/>
              </a:rPr>
              <a:t>$</a:t>
            </a:r>
            <a:r>
              <a:rPr lang="en-IN" sz="1600" b="0" dirty="0">
                <a:solidFill>
                  <a:srgbClr val="000000"/>
                </a:solidFill>
                <a:effectLst/>
                <a:latin typeface="Consolas" panose="020B0609020204030204" pitchFamily="49" charset="0"/>
              </a:rPr>
              <a:t>(</a:t>
            </a:r>
            <a:r>
              <a:rPr lang="en-IN" sz="1600" b="0" dirty="0">
                <a:solidFill>
                  <a:srgbClr val="001080"/>
                </a:solidFill>
                <a:effectLst/>
                <a:latin typeface="Consolas" panose="020B0609020204030204" pitchFamily="49" charset="0"/>
              </a:rPr>
              <a:t>document</a:t>
            </a:r>
            <a:r>
              <a:rPr lang="en-IN" sz="1600" b="0" dirty="0">
                <a:solidFill>
                  <a:srgbClr val="000000"/>
                </a:solidFill>
                <a:effectLst/>
                <a:latin typeface="Consolas" panose="020B0609020204030204" pitchFamily="49" charset="0"/>
              </a:rPr>
              <a:t>).</a:t>
            </a:r>
            <a:r>
              <a:rPr lang="en-IN" sz="1600" b="0" dirty="0">
                <a:solidFill>
                  <a:srgbClr val="795E26"/>
                </a:solidFill>
                <a:effectLst/>
                <a:latin typeface="Consolas" panose="020B0609020204030204" pitchFamily="49" charset="0"/>
              </a:rPr>
              <a:t>ready</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function</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a:solidFill>
                  <a:srgbClr val="0070C1"/>
                </a:solidFill>
                <a:effectLst/>
                <a:latin typeface="Consolas" panose="020B0609020204030204" pitchFamily="49" charset="0"/>
              </a:rPr>
              <a:t>$</a:t>
            </a:r>
            <a:r>
              <a:rPr lang="en-IN" sz="1600" b="0" dirty="0">
                <a:solidFill>
                  <a:srgbClr val="000000"/>
                </a:solidFill>
                <a:effectLst/>
                <a:latin typeface="Consolas" panose="020B0609020204030204" pitchFamily="49" charset="0"/>
              </a:rPr>
              <a:t>(</a:t>
            </a:r>
            <a:r>
              <a:rPr lang="en-IN" sz="1600" b="0" dirty="0">
                <a:solidFill>
                  <a:srgbClr val="A31515"/>
                </a:solidFill>
                <a:effectLst/>
                <a:latin typeface="Consolas" panose="020B0609020204030204" pitchFamily="49" charset="0"/>
              </a:rPr>
              <a:t>"p"</a:t>
            </a:r>
            <a:r>
              <a:rPr lang="en-IN" sz="1600" b="0" dirty="0">
                <a:solidFill>
                  <a:srgbClr val="000000"/>
                </a:solidFill>
                <a:effectLst/>
                <a:latin typeface="Consolas" panose="020B0609020204030204" pitchFamily="49" charset="0"/>
              </a:rPr>
              <a:t>).</a:t>
            </a:r>
            <a:r>
              <a:rPr lang="en-IN" sz="1600" b="0" dirty="0">
                <a:solidFill>
                  <a:srgbClr val="795E26"/>
                </a:solidFill>
                <a:effectLst/>
                <a:latin typeface="Consolas" panose="020B0609020204030204" pitchFamily="49" charset="0"/>
              </a:rPr>
              <a:t>hover</a:t>
            </a:r>
            <a:r>
              <a:rPr lang="en-IN" sz="2000" b="1" dirty="0">
                <a:solidFill>
                  <a:srgbClr val="FF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function</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a:solidFill>
                  <a:srgbClr val="0070C1"/>
                </a:solidFill>
                <a:effectLst/>
                <a:latin typeface="Consolas" panose="020B0609020204030204" pitchFamily="49" charset="0"/>
              </a:rPr>
              <a:t>$</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this</a:t>
            </a:r>
            <a:r>
              <a:rPr lang="en-IN" sz="1600" b="0" dirty="0">
                <a:solidFill>
                  <a:srgbClr val="000000"/>
                </a:solidFill>
                <a:effectLst/>
                <a:latin typeface="Consolas" panose="020B0609020204030204" pitchFamily="49" charset="0"/>
              </a:rPr>
              <a:t>).</a:t>
            </a:r>
            <a:r>
              <a:rPr lang="en-IN" sz="1600" b="0" dirty="0" err="1">
                <a:solidFill>
                  <a:srgbClr val="795E26"/>
                </a:solidFill>
                <a:effectLst/>
                <a:latin typeface="Consolas" panose="020B0609020204030204" pitchFamily="49" charset="0"/>
              </a:rPr>
              <a:t>addClass</a:t>
            </a:r>
            <a:r>
              <a:rPr lang="en-IN" sz="1600" b="0" dirty="0">
                <a:solidFill>
                  <a:srgbClr val="000000"/>
                </a:solidFill>
                <a:effectLst/>
                <a:latin typeface="Consolas" panose="020B0609020204030204" pitchFamily="49" charset="0"/>
              </a:rPr>
              <a:t>(</a:t>
            </a:r>
            <a:r>
              <a:rPr lang="en-IN" sz="1600" b="0" dirty="0">
                <a:solidFill>
                  <a:srgbClr val="A31515"/>
                </a:solidFill>
                <a:effectLst/>
                <a:latin typeface="Consolas" panose="020B0609020204030204" pitchFamily="49" charset="0"/>
              </a:rPr>
              <a:t>"highlight"</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 </a:t>
            </a:r>
            <a:r>
              <a:rPr lang="en-IN" sz="1600" b="0" dirty="0">
                <a:solidFill>
                  <a:srgbClr val="0000FF"/>
                </a:solidFill>
                <a:effectLst/>
                <a:latin typeface="Consolas" panose="020B0609020204030204" pitchFamily="49" charset="0"/>
              </a:rPr>
              <a:t>function</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a:solidFill>
                  <a:srgbClr val="0070C1"/>
                </a:solidFill>
                <a:effectLst/>
                <a:latin typeface="Consolas" panose="020B0609020204030204" pitchFamily="49" charset="0"/>
              </a:rPr>
              <a:t>$</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this</a:t>
            </a:r>
            <a:r>
              <a:rPr lang="en-IN" sz="1600" b="0" dirty="0">
                <a:solidFill>
                  <a:srgbClr val="000000"/>
                </a:solidFill>
                <a:effectLst/>
                <a:latin typeface="Consolas" panose="020B0609020204030204" pitchFamily="49" charset="0"/>
              </a:rPr>
              <a:t>).</a:t>
            </a:r>
            <a:r>
              <a:rPr lang="en-IN" sz="1600" b="0" dirty="0" err="1">
                <a:solidFill>
                  <a:srgbClr val="795E26"/>
                </a:solidFill>
                <a:effectLst/>
                <a:latin typeface="Consolas" panose="020B0609020204030204" pitchFamily="49" charset="0"/>
              </a:rPr>
              <a:t>removeClass</a:t>
            </a:r>
            <a:r>
              <a:rPr lang="en-IN" sz="1600" b="0" dirty="0">
                <a:solidFill>
                  <a:srgbClr val="000000"/>
                </a:solidFill>
                <a:effectLst/>
                <a:latin typeface="Consolas" panose="020B0609020204030204" pitchFamily="49" charset="0"/>
              </a:rPr>
              <a:t>(</a:t>
            </a:r>
            <a:r>
              <a:rPr lang="en-IN" sz="1600" b="0" dirty="0">
                <a:solidFill>
                  <a:srgbClr val="A31515"/>
                </a:solidFill>
                <a:effectLst/>
                <a:latin typeface="Consolas" panose="020B0609020204030204" pitchFamily="49" charset="0"/>
              </a:rPr>
              <a:t>"highlight"</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b="1" dirty="0">
                <a:solidFill>
                  <a:srgbClr val="FF0000"/>
                </a:solidFill>
                <a:effectLst/>
                <a:latin typeface="Consolas" panose="020B0609020204030204" pitchFamily="49" charset="0"/>
              </a:rPr>
              <a:t>)</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a:t>
            </a:r>
          </a:p>
          <a:p>
            <a:r>
              <a:rPr lang="en-IN" sz="1600" b="0" dirty="0">
                <a:solidFill>
                  <a:srgbClr val="800000"/>
                </a:solidFill>
                <a:effectLst/>
                <a:latin typeface="Consolas" panose="020B0609020204030204" pitchFamily="49" charset="0"/>
              </a:rPr>
              <a:t>&lt;/script&gt;&lt;/head&gt;&lt;body&gt;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&lt;p&gt;</a:t>
            </a:r>
            <a:r>
              <a:rPr lang="en-IN" sz="1600" b="0" dirty="0">
                <a:solidFill>
                  <a:srgbClr val="000000"/>
                </a:solidFill>
                <a:effectLst/>
                <a:latin typeface="Consolas" panose="020B0609020204030204" pitchFamily="49" charset="0"/>
              </a:rPr>
              <a:t>Place mouse pointer on me.</a:t>
            </a:r>
            <a:r>
              <a:rPr lang="en-IN" sz="1600" b="0" dirty="0">
                <a:solidFill>
                  <a:srgbClr val="800000"/>
                </a:solidFill>
                <a:effectLst/>
                <a:latin typeface="Consolas" panose="020B0609020204030204" pitchFamily="49" charset="0"/>
              </a:rPr>
              <a:t>&lt;/p&gt;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&lt;p&gt;</a:t>
            </a:r>
            <a:r>
              <a:rPr lang="en-IN" sz="1600" b="0" dirty="0">
                <a:solidFill>
                  <a:srgbClr val="000000"/>
                </a:solidFill>
                <a:effectLst/>
                <a:latin typeface="Consolas" panose="020B0609020204030204" pitchFamily="49" charset="0"/>
              </a:rPr>
              <a:t>Place mouse pointer on me.</a:t>
            </a:r>
            <a:r>
              <a:rPr lang="en-IN" sz="1600" b="0" dirty="0">
                <a:solidFill>
                  <a:srgbClr val="800000"/>
                </a:solidFill>
                <a:effectLst/>
                <a:latin typeface="Consolas" panose="020B0609020204030204" pitchFamily="49" charset="0"/>
              </a:rPr>
              <a:t>&lt;/p&gt;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&lt;p&gt;</a:t>
            </a:r>
            <a:r>
              <a:rPr lang="en-IN" sz="1600" b="0" dirty="0">
                <a:solidFill>
                  <a:srgbClr val="000000"/>
                </a:solidFill>
                <a:effectLst/>
                <a:latin typeface="Consolas" panose="020B0609020204030204" pitchFamily="49" charset="0"/>
              </a:rPr>
              <a:t>Place mouse pointer on me.</a:t>
            </a:r>
            <a:r>
              <a:rPr lang="en-IN" sz="1600" b="0" dirty="0">
                <a:solidFill>
                  <a:srgbClr val="800000"/>
                </a:solidFill>
                <a:effectLst/>
                <a:latin typeface="Consolas" panose="020B0609020204030204" pitchFamily="49" charset="0"/>
              </a:rPr>
              <a:t>&lt;/p&gt;</a:t>
            </a:r>
            <a:endParaRPr lang="en-IN" sz="1600" b="0" dirty="0">
              <a:solidFill>
                <a:srgbClr val="000000"/>
              </a:solidFill>
              <a:effectLst/>
              <a:latin typeface="Consolas" panose="020B0609020204030204" pitchFamily="49" charset="0"/>
            </a:endParaRPr>
          </a:p>
          <a:p>
            <a:r>
              <a:rPr lang="en-IN" sz="1600" b="0" dirty="0">
                <a:solidFill>
                  <a:srgbClr val="800000"/>
                </a:solidFill>
                <a:effectLst/>
                <a:latin typeface="Consolas" panose="020B0609020204030204" pitchFamily="49" charset="0"/>
              </a:rPr>
              <a:t>&lt;/body&gt;&lt;/html&gt;</a:t>
            </a:r>
            <a:endParaRPr lang="en-IN" sz="1600"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30456977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59AC69B-6769-4301-8938-EFE70A6B2666}"/>
              </a:ext>
            </a:extLst>
          </p:cNvPr>
          <p:cNvSpPr txBox="1"/>
          <p:nvPr/>
        </p:nvSpPr>
        <p:spPr>
          <a:xfrm>
            <a:off x="88490" y="806245"/>
            <a:ext cx="5083278" cy="5423536"/>
          </a:xfrm>
          <a:prstGeom prst="rect">
            <a:avLst/>
          </a:prstGeom>
          <a:noFill/>
        </p:spPr>
        <p:txBody>
          <a:bodyPr wrap="square">
            <a:spAutoFit/>
          </a:bodyPr>
          <a:lstStyle/>
          <a:p>
            <a:pPr fontAlgn="base">
              <a:lnSpc>
                <a:spcPct val="107000"/>
              </a:lnSpc>
              <a:spcBef>
                <a:spcPts val="1500"/>
              </a:spcBef>
              <a:spcAft>
                <a:spcPts val="750"/>
              </a:spcAft>
            </a:pPr>
            <a:r>
              <a:rPr lang="en-IN" sz="1400" b="1" dirty="0">
                <a:solidFill>
                  <a:srgbClr val="262626"/>
                </a:solidFill>
                <a:latin typeface="Courier New" panose="02070309020205020404" pitchFamily="49" charset="0"/>
                <a:cs typeface="Times New Roman" panose="02020603050405020304" pitchFamily="18" charset="0"/>
              </a:rPr>
              <a:t>The </a:t>
            </a:r>
            <a:r>
              <a:rPr lang="en-IN" sz="1400" b="1" dirty="0" err="1">
                <a:solidFill>
                  <a:srgbClr val="262626"/>
                </a:solidFill>
                <a:latin typeface="Courier New" panose="02070309020205020404" pitchFamily="49" charset="0"/>
                <a:cs typeface="Times New Roman" panose="02020603050405020304" pitchFamily="18" charset="0"/>
              </a:rPr>
              <a:t>mouseenter</a:t>
            </a:r>
            <a:r>
              <a:rPr lang="en-IN" sz="1400" b="1" dirty="0">
                <a:solidFill>
                  <a:srgbClr val="262626"/>
                </a:solidFill>
                <a:latin typeface="Courier New" panose="02070309020205020404" pitchFamily="49" charset="0"/>
                <a:cs typeface="Times New Roman" panose="02020603050405020304" pitchFamily="18" charset="0"/>
              </a:rPr>
              <a:t>() Method</a:t>
            </a:r>
          </a:p>
          <a:p>
            <a:pPr fontAlgn="base">
              <a:lnSpc>
                <a:spcPct val="107000"/>
              </a:lnSpc>
              <a:spcAft>
                <a:spcPts val="900"/>
              </a:spcAft>
            </a:pPr>
            <a:r>
              <a:rPr lang="en-IN"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The jQuery </a:t>
            </a:r>
            <a:r>
              <a:rPr lang="en-IN" sz="1400"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mouseenter</a:t>
            </a:r>
            <a:r>
              <a:rPr lang="en-IN" sz="14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a:t>
            </a:r>
            <a:r>
              <a:rPr lang="en-IN"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method attach an event handler function to the selected elements that is executed when the mouse enters an element. The following example will add the class highlight to the </a:t>
            </a:r>
            <a:r>
              <a:rPr lang="en-IN" sz="1400"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&lt;p&gt;</a:t>
            </a:r>
            <a:r>
              <a:rPr lang="en-IN"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element when you place the cursor on it.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2000"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&lt;</a:t>
            </a:r>
            <a:r>
              <a:rPr lang="en-IN" sz="2000" dirty="0">
                <a:solidFill>
                  <a:srgbClr val="990055"/>
                </a:solidFill>
                <a:effectLst/>
                <a:latin typeface="Courier New" panose="02070309020205020404" pitchFamily="49" charset="0"/>
                <a:ea typeface="Times New Roman" panose="02020603050405020304" pitchFamily="18" charset="0"/>
                <a:cs typeface="Times New Roman" panose="02020603050405020304" pitchFamily="18" charset="0"/>
              </a:rPr>
              <a:t>script</a:t>
            </a:r>
            <a:r>
              <a:rPr lang="en-IN" sz="2000"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&gt;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2000" dirty="0">
                <a:solidFill>
                  <a:srgbClr val="DD4A68"/>
                </a:solidFill>
                <a:effectLst/>
                <a:latin typeface="Courier New" panose="02070309020205020404" pitchFamily="49" charset="0"/>
                <a:ea typeface="Times New Roman" panose="02020603050405020304" pitchFamily="18" charset="0"/>
                <a:cs typeface="Times New Roman" panose="02020603050405020304" pitchFamily="18" charset="0"/>
              </a:rPr>
              <a:t>$</a:t>
            </a:r>
            <a:r>
              <a:rPr lang="en-IN" sz="2000"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a:t>
            </a:r>
            <a:r>
              <a:rPr lang="en-IN" sz="2000"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document</a:t>
            </a:r>
            <a:r>
              <a:rPr lang="en-IN" sz="2000"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a:t>
            </a:r>
            <a:r>
              <a:rPr lang="en-IN" sz="2000" dirty="0">
                <a:solidFill>
                  <a:srgbClr val="DD4A68"/>
                </a:solidFill>
                <a:effectLst/>
                <a:latin typeface="Courier New" panose="02070309020205020404" pitchFamily="49" charset="0"/>
                <a:ea typeface="Times New Roman" panose="02020603050405020304" pitchFamily="18" charset="0"/>
                <a:cs typeface="Times New Roman" panose="02020603050405020304" pitchFamily="18" charset="0"/>
              </a:rPr>
              <a:t>ready</a:t>
            </a:r>
            <a:r>
              <a:rPr lang="en-IN" sz="2000"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a:t>
            </a:r>
            <a:r>
              <a:rPr lang="en-IN" sz="2000" dirty="0">
                <a:solidFill>
                  <a:srgbClr val="0077AA"/>
                </a:solidFill>
                <a:effectLst/>
                <a:latin typeface="Courier New" panose="02070309020205020404" pitchFamily="49" charset="0"/>
                <a:ea typeface="Times New Roman" panose="02020603050405020304" pitchFamily="18" charset="0"/>
                <a:cs typeface="Times New Roman" panose="02020603050405020304" pitchFamily="18" charset="0"/>
              </a:rPr>
              <a:t>function</a:t>
            </a:r>
            <a:r>
              <a:rPr lang="en-IN" sz="2000"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a:t>
            </a:r>
            <a:r>
              <a:rPr lang="en-IN" sz="2000"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t>
            </a:r>
            <a:r>
              <a:rPr lang="en-IN" sz="2000" dirty="0">
                <a:solidFill>
                  <a:srgbClr val="DD4A68"/>
                </a:solidFill>
                <a:effectLst/>
                <a:latin typeface="Courier New" panose="02070309020205020404" pitchFamily="49" charset="0"/>
                <a:ea typeface="Times New Roman" panose="02020603050405020304" pitchFamily="18" charset="0"/>
                <a:cs typeface="Times New Roman" panose="02020603050405020304" pitchFamily="18" charset="0"/>
              </a:rPr>
              <a:t>$</a:t>
            </a:r>
            <a:r>
              <a:rPr lang="en-IN" sz="2000"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a:t>
            </a:r>
            <a:r>
              <a:rPr lang="en-IN" sz="2000" dirty="0">
                <a:solidFill>
                  <a:srgbClr val="669900"/>
                </a:solidFill>
                <a:effectLst/>
                <a:latin typeface="Courier New" panose="02070309020205020404" pitchFamily="49" charset="0"/>
                <a:ea typeface="Times New Roman" panose="02020603050405020304" pitchFamily="18" charset="0"/>
                <a:cs typeface="Times New Roman" panose="02020603050405020304" pitchFamily="18" charset="0"/>
              </a:rPr>
              <a:t>"p"</a:t>
            </a:r>
            <a:r>
              <a:rPr lang="en-IN" sz="2000"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a:t>
            </a:r>
            <a:r>
              <a:rPr lang="en-IN" sz="2000" dirty="0" err="1">
                <a:solidFill>
                  <a:srgbClr val="DD4A68"/>
                </a:solidFill>
                <a:effectLst/>
                <a:latin typeface="Courier New" panose="02070309020205020404" pitchFamily="49" charset="0"/>
                <a:ea typeface="Times New Roman" panose="02020603050405020304" pitchFamily="18" charset="0"/>
                <a:cs typeface="Times New Roman" panose="02020603050405020304" pitchFamily="18" charset="0"/>
              </a:rPr>
              <a:t>mouseenter</a:t>
            </a:r>
            <a:r>
              <a:rPr lang="en-IN" sz="2000"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a:t>
            </a:r>
            <a:r>
              <a:rPr lang="en-IN" sz="2000" dirty="0">
                <a:solidFill>
                  <a:srgbClr val="0077AA"/>
                </a:solidFill>
                <a:effectLst/>
                <a:latin typeface="Courier New" panose="02070309020205020404" pitchFamily="49" charset="0"/>
                <a:ea typeface="Times New Roman" panose="02020603050405020304" pitchFamily="18" charset="0"/>
                <a:cs typeface="Times New Roman" panose="02020603050405020304" pitchFamily="18" charset="0"/>
              </a:rPr>
              <a:t>function</a:t>
            </a:r>
            <a:r>
              <a:rPr lang="en-IN" sz="2000"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a:t>
            </a:r>
            <a:r>
              <a:rPr lang="en-IN" sz="2000"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t>
            </a:r>
            <a:r>
              <a:rPr lang="en-IN" sz="2000" dirty="0">
                <a:solidFill>
                  <a:srgbClr val="DD4A68"/>
                </a:solidFill>
                <a:effectLst/>
                <a:latin typeface="Courier New" panose="02070309020205020404" pitchFamily="49" charset="0"/>
                <a:ea typeface="Times New Roman" panose="02020603050405020304" pitchFamily="18" charset="0"/>
                <a:cs typeface="Times New Roman" panose="02020603050405020304" pitchFamily="18" charset="0"/>
              </a:rPr>
              <a:t>$</a:t>
            </a:r>
            <a:r>
              <a:rPr lang="en-IN" sz="2000"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a:t>
            </a:r>
            <a:r>
              <a:rPr lang="en-IN" sz="2000" dirty="0">
                <a:solidFill>
                  <a:srgbClr val="0077AA"/>
                </a:solidFill>
                <a:effectLst/>
                <a:latin typeface="Courier New" panose="02070309020205020404" pitchFamily="49" charset="0"/>
                <a:ea typeface="Times New Roman" panose="02020603050405020304" pitchFamily="18" charset="0"/>
                <a:cs typeface="Times New Roman" panose="02020603050405020304" pitchFamily="18" charset="0"/>
              </a:rPr>
              <a:t>this</a:t>
            </a:r>
            <a:r>
              <a:rPr lang="en-IN" sz="2000"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a:t>
            </a:r>
            <a:r>
              <a:rPr lang="en-IN" sz="2000" dirty="0" err="1">
                <a:solidFill>
                  <a:srgbClr val="DD4A68"/>
                </a:solidFill>
                <a:effectLst/>
                <a:latin typeface="Courier New" panose="02070309020205020404" pitchFamily="49" charset="0"/>
                <a:ea typeface="Times New Roman" panose="02020603050405020304" pitchFamily="18" charset="0"/>
                <a:cs typeface="Times New Roman" panose="02020603050405020304" pitchFamily="18" charset="0"/>
              </a:rPr>
              <a:t>addClass</a:t>
            </a:r>
            <a:r>
              <a:rPr lang="en-IN" sz="2000"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a:t>
            </a:r>
            <a:r>
              <a:rPr lang="en-IN" sz="2000" dirty="0">
                <a:solidFill>
                  <a:srgbClr val="669900"/>
                </a:solidFill>
                <a:effectLst/>
                <a:latin typeface="Courier New" panose="02070309020205020404" pitchFamily="49" charset="0"/>
                <a:ea typeface="Times New Roman" panose="02020603050405020304" pitchFamily="18" charset="0"/>
                <a:cs typeface="Times New Roman" panose="02020603050405020304" pitchFamily="18" charset="0"/>
              </a:rPr>
              <a:t>"highlight"</a:t>
            </a:r>
            <a:r>
              <a:rPr lang="en-IN" sz="2000"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2000"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t>
            </a:r>
            <a:r>
              <a:rPr lang="en-IN" sz="2000"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2000"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2000"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&lt;/</a:t>
            </a:r>
            <a:r>
              <a:rPr lang="en-IN" sz="2000" dirty="0">
                <a:solidFill>
                  <a:srgbClr val="990055"/>
                </a:solidFill>
                <a:effectLst/>
                <a:latin typeface="Courier New" panose="02070309020205020404" pitchFamily="49" charset="0"/>
                <a:ea typeface="Times New Roman" panose="02020603050405020304" pitchFamily="18" charset="0"/>
                <a:cs typeface="Times New Roman" panose="02020603050405020304" pitchFamily="18" charset="0"/>
              </a:rPr>
              <a:t>script</a:t>
            </a:r>
            <a:r>
              <a:rPr lang="en-IN" sz="2000"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&gt;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21D47046-381F-4B16-BE19-37FE2ABBBB1B}"/>
              </a:ext>
            </a:extLst>
          </p:cNvPr>
          <p:cNvSpPr txBox="1"/>
          <p:nvPr/>
        </p:nvSpPr>
        <p:spPr>
          <a:xfrm>
            <a:off x="5427408" y="455636"/>
            <a:ext cx="6135328" cy="6124754"/>
          </a:xfrm>
          <a:prstGeom prst="rect">
            <a:avLst/>
          </a:prstGeom>
          <a:noFill/>
        </p:spPr>
        <p:txBody>
          <a:bodyPr wrap="square">
            <a:spAutoFit/>
          </a:bodyPr>
          <a:lstStyle/>
          <a:p>
            <a:r>
              <a:rPr lang="en-IN" sz="1400" b="0" dirty="0">
                <a:solidFill>
                  <a:srgbClr val="800000"/>
                </a:solidFill>
                <a:effectLst/>
                <a:latin typeface="Consolas" panose="020B0609020204030204" pitchFamily="49" charset="0"/>
              </a:rPr>
              <a:t>&lt;!DOCTYPE</a:t>
            </a:r>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html</a:t>
            </a:r>
            <a:r>
              <a:rPr lang="en-IN" sz="1400" b="0" dirty="0">
                <a:solidFill>
                  <a:srgbClr val="800000"/>
                </a:solidFill>
                <a:effectLst/>
                <a:latin typeface="Consolas" panose="020B0609020204030204" pitchFamily="49" charset="0"/>
              </a:rPr>
              <a:t>&gt;&lt;html</a:t>
            </a:r>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lang</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a:t>
            </a:r>
            <a:r>
              <a:rPr lang="en-IN" sz="1400" b="0" dirty="0" err="1">
                <a:solidFill>
                  <a:srgbClr val="0000FF"/>
                </a:solidFill>
                <a:effectLst/>
                <a:latin typeface="Consolas" panose="020B0609020204030204" pitchFamily="49" charset="0"/>
              </a:rPr>
              <a:t>en</a:t>
            </a:r>
            <a:r>
              <a:rPr lang="en-IN" sz="1400" b="0" dirty="0">
                <a:solidFill>
                  <a:srgbClr val="0000FF"/>
                </a:solidFill>
                <a:effectLst/>
                <a:latin typeface="Consolas" panose="020B0609020204030204" pitchFamily="49" charset="0"/>
              </a:rPr>
              <a:t>"</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r>
              <a:rPr lang="en-IN" sz="1400" b="0" dirty="0">
                <a:solidFill>
                  <a:srgbClr val="800000"/>
                </a:solidFill>
                <a:effectLst/>
                <a:latin typeface="Consolas" panose="020B0609020204030204" pitchFamily="49" charset="0"/>
              </a:rPr>
              <a:t>&lt;head&gt;&lt;meta</a:t>
            </a:r>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charset</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"utf-8"</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r>
              <a:rPr lang="en-IN" sz="1400" b="0" dirty="0">
                <a:solidFill>
                  <a:srgbClr val="800000"/>
                </a:solidFill>
                <a:effectLst/>
                <a:latin typeface="Consolas" panose="020B0609020204030204" pitchFamily="49" charset="0"/>
              </a:rPr>
              <a:t>&lt;title&gt;</a:t>
            </a:r>
            <a:r>
              <a:rPr lang="en-IN" sz="1400" b="0" dirty="0">
                <a:solidFill>
                  <a:srgbClr val="000000"/>
                </a:solidFill>
                <a:effectLst/>
                <a:latin typeface="Consolas" panose="020B0609020204030204" pitchFamily="49" charset="0"/>
              </a:rPr>
              <a:t>Executing a Function on </a:t>
            </a:r>
            <a:r>
              <a:rPr lang="en-IN" sz="1400" b="0" dirty="0" err="1">
                <a:solidFill>
                  <a:srgbClr val="000000"/>
                </a:solidFill>
                <a:effectLst/>
                <a:latin typeface="Consolas" panose="020B0609020204030204" pitchFamily="49" charset="0"/>
              </a:rPr>
              <a:t>Mouseenter</a:t>
            </a:r>
            <a:r>
              <a:rPr lang="en-IN" sz="1400" b="0" dirty="0">
                <a:solidFill>
                  <a:srgbClr val="000000"/>
                </a:solidFill>
                <a:effectLst/>
                <a:latin typeface="Consolas" panose="020B0609020204030204" pitchFamily="49" charset="0"/>
              </a:rPr>
              <a:t> Event in jQuery</a:t>
            </a:r>
            <a:r>
              <a:rPr lang="en-IN" sz="1400" b="0" dirty="0">
                <a:solidFill>
                  <a:srgbClr val="800000"/>
                </a:solidFill>
                <a:effectLst/>
                <a:latin typeface="Consolas" panose="020B0609020204030204" pitchFamily="49" charset="0"/>
              </a:rPr>
              <a:t>&lt;/title&gt;</a:t>
            </a:r>
            <a:endParaRPr lang="en-IN" sz="1400" b="0" dirty="0">
              <a:solidFill>
                <a:srgbClr val="000000"/>
              </a:solidFill>
              <a:effectLst/>
              <a:latin typeface="Consolas" panose="020B0609020204030204" pitchFamily="49" charset="0"/>
            </a:endParaRPr>
          </a:p>
          <a:p>
            <a:r>
              <a:rPr lang="en-IN" sz="1400" b="0" dirty="0">
                <a:solidFill>
                  <a:srgbClr val="800000"/>
                </a:solidFill>
                <a:effectLst/>
                <a:latin typeface="Consolas" panose="020B0609020204030204" pitchFamily="49" charset="0"/>
              </a:rPr>
              <a:t>&lt;script</a:t>
            </a:r>
            <a:r>
              <a:rPr lang="en-IN" sz="1400" b="0" dirty="0">
                <a:solidFill>
                  <a:srgbClr val="000000"/>
                </a:solidFill>
                <a:effectLst/>
                <a:latin typeface="Consolas" panose="020B0609020204030204" pitchFamily="49" charset="0"/>
              </a:rPr>
              <a:t> </a:t>
            </a:r>
            <a:r>
              <a:rPr lang="en-IN" sz="1400" b="0" dirty="0" err="1">
                <a:solidFill>
                  <a:srgbClr val="FF0000"/>
                </a:solidFill>
                <a:effectLst/>
                <a:latin typeface="Consolas" panose="020B0609020204030204" pitchFamily="49" charset="0"/>
              </a:rPr>
              <a:t>src</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"../jquery-3.6.0.js"</a:t>
            </a:r>
            <a:r>
              <a:rPr lang="en-IN" sz="1400" b="0" dirty="0">
                <a:solidFill>
                  <a:srgbClr val="800000"/>
                </a:solidFill>
                <a:effectLst/>
                <a:latin typeface="Consolas" panose="020B0609020204030204" pitchFamily="49" charset="0"/>
              </a:rPr>
              <a:t>&gt;&lt;/script&gt;</a:t>
            </a:r>
            <a:endParaRPr lang="en-IN" sz="1400" b="0" dirty="0">
              <a:solidFill>
                <a:srgbClr val="000000"/>
              </a:solidFill>
              <a:effectLst/>
              <a:latin typeface="Consolas" panose="020B0609020204030204" pitchFamily="49" charset="0"/>
            </a:endParaRPr>
          </a:p>
          <a:p>
            <a:r>
              <a:rPr lang="en-IN" sz="1400" b="0" dirty="0">
                <a:solidFill>
                  <a:srgbClr val="800000"/>
                </a:solidFill>
                <a:effectLst/>
                <a:latin typeface="Consolas" panose="020B0609020204030204" pitchFamily="49" charset="0"/>
              </a:rPr>
              <a:t>&lt;style&gt;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p</a:t>
            </a:r>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padding</a:t>
            </a:r>
            <a:r>
              <a:rPr lang="en-IN" sz="1400" b="0" dirty="0">
                <a:solidFill>
                  <a:srgbClr val="000000"/>
                </a:solidFill>
                <a:effectLst/>
                <a:latin typeface="Consolas" panose="020B0609020204030204" pitchFamily="49" charset="0"/>
              </a:rPr>
              <a:t>: </a:t>
            </a:r>
            <a:r>
              <a:rPr lang="en-IN" sz="1400" b="0" dirty="0">
                <a:solidFill>
                  <a:srgbClr val="098658"/>
                </a:solidFill>
                <a:effectLst/>
                <a:latin typeface="Consolas" panose="020B0609020204030204" pitchFamily="49" charset="0"/>
              </a:rPr>
              <a:t>20px</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font</a:t>
            </a:r>
            <a:r>
              <a:rPr lang="en-IN" sz="1400" b="0" dirty="0">
                <a:solidFill>
                  <a:srgbClr val="000000"/>
                </a:solidFill>
                <a:effectLst/>
                <a:latin typeface="Consolas" panose="020B0609020204030204" pitchFamily="49" charset="0"/>
              </a:rPr>
              <a:t>: </a:t>
            </a:r>
            <a:r>
              <a:rPr lang="en-IN" sz="1400" b="0" dirty="0">
                <a:solidFill>
                  <a:srgbClr val="098658"/>
                </a:solidFill>
                <a:effectLst/>
                <a:latin typeface="Consolas" panose="020B0609020204030204" pitchFamily="49" charset="0"/>
              </a:rPr>
              <a:t>20px</a:t>
            </a:r>
            <a:r>
              <a:rPr lang="en-IN" sz="1400" b="0" dirty="0">
                <a:solidFill>
                  <a:srgbClr val="000000"/>
                </a:solidFill>
                <a:effectLst/>
                <a:latin typeface="Consolas" panose="020B0609020204030204" pitchFamily="49" charset="0"/>
              </a:rPr>
              <a:t> </a:t>
            </a:r>
            <a:r>
              <a:rPr lang="en-IN" sz="1400" b="0" dirty="0">
                <a:solidFill>
                  <a:srgbClr val="0451A5"/>
                </a:solidFill>
                <a:effectLst/>
                <a:latin typeface="Consolas" panose="020B0609020204030204" pitchFamily="49" charset="0"/>
              </a:rPr>
              <a:t>sans-serif</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background</a:t>
            </a:r>
            <a:r>
              <a:rPr lang="en-IN" sz="1400" b="0" dirty="0">
                <a:solidFill>
                  <a:srgbClr val="000000"/>
                </a:solidFill>
                <a:effectLst/>
                <a:latin typeface="Consolas" panose="020B0609020204030204" pitchFamily="49" charset="0"/>
              </a:rPr>
              <a:t>: </a:t>
            </a:r>
            <a:r>
              <a:rPr lang="en-IN" sz="1400" b="0" dirty="0">
                <a:solidFill>
                  <a:srgbClr val="0451A5"/>
                </a:solidFill>
                <a:effectLst/>
                <a:latin typeface="Consolas" panose="020B0609020204030204" pitchFamily="49" charset="0"/>
              </a:rPr>
              <a:t>#f2f2f2</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r>
              <a:rPr lang="en-IN" sz="1400" b="0" dirty="0" err="1">
                <a:solidFill>
                  <a:srgbClr val="800000"/>
                </a:solidFill>
                <a:effectLst/>
                <a:latin typeface="Consolas" panose="020B0609020204030204" pitchFamily="49" charset="0"/>
              </a:rPr>
              <a:t>p.highlight</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background</a:t>
            </a:r>
            <a:r>
              <a:rPr lang="en-IN" sz="1400" b="0" dirty="0">
                <a:solidFill>
                  <a:srgbClr val="000000"/>
                </a:solidFill>
                <a:effectLst/>
                <a:latin typeface="Consolas" panose="020B0609020204030204" pitchFamily="49" charset="0"/>
              </a:rPr>
              <a:t>: </a:t>
            </a:r>
            <a:r>
              <a:rPr lang="en-IN" sz="1400" b="0" dirty="0">
                <a:solidFill>
                  <a:srgbClr val="0451A5"/>
                </a:solidFill>
                <a:effectLst/>
                <a:latin typeface="Consolas" panose="020B0609020204030204" pitchFamily="49" charset="0"/>
              </a:rPr>
              <a:t>yellow</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p>
          <a:p>
            <a:r>
              <a:rPr lang="en-IN" sz="1400" b="0" dirty="0">
                <a:solidFill>
                  <a:srgbClr val="800000"/>
                </a:solidFill>
                <a:effectLst/>
                <a:latin typeface="Consolas" panose="020B0609020204030204" pitchFamily="49" charset="0"/>
              </a:rPr>
              <a:t>&lt;/style&gt;&lt;script&gt;</a:t>
            </a:r>
            <a:endParaRPr lang="en-IN" sz="1400" b="0" dirty="0">
              <a:solidFill>
                <a:srgbClr val="000000"/>
              </a:solidFill>
              <a:effectLst/>
              <a:latin typeface="Consolas" panose="020B0609020204030204" pitchFamily="49" charset="0"/>
            </a:endParaRPr>
          </a:p>
          <a:p>
            <a:r>
              <a:rPr lang="en-IN" sz="1400" b="0" dirty="0">
                <a:solidFill>
                  <a:srgbClr val="0070C1"/>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document</a:t>
            </a:r>
            <a:r>
              <a:rPr lang="en-IN" sz="1400" b="0" dirty="0">
                <a:solidFill>
                  <a:srgbClr val="000000"/>
                </a:solidFill>
                <a:effectLst/>
                <a:latin typeface="Consolas" panose="020B0609020204030204" pitchFamily="49" charset="0"/>
              </a:rPr>
              <a:t>).</a:t>
            </a:r>
            <a:r>
              <a:rPr lang="en-IN" sz="1400" b="0" dirty="0">
                <a:solidFill>
                  <a:srgbClr val="795E26"/>
                </a:solidFill>
                <a:effectLst/>
                <a:latin typeface="Consolas" panose="020B0609020204030204" pitchFamily="49" charset="0"/>
              </a:rPr>
              <a:t>ready</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r>
              <a:rPr lang="en-IN" sz="1400" b="0" dirty="0">
                <a:solidFill>
                  <a:srgbClr val="0070C1"/>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"p"</a:t>
            </a:r>
            <a:r>
              <a:rPr lang="en-IN" sz="1400" b="0" dirty="0">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mouseenter</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r>
              <a:rPr lang="en-IN" sz="1400" b="0" dirty="0">
                <a:solidFill>
                  <a:srgbClr val="0070C1"/>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this</a:t>
            </a:r>
            <a:r>
              <a:rPr lang="en-IN" sz="1400" b="0" dirty="0">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addClass</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"highlight"</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r>
              <a:rPr lang="en-IN" sz="1400" b="0" dirty="0">
                <a:solidFill>
                  <a:srgbClr val="0070C1"/>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"p"</a:t>
            </a:r>
            <a:r>
              <a:rPr lang="en-IN" sz="1400" b="0" dirty="0">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mouseleave</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r>
              <a:rPr lang="en-IN" sz="1400" b="0" dirty="0">
                <a:solidFill>
                  <a:srgbClr val="0070C1"/>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this</a:t>
            </a:r>
            <a:r>
              <a:rPr lang="en-IN" sz="1400" b="0" dirty="0">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removeClass</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"highlight"</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a:t>
            </a:r>
          </a:p>
          <a:p>
            <a:r>
              <a:rPr lang="en-IN" sz="1400" b="0" dirty="0">
                <a:solidFill>
                  <a:srgbClr val="800000"/>
                </a:solidFill>
                <a:effectLst/>
                <a:latin typeface="Consolas" panose="020B0609020204030204" pitchFamily="49" charset="0"/>
              </a:rPr>
              <a:t>&lt;/script&gt;&lt;/head&gt;&lt;body&gt;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&lt;p&gt;</a:t>
            </a:r>
            <a:r>
              <a:rPr lang="en-IN" sz="1400" b="0" dirty="0">
                <a:solidFill>
                  <a:srgbClr val="000000"/>
                </a:solidFill>
                <a:effectLst/>
                <a:latin typeface="Consolas" panose="020B0609020204030204" pitchFamily="49" charset="0"/>
              </a:rPr>
              <a:t>Place mouse pointer on me.</a:t>
            </a:r>
            <a:r>
              <a:rPr lang="en-IN" sz="1400" b="0" dirty="0">
                <a:solidFill>
                  <a:srgbClr val="800000"/>
                </a:solidFill>
                <a:effectLst/>
                <a:latin typeface="Consolas" panose="020B0609020204030204" pitchFamily="49" charset="0"/>
              </a:rPr>
              <a:t>&lt;/p&gt;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&lt;p&gt;</a:t>
            </a:r>
            <a:r>
              <a:rPr lang="en-IN" sz="1400" b="0" dirty="0">
                <a:solidFill>
                  <a:srgbClr val="000000"/>
                </a:solidFill>
                <a:effectLst/>
                <a:latin typeface="Consolas" panose="020B0609020204030204" pitchFamily="49" charset="0"/>
              </a:rPr>
              <a:t>Place mouse pointer on me.</a:t>
            </a:r>
            <a:r>
              <a:rPr lang="en-IN" sz="1400" b="0" dirty="0">
                <a:solidFill>
                  <a:srgbClr val="800000"/>
                </a:solidFill>
                <a:effectLst/>
                <a:latin typeface="Consolas" panose="020B0609020204030204" pitchFamily="49" charset="0"/>
              </a:rPr>
              <a:t>&lt;/p&gt;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&lt;p&gt;</a:t>
            </a:r>
            <a:r>
              <a:rPr lang="en-IN" sz="1400" b="0" dirty="0">
                <a:solidFill>
                  <a:srgbClr val="000000"/>
                </a:solidFill>
                <a:effectLst/>
                <a:latin typeface="Consolas" panose="020B0609020204030204" pitchFamily="49" charset="0"/>
              </a:rPr>
              <a:t>Place mouse pointer on me.</a:t>
            </a:r>
            <a:r>
              <a:rPr lang="en-IN" sz="1400" b="0" dirty="0">
                <a:solidFill>
                  <a:srgbClr val="800000"/>
                </a:solidFill>
                <a:effectLst/>
                <a:latin typeface="Consolas" panose="020B0609020204030204" pitchFamily="49" charset="0"/>
              </a:rPr>
              <a:t>&lt;/p&gt;</a:t>
            </a:r>
            <a:endParaRPr lang="en-IN" sz="1400" b="0" dirty="0">
              <a:solidFill>
                <a:srgbClr val="000000"/>
              </a:solidFill>
              <a:effectLst/>
              <a:latin typeface="Consolas" panose="020B0609020204030204" pitchFamily="49" charset="0"/>
            </a:endParaRPr>
          </a:p>
          <a:p>
            <a:r>
              <a:rPr lang="en-IN" sz="1400" b="0" dirty="0">
                <a:solidFill>
                  <a:srgbClr val="800000"/>
                </a:solidFill>
                <a:effectLst/>
                <a:latin typeface="Consolas" panose="020B0609020204030204" pitchFamily="49" charset="0"/>
              </a:rPr>
              <a:t>&lt;/body&gt;&lt;/html&gt;</a:t>
            </a:r>
            <a:endParaRPr lang="en-IN" sz="1400"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39883831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6DF6382-2987-467A-95EC-BA286F99577E}"/>
              </a:ext>
            </a:extLst>
          </p:cNvPr>
          <p:cNvSpPr txBox="1"/>
          <p:nvPr/>
        </p:nvSpPr>
        <p:spPr>
          <a:xfrm>
            <a:off x="304799" y="938967"/>
            <a:ext cx="6135328" cy="4773807"/>
          </a:xfrm>
          <a:prstGeom prst="rect">
            <a:avLst/>
          </a:prstGeom>
          <a:noFill/>
        </p:spPr>
        <p:txBody>
          <a:bodyPr wrap="square">
            <a:spAutoFit/>
          </a:bodyPr>
          <a:lstStyle/>
          <a:p>
            <a:pPr fontAlgn="base">
              <a:lnSpc>
                <a:spcPct val="107000"/>
              </a:lnSpc>
              <a:spcBef>
                <a:spcPts val="1500"/>
              </a:spcBef>
              <a:spcAft>
                <a:spcPts val="750"/>
              </a:spcAft>
            </a:pPr>
            <a:r>
              <a:rPr lang="en-IN" b="1" dirty="0">
                <a:solidFill>
                  <a:srgbClr val="262626"/>
                </a:solidFill>
                <a:effectLst/>
                <a:latin typeface="inherit"/>
                <a:ea typeface="Times New Roman" panose="02020603050405020304" pitchFamily="18" charset="0"/>
                <a:cs typeface="Times New Roman" panose="02020603050405020304" pitchFamily="18" charset="0"/>
              </a:rPr>
              <a:t>The </a:t>
            </a:r>
            <a:r>
              <a:rPr lang="en-IN" b="1" dirty="0" err="1">
                <a:solidFill>
                  <a:srgbClr val="262626"/>
                </a:solidFill>
                <a:effectLst/>
                <a:latin typeface="Courier New" panose="02070309020205020404" pitchFamily="49" charset="0"/>
                <a:ea typeface="Times New Roman" panose="02020603050405020304" pitchFamily="18" charset="0"/>
                <a:cs typeface="Times New Roman" panose="02020603050405020304" pitchFamily="18" charset="0"/>
              </a:rPr>
              <a:t>mouseleave</a:t>
            </a:r>
            <a:r>
              <a:rPr lang="en-IN" b="1" dirty="0">
                <a:solidFill>
                  <a:srgbClr val="262626"/>
                </a:solidFill>
                <a:effectLst/>
                <a:latin typeface="Courier New" panose="02070309020205020404" pitchFamily="49" charset="0"/>
                <a:ea typeface="Times New Roman" panose="02020603050405020304" pitchFamily="18" charset="0"/>
                <a:cs typeface="Times New Roman" panose="02020603050405020304" pitchFamily="18" charset="0"/>
              </a:rPr>
              <a:t>()</a:t>
            </a:r>
            <a:r>
              <a:rPr lang="en-IN" b="1" dirty="0">
                <a:solidFill>
                  <a:srgbClr val="262626"/>
                </a:solidFill>
                <a:effectLst/>
                <a:latin typeface="inherit"/>
                <a:ea typeface="Times New Roman" panose="02020603050405020304" pitchFamily="18" charset="0"/>
                <a:cs typeface="Times New Roman" panose="02020603050405020304" pitchFamily="18" charset="0"/>
              </a:rPr>
              <a:t> Method</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900"/>
              </a:spcAft>
            </a:pPr>
            <a:r>
              <a:rPr lang="en-IN"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The jQuery </a:t>
            </a:r>
            <a:r>
              <a:rPr lang="en-IN" dirty="0" err="1">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mouseleave</a:t>
            </a:r>
            <a:r>
              <a:rPr lang="en-IN"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a:t>
            </a:r>
            <a:r>
              <a:rPr lang="en-IN"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method attach an event handler function to the selected elements that is executed when the mouse leaves an element. The following example will remove the class highlight from the </a:t>
            </a:r>
            <a:r>
              <a:rPr lang="en-IN" dirty="0">
                <a:solidFill>
                  <a:srgbClr val="333333"/>
                </a:solidFill>
                <a:effectLst/>
                <a:latin typeface="Consolas" panose="020B0609020204030204" pitchFamily="49" charset="0"/>
                <a:ea typeface="Times New Roman" panose="02020603050405020304" pitchFamily="18" charset="0"/>
                <a:cs typeface="Courier New" panose="02070309020205020404" pitchFamily="49" charset="0"/>
              </a:rPr>
              <a:t>&lt;p&gt;</a:t>
            </a:r>
            <a:r>
              <a:rPr lang="en-IN"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element when you remove the cursor from it.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&lt;</a:t>
            </a:r>
            <a:r>
              <a:rPr lang="en-IN" dirty="0">
                <a:solidFill>
                  <a:srgbClr val="990055"/>
                </a:solidFill>
                <a:effectLst/>
                <a:latin typeface="Courier New" panose="02070309020205020404" pitchFamily="49" charset="0"/>
                <a:ea typeface="Times New Roman" panose="02020603050405020304" pitchFamily="18" charset="0"/>
                <a:cs typeface="Times New Roman" panose="02020603050405020304" pitchFamily="18" charset="0"/>
              </a:rPr>
              <a:t>script</a:t>
            </a:r>
            <a:r>
              <a:rPr lang="en-IN"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&gt;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dirty="0">
                <a:solidFill>
                  <a:srgbClr val="DD4A68"/>
                </a:solidFill>
                <a:effectLst/>
                <a:latin typeface="Courier New" panose="02070309020205020404" pitchFamily="49" charset="0"/>
                <a:ea typeface="Times New Roman" panose="02020603050405020304" pitchFamily="18" charset="0"/>
                <a:cs typeface="Times New Roman" panose="02020603050405020304" pitchFamily="18" charset="0"/>
              </a:rPr>
              <a:t>$</a:t>
            </a:r>
            <a:r>
              <a:rPr lang="en-IN"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a:t>
            </a:r>
            <a:r>
              <a:rPr lang="en-IN"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document</a:t>
            </a:r>
            <a:r>
              <a:rPr lang="en-IN"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a:t>
            </a:r>
            <a:r>
              <a:rPr lang="en-IN" dirty="0">
                <a:solidFill>
                  <a:srgbClr val="DD4A68"/>
                </a:solidFill>
                <a:effectLst/>
                <a:latin typeface="Courier New" panose="02070309020205020404" pitchFamily="49" charset="0"/>
                <a:ea typeface="Times New Roman" panose="02020603050405020304" pitchFamily="18" charset="0"/>
                <a:cs typeface="Times New Roman" panose="02020603050405020304" pitchFamily="18" charset="0"/>
              </a:rPr>
              <a:t>ready</a:t>
            </a:r>
            <a:r>
              <a:rPr lang="en-IN"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a:t>
            </a:r>
            <a:r>
              <a:rPr lang="en-IN" dirty="0">
                <a:solidFill>
                  <a:srgbClr val="0077AA"/>
                </a:solidFill>
                <a:effectLst/>
                <a:latin typeface="Courier New" panose="02070309020205020404" pitchFamily="49" charset="0"/>
                <a:ea typeface="Times New Roman" panose="02020603050405020304" pitchFamily="18" charset="0"/>
                <a:cs typeface="Times New Roman" panose="02020603050405020304" pitchFamily="18" charset="0"/>
              </a:rPr>
              <a:t>function</a:t>
            </a:r>
            <a:r>
              <a:rPr lang="en-IN"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t>
            </a:r>
            <a:r>
              <a:rPr lang="en-IN" dirty="0">
                <a:solidFill>
                  <a:srgbClr val="DD4A68"/>
                </a:solidFill>
                <a:effectLst/>
                <a:latin typeface="Courier New" panose="02070309020205020404" pitchFamily="49" charset="0"/>
                <a:ea typeface="Times New Roman" panose="02020603050405020304" pitchFamily="18" charset="0"/>
                <a:cs typeface="Times New Roman" panose="02020603050405020304" pitchFamily="18" charset="0"/>
              </a:rPr>
              <a:t>$</a:t>
            </a:r>
            <a:r>
              <a:rPr lang="en-IN"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a:t>
            </a:r>
            <a:r>
              <a:rPr lang="en-IN" dirty="0">
                <a:solidFill>
                  <a:srgbClr val="669900"/>
                </a:solidFill>
                <a:effectLst/>
                <a:latin typeface="Courier New" panose="02070309020205020404" pitchFamily="49" charset="0"/>
                <a:ea typeface="Times New Roman" panose="02020603050405020304" pitchFamily="18" charset="0"/>
                <a:cs typeface="Times New Roman" panose="02020603050405020304" pitchFamily="18" charset="0"/>
              </a:rPr>
              <a:t>"p"</a:t>
            </a:r>
            <a:r>
              <a:rPr lang="en-IN"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a:t>
            </a:r>
            <a:r>
              <a:rPr lang="en-IN" dirty="0" err="1">
                <a:solidFill>
                  <a:srgbClr val="DD4A68"/>
                </a:solidFill>
                <a:effectLst/>
                <a:latin typeface="Courier New" panose="02070309020205020404" pitchFamily="49" charset="0"/>
                <a:ea typeface="Times New Roman" panose="02020603050405020304" pitchFamily="18" charset="0"/>
                <a:cs typeface="Times New Roman" panose="02020603050405020304" pitchFamily="18" charset="0"/>
              </a:rPr>
              <a:t>mouseleave</a:t>
            </a:r>
            <a:r>
              <a:rPr lang="en-IN"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a:t>
            </a:r>
            <a:r>
              <a:rPr lang="en-IN" dirty="0">
                <a:solidFill>
                  <a:srgbClr val="0077AA"/>
                </a:solidFill>
                <a:effectLst/>
                <a:latin typeface="Courier New" panose="02070309020205020404" pitchFamily="49" charset="0"/>
                <a:ea typeface="Times New Roman" panose="02020603050405020304" pitchFamily="18" charset="0"/>
                <a:cs typeface="Times New Roman" panose="02020603050405020304" pitchFamily="18" charset="0"/>
              </a:rPr>
              <a:t>function</a:t>
            </a:r>
            <a:r>
              <a:rPr lang="en-IN"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t>
            </a:r>
            <a:r>
              <a:rPr lang="en-IN" dirty="0">
                <a:solidFill>
                  <a:srgbClr val="DD4A68"/>
                </a:solidFill>
                <a:effectLst/>
                <a:latin typeface="Courier New" panose="02070309020205020404" pitchFamily="49" charset="0"/>
                <a:ea typeface="Times New Roman" panose="02020603050405020304" pitchFamily="18" charset="0"/>
                <a:cs typeface="Times New Roman" panose="02020603050405020304" pitchFamily="18" charset="0"/>
              </a:rPr>
              <a:t>$</a:t>
            </a:r>
            <a:r>
              <a:rPr lang="en-IN"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a:t>
            </a:r>
            <a:r>
              <a:rPr lang="en-IN" dirty="0">
                <a:solidFill>
                  <a:srgbClr val="0077AA"/>
                </a:solidFill>
                <a:effectLst/>
                <a:latin typeface="Courier New" panose="02070309020205020404" pitchFamily="49" charset="0"/>
                <a:ea typeface="Times New Roman" panose="02020603050405020304" pitchFamily="18" charset="0"/>
                <a:cs typeface="Times New Roman" panose="02020603050405020304" pitchFamily="18" charset="0"/>
              </a:rPr>
              <a:t>this</a:t>
            </a:r>
            <a:r>
              <a:rPr lang="en-IN"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a:t>
            </a:r>
            <a:r>
              <a:rPr lang="en-IN" dirty="0" err="1">
                <a:solidFill>
                  <a:srgbClr val="DD4A68"/>
                </a:solidFill>
                <a:effectLst/>
                <a:latin typeface="Courier New" panose="02070309020205020404" pitchFamily="49" charset="0"/>
                <a:ea typeface="Times New Roman" panose="02020603050405020304" pitchFamily="18" charset="0"/>
                <a:cs typeface="Times New Roman" panose="02020603050405020304" pitchFamily="18" charset="0"/>
              </a:rPr>
              <a:t>removeClass</a:t>
            </a:r>
            <a:r>
              <a:rPr lang="en-IN"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a:t>
            </a:r>
            <a:r>
              <a:rPr lang="en-IN" dirty="0">
                <a:solidFill>
                  <a:srgbClr val="669900"/>
                </a:solidFill>
                <a:effectLst/>
                <a:latin typeface="Courier New" panose="02070309020205020404" pitchFamily="49" charset="0"/>
                <a:ea typeface="Times New Roman" panose="02020603050405020304" pitchFamily="18" charset="0"/>
                <a:cs typeface="Times New Roman" panose="02020603050405020304" pitchFamily="18" charset="0"/>
              </a:rPr>
              <a:t>"highlight"</a:t>
            </a:r>
            <a:r>
              <a:rPr lang="en-IN"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t>
            </a:r>
            <a:r>
              <a:rPr lang="en-IN"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&lt;/</a:t>
            </a:r>
            <a:r>
              <a:rPr lang="en-IN" dirty="0">
                <a:solidFill>
                  <a:srgbClr val="990055"/>
                </a:solidFill>
                <a:effectLst/>
                <a:latin typeface="Courier New" panose="02070309020205020404" pitchFamily="49" charset="0"/>
                <a:ea typeface="Times New Roman" panose="02020603050405020304" pitchFamily="18" charset="0"/>
                <a:cs typeface="Times New Roman" panose="02020603050405020304" pitchFamily="18" charset="0"/>
              </a:rPr>
              <a:t>script</a:t>
            </a:r>
            <a:r>
              <a:rPr lang="en-IN" dirty="0">
                <a:solidFill>
                  <a:srgbClr val="5F6364"/>
                </a:solidFill>
                <a:effectLst/>
                <a:latin typeface="Courier New" panose="02070309020205020404" pitchFamily="49" charset="0"/>
                <a:ea typeface="Times New Roman" panose="02020603050405020304" pitchFamily="18" charset="0"/>
                <a:cs typeface="Times New Roman" panose="02020603050405020304" pitchFamily="18" charset="0"/>
              </a:rPr>
              <a:t>&gt;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1480747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84BB5C7-E080-46A3-8EC0-F184905B8BFC}"/>
              </a:ext>
            </a:extLst>
          </p:cNvPr>
          <p:cNvSpPr txBox="1"/>
          <p:nvPr/>
        </p:nvSpPr>
        <p:spPr>
          <a:xfrm>
            <a:off x="88491" y="759060"/>
            <a:ext cx="6135328" cy="2031325"/>
          </a:xfrm>
          <a:prstGeom prst="rect">
            <a:avLst/>
          </a:prstGeom>
          <a:noFill/>
        </p:spPr>
        <p:txBody>
          <a:bodyPr wrap="square">
            <a:spAutoFit/>
          </a:bodyPr>
          <a:lstStyle/>
          <a:p>
            <a:pPr algn="ctr"/>
            <a:r>
              <a:rPr lang="en-US" b="1" dirty="0"/>
              <a:t>The keypress() Method</a:t>
            </a:r>
          </a:p>
          <a:p>
            <a:r>
              <a:rPr lang="en-US" dirty="0"/>
              <a:t>The jQuery keypress() method attach an event handler function to the selected elements (typically form controls) that is executed when the browser receives keyboard input from the user. The following example will display a message when the </a:t>
            </a:r>
            <a:r>
              <a:rPr lang="en-US" dirty="0" err="1"/>
              <a:t>kypress</a:t>
            </a:r>
            <a:r>
              <a:rPr lang="en-US" dirty="0"/>
              <a:t> event is fired and how many times it is fired when you press the key on the keyboard.</a:t>
            </a:r>
            <a:endParaRPr lang="en-IN" dirty="0"/>
          </a:p>
        </p:txBody>
      </p:sp>
      <p:sp>
        <p:nvSpPr>
          <p:cNvPr id="10" name="TextBox 9">
            <a:extLst>
              <a:ext uri="{FF2B5EF4-FFF2-40B4-BE49-F238E27FC236}">
                <a16:creationId xmlns:a16="http://schemas.microsoft.com/office/drawing/2014/main" id="{4F3F659A-622F-40D5-9CFA-92DA9DF84A9F}"/>
              </a:ext>
            </a:extLst>
          </p:cNvPr>
          <p:cNvSpPr txBox="1"/>
          <p:nvPr/>
        </p:nvSpPr>
        <p:spPr>
          <a:xfrm>
            <a:off x="88491" y="3209835"/>
            <a:ext cx="6135328" cy="2308324"/>
          </a:xfrm>
          <a:prstGeom prst="rect">
            <a:avLst/>
          </a:prstGeom>
          <a:noFill/>
        </p:spPr>
        <p:txBody>
          <a:bodyPr wrap="square">
            <a:spAutoFit/>
          </a:bodyPr>
          <a:lstStyle/>
          <a:p>
            <a:r>
              <a:rPr lang="en-IN" b="0" i="0" dirty="0">
                <a:solidFill>
                  <a:srgbClr val="5F6364"/>
                </a:solidFill>
                <a:effectLst/>
                <a:latin typeface="Consolas" panose="020B0609020204030204" pitchFamily="49" charset="0"/>
              </a:rPr>
              <a:t>&lt;</a:t>
            </a:r>
            <a:r>
              <a:rPr lang="en-IN" b="0" i="0" dirty="0">
                <a:solidFill>
                  <a:srgbClr val="990055"/>
                </a:solidFill>
                <a:effectLst/>
                <a:latin typeface="Consolas" panose="020B0609020204030204" pitchFamily="49" charset="0"/>
              </a:rPr>
              <a:t>script</a:t>
            </a:r>
            <a:r>
              <a:rPr lang="en-IN" b="0" i="0" dirty="0">
                <a:solidFill>
                  <a:srgbClr val="5F6364"/>
                </a:solidFill>
                <a:effectLst/>
                <a:latin typeface="Consolas" panose="020B0609020204030204" pitchFamily="49" charset="0"/>
              </a:rPr>
              <a:t>&gt;</a:t>
            </a:r>
            <a:r>
              <a:rPr lang="en-IN" b="0" i="0" dirty="0">
                <a:solidFill>
                  <a:srgbClr val="000000"/>
                </a:solidFill>
                <a:effectLst/>
                <a:latin typeface="Consolas" panose="020B0609020204030204" pitchFamily="49" charset="0"/>
              </a:rPr>
              <a:t> </a:t>
            </a:r>
          </a:p>
          <a:p>
            <a:r>
              <a:rPr lang="en-IN" b="0" i="0" dirty="0">
                <a:solidFill>
                  <a:srgbClr val="DD4A68"/>
                </a:solidFill>
                <a:effectLst/>
                <a:latin typeface="Consolas" panose="020B0609020204030204" pitchFamily="49" charset="0"/>
              </a:rPr>
              <a:t>$</a:t>
            </a:r>
            <a:r>
              <a:rPr lang="en-IN" b="0" i="0" dirty="0">
                <a:solidFill>
                  <a:srgbClr val="5F6364"/>
                </a:solidFill>
                <a:effectLst/>
                <a:latin typeface="Consolas" panose="020B0609020204030204" pitchFamily="49" charset="0"/>
              </a:rPr>
              <a:t>(</a:t>
            </a:r>
            <a:r>
              <a:rPr lang="en-IN" b="0" i="0" dirty="0">
                <a:solidFill>
                  <a:srgbClr val="000000"/>
                </a:solidFill>
                <a:effectLst/>
                <a:latin typeface="Consolas" panose="020B0609020204030204" pitchFamily="49" charset="0"/>
              </a:rPr>
              <a:t>document</a:t>
            </a:r>
            <a:r>
              <a:rPr lang="en-IN" b="0" i="0" dirty="0">
                <a:solidFill>
                  <a:srgbClr val="5F6364"/>
                </a:solidFill>
                <a:effectLst/>
                <a:latin typeface="Consolas" panose="020B0609020204030204" pitchFamily="49" charset="0"/>
              </a:rPr>
              <a:t>).</a:t>
            </a:r>
            <a:r>
              <a:rPr lang="en-IN" b="0" i="0" dirty="0">
                <a:solidFill>
                  <a:srgbClr val="DD4A68"/>
                </a:solidFill>
                <a:effectLst/>
                <a:latin typeface="Consolas" panose="020B0609020204030204" pitchFamily="49" charset="0"/>
              </a:rPr>
              <a:t>ready</a:t>
            </a:r>
            <a:r>
              <a:rPr lang="en-IN" b="0" i="0" dirty="0">
                <a:solidFill>
                  <a:srgbClr val="5F6364"/>
                </a:solidFill>
                <a:effectLst/>
                <a:latin typeface="Consolas" panose="020B0609020204030204" pitchFamily="49" charset="0"/>
              </a:rPr>
              <a:t>(</a:t>
            </a:r>
            <a:r>
              <a:rPr lang="en-IN" b="0" i="0" dirty="0">
                <a:solidFill>
                  <a:srgbClr val="0077AA"/>
                </a:solidFill>
                <a:effectLst/>
                <a:latin typeface="Consolas" panose="020B0609020204030204" pitchFamily="49" charset="0"/>
              </a:rPr>
              <a:t>function</a:t>
            </a:r>
            <a:r>
              <a:rPr lang="en-IN" b="0" i="0" dirty="0">
                <a:solidFill>
                  <a:srgbClr val="5F6364"/>
                </a:solidFill>
                <a:effectLst/>
                <a:latin typeface="Consolas" panose="020B0609020204030204" pitchFamily="49" charset="0"/>
              </a:rPr>
              <a:t>()</a:t>
            </a:r>
          </a:p>
          <a:p>
            <a:r>
              <a:rPr lang="en-IN" b="0" i="0" dirty="0">
                <a:solidFill>
                  <a:srgbClr val="5F6364"/>
                </a:solidFill>
                <a:effectLst/>
                <a:latin typeface="Consolas" panose="020B0609020204030204" pitchFamily="49" charset="0"/>
              </a:rPr>
              <a:t>{</a:t>
            </a:r>
            <a:r>
              <a:rPr lang="en-IN" b="0" i="0" dirty="0">
                <a:solidFill>
                  <a:srgbClr val="000000"/>
                </a:solidFill>
                <a:effectLst/>
                <a:latin typeface="Consolas" panose="020B0609020204030204" pitchFamily="49" charset="0"/>
              </a:rPr>
              <a:t> </a:t>
            </a:r>
            <a:r>
              <a:rPr lang="en-IN" b="0" i="0" dirty="0">
                <a:solidFill>
                  <a:srgbClr val="0077AA"/>
                </a:solidFill>
                <a:effectLst/>
                <a:latin typeface="Consolas" panose="020B0609020204030204" pitchFamily="49" charset="0"/>
              </a:rPr>
              <a:t>var</a:t>
            </a:r>
            <a:r>
              <a:rPr lang="en-IN" b="0" i="0" dirty="0">
                <a:solidFill>
                  <a:srgbClr val="000000"/>
                </a:solidFill>
                <a:effectLst/>
                <a:latin typeface="Consolas" panose="020B0609020204030204" pitchFamily="49" charset="0"/>
              </a:rPr>
              <a:t> </a:t>
            </a:r>
            <a:r>
              <a:rPr lang="en-IN" b="0" i="0" dirty="0" err="1">
                <a:solidFill>
                  <a:srgbClr val="000000"/>
                </a:solidFill>
                <a:effectLst/>
                <a:latin typeface="Consolas" panose="020B0609020204030204" pitchFamily="49" charset="0"/>
              </a:rPr>
              <a:t>i</a:t>
            </a:r>
            <a:r>
              <a:rPr lang="en-IN" b="0" i="0" dirty="0">
                <a:solidFill>
                  <a:srgbClr val="000000"/>
                </a:solidFill>
                <a:effectLst/>
                <a:latin typeface="Consolas" panose="020B0609020204030204" pitchFamily="49" charset="0"/>
              </a:rPr>
              <a:t> </a:t>
            </a:r>
            <a:r>
              <a:rPr lang="en-IN" b="0" i="0" dirty="0">
                <a:solidFill>
                  <a:srgbClr val="A67F59"/>
                </a:solidFill>
                <a:effectLst/>
                <a:latin typeface="Consolas" panose="020B0609020204030204" pitchFamily="49" charset="0"/>
              </a:rPr>
              <a:t>=</a:t>
            </a:r>
            <a:r>
              <a:rPr lang="en-IN" b="0" i="0" dirty="0">
                <a:solidFill>
                  <a:srgbClr val="000000"/>
                </a:solidFill>
                <a:effectLst/>
                <a:latin typeface="Consolas" panose="020B0609020204030204" pitchFamily="49" charset="0"/>
              </a:rPr>
              <a:t> </a:t>
            </a:r>
            <a:r>
              <a:rPr lang="en-IN" b="0" i="0" dirty="0">
                <a:solidFill>
                  <a:srgbClr val="990055"/>
                </a:solidFill>
                <a:effectLst/>
                <a:latin typeface="Consolas" panose="020B0609020204030204" pitchFamily="49" charset="0"/>
              </a:rPr>
              <a:t>0</a:t>
            </a:r>
            <a:r>
              <a:rPr lang="en-IN" b="0" i="0" dirty="0">
                <a:solidFill>
                  <a:srgbClr val="5F6364"/>
                </a:solidFill>
                <a:effectLst/>
                <a:latin typeface="Consolas" panose="020B0609020204030204" pitchFamily="49" charset="0"/>
              </a:rPr>
              <a:t>;</a:t>
            </a:r>
            <a:r>
              <a:rPr lang="en-IN" b="0" i="0" dirty="0">
                <a:solidFill>
                  <a:srgbClr val="000000"/>
                </a:solidFill>
                <a:effectLst/>
                <a:latin typeface="Consolas" panose="020B0609020204030204" pitchFamily="49" charset="0"/>
              </a:rPr>
              <a:t> </a:t>
            </a:r>
            <a:r>
              <a:rPr lang="en-IN" b="0" i="0" dirty="0">
                <a:solidFill>
                  <a:srgbClr val="DD4A68"/>
                </a:solidFill>
                <a:effectLst/>
                <a:latin typeface="Consolas" panose="020B0609020204030204" pitchFamily="49" charset="0"/>
              </a:rPr>
              <a:t>$</a:t>
            </a:r>
            <a:r>
              <a:rPr lang="en-IN" b="0" i="0" dirty="0">
                <a:solidFill>
                  <a:srgbClr val="5F6364"/>
                </a:solidFill>
                <a:effectLst/>
                <a:latin typeface="Consolas" panose="020B0609020204030204" pitchFamily="49" charset="0"/>
              </a:rPr>
              <a:t>(</a:t>
            </a:r>
            <a:r>
              <a:rPr lang="en-IN" b="0" i="0" dirty="0">
                <a:solidFill>
                  <a:srgbClr val="669900"/>
                </a:solidFill>
                <a:effectLst/>
                <a:latin typeface="Consolas" panose="020B0609020204030204" pitchFamily="49" charset="0"/>
              </a:rPr>
              <a:t>'input[type="text"]'</a:t>
            </a:r>
            <a:r>
              <a:rPr lang="en-IN" b="0" i="0" dirty="0">
                <a:solidFill>
                  <a:srgbClr val="5F6364"/>
                </a:solidFill>
                <a:effectLst/>
                <a:latin typeface="Consolas" panose="020B0609020204030204" pitchFamily="49" charset="0"/>
              </a:rPr>
              <a:t>).</a:t>
            </a:r>
            <a:r>
              <a:rPr lang="en-IN" b="0" i="0" dirty="0">
                <a:solidFill>
                  <a:srgbClr val="DD4A68"/>
                </a:solidFill>
                <a:effectLst/>
                <a:latin typeface="Consolas" panose="020B0609020204030204" pitchFamily="49" charset="0"/>
              </a:rPr>
              <a:t>keypress</a:t>
            </a:r>
            <a:r>
              <a:rPr lang="en-IN" b="0" i="0" dirty="0">
                <a:solidFill>
                  <a:srgbClr val="5F6364"/>
                </a:solidFill>
                <a:effectLst/>
                <a:latin typeface="Consolas" panose="020B0609020204030204" pitchFamily="49" charset="0"/>
              </a:rPr>
              <a:t>(</a:t>
            </a:r>
            <a:r>
              <a:rPr lang="en-IN" b="0" i="0" dirty="0">
                <a:solidFill>
                  <a:srgbClr val="0077AA"/>
                </a:solidFill>
                <a:effectLst/>
                <a:latin typeface="Consolas" panose="020B0609020204030204" pitchFamily="49" charset="0"/>
              </a:rPr>
              <a:t>function</a:t>
            </a:r>
            <a:r>
              <a:rPr lang="en-IN" b="0" i="0" dirty="0">
                <a:solidFill>
                  <a:srgbClr val="5F6364"/>
                </a:solidFill>
                <a:effectLst/>
                <a:latin typeface="Consolas" panose="020B0609020204030204" pitchFamily="49" charset="0"/>
              </a:rPr>
              <a:t>(){</a:t>
            </a:r>
          </a:p>
          <a:p>
            <a:endParaRPr lang="en-IN" b="0" i="0" dirty="0">
              <a:solidFill>
                <a:srgbClr val="5F6364"/>
              </a:solidFill>
              <a:effectLst/>
              <a:latin typeface="Consolas" panose="020B0609020204030204" pitchFamily="49" charset="0"/>
            </a:endParaRPr>
          </a:p>
          <a:p>
            <a:r>
              <a:rPr lang="en-IN" b="0" i="0" dirty="0">
                <a:solidFill>
                  <a:srgbClr val="000000"/>
                </a:solidFill>
                <a:effectLst/>
                <a:latin typeface="Consolas" panose="020B0609020204030204" pitchFamily="49" charset="0"/>
              </a:rPr>
              <a:t> </a:t>
            </a:r>
            <a:r>
              <a:rPr lang="en-IN" b="0" i="0" dirty="0">
                <a:solidFill>
                  <a:srgbClr val="DD4A68"/>
                </a:solidFill>
                <a:effectLst/>
                <a:latin typeface="Consolas" panose="020B0609020204030204" pitchFamily="49" charset="0"/>
              </a:rPr>
              <a:t>$</a:t>
            </a:r>
            <a:r>
              <a:rPr lang="en-IN" b="0" i="0" dirty="0">
                <a:solidFill>
                  <a:srgbClr val="5F6364"/>
                </a:solidFill>
                <a:effectLst/>
                <a:latin typeface="Consolas" panose="020B0609020204030204" pitchFamily="49" charset="0"/>
              </a:rPr>
              <a:t>(</a:t>
            </a:r>
            <a:r>
              <a:rPr lang="en-IN" b="0" i="0" dirty="0">
                <a:solidFill>
                  <a:srgbClr val="669900"/>
                </a:solidFill>
                <a:effectLst/>
                <a:latin typeface="Consolas" panose="020B0609020204030204" pitchFamily="49" charset="0"/>
              </a:rPr>
              <a:t>"span"</a:t>
            </a:r>
            <a:r>
              <a:rPr lang="en-IN" b="0" i="0" dirty="0">
                <a:solidFill>
                  <a:srgbClr val="5F6364"/>
                </a:solidFill>
                <a:effectLst/>
                <a:latin typeface="Consolas" panose="020B0609020204030204" pitchFamily="49" charset="0"/>
              </a:rPr>
              <a:t>).</a:t>
            </a:r>
            <a:r>
              <a:rPr lang="en-IN" b="0" i="0" dirty="0">
                <a:solidFill>
                  <a:srgbClr val="DD4A68"/>
                </a:solidFill>
                <a:effectLst/>
                <a:latin typeface="Consolas" panose="020B0609020204030204" pitchFamily="49" charset="0"/>
              </a:rPr>
              <a:t>text</a:t>
            </a:r>
            <a:r>
              <a:rPr lang="en-IN" b="0" i="0" dirty="0">
                <a:solidFill>
                  <a:srgbClr val="5F6364"/>
                </a:solidFill>
                <a:effectLst/>
                <a:latin typeface="Consolas" panose="020B0609020204030204" pitchFamily="49" charset="0"/>
              </a:rPr>
              <a:t>(</a:t>
            </a:r>
            <a:r>
              <a:rPr lang="en-IN" b="0" i="0" dirty="0" err="1">
                <a:solidFill>
                  <a:srgbClr val="000000"/>
                </a:solidFill>
                <a:effectLst/>
                <a:latin typeface="Consolas" panose="020B0609020204030204" pitchFamily="49" charset="0"/>
              </a:rPr>
              <a:t>i</a:t>
            </a:r>
            <a:r>
              <a:rPr lang="en-IN" b="0" i="0" dirty="0">
                <a:solidFill>
                  <a:srgbClr val="000000"/>
                </a:solidFill>
                <a:effectLst/>
                <a:latin typeface="Consolas" panose="020B0609020204030204" pitchFamily="49" charset="0"/>
              </a:rPr>
              <a:t> </a:t>
            </a:r>
            <a:r>
              <a:rPr lang="en-IN" b="0" i="0" dirty="0">
                <a:solidFill>
                  <a:srgbClr val="A67F59"/>
                </a:solidFill>
                <a:effectLst/>
                <a:latin typeface="Consolas" panose="020B0609020204030204" pitchFamily="49" charset="0"/>
              </a:rPr>
              <a:t>+=</a:t>
            </a:r>
            <a:r>
              <a:rPr lang="en-IN" b="0" i="0" dirty="0">
                <a:solidFill>
                  <a:srgbClr val="000000"/>
                </a:solidFill>
                <a:effectLst/>
                <a:latin typeface="Consolas" panose="020B0609020204030204" pitchFamily="49" charset="0"/>
              </a:rPr>
              <a:t> </a:t>
            </a:r>
            <a:r>
              <a:rPr lang="en-IN" b="0" i="0" dirty="0">
                <a:solidFill>
                  <a:srgbClr val="990055"/>
                </a:solidFill>
                <a:effectLst/>
                <a:latin typeface="Consolas" panose="020B0609020204030204" pitchFamily="49" charset="0"/>
              </a:rPr>
              <a:t>1</a:t>
            </a:r>
            <a:r>
              <a:rPr lang="en-IN" b="0" i="0" dirty="0">
                <a:solidFill>
                  <a:srgbClr val="5F6364"/>
                </a:solidFill>
                <a:effectLst/>
                <a:latin typeface="Consolas" panose="020B0609020204030204" pitchFamily="49" charset="0"/>
              </a:rPr>
              <a:t>);</a:t>
            </a:r>
          </a:p>
          <a:p>
            <a:endParaRPr lang="en-IN" b="0" i="0" dirty="0">
              <a:solidFill>
                <a:srgbClr val="5F6364"/>
              </a:solidFill>
              <a:effectLst/>
              <a:latin typeface="Consolas" panose="020B0609020204030204" pitchFamily="49" charset="0"/>
            </a:endParaRPr>
          </a:p>
          <a:p>
            <a:r>
              <a:rPr lang="en-IN" b="0" i="0" dirty="0">
                <a:solidFill>
                  <a:srgbClr val="000000"/>
                </a:solidFill>
                <a:effectLst/>
                <a:latin typeface="Consolas" panose="020B0609020204030204" pitchFamily="49" charset="0"/>
              </a:rPr>
              <a:t> </a:t>
            </a:r>
            <a:r>
              <a:rPr lang="en-IN" b="0" i="0" dirty="0">
                <a:solidFill>
                  <a:srgbClr val="DD4A68"/>
                </a:solidFill>
                <a:effectLst/>
                <a:latin typeface="Consolas" panose="020B0609020204030204" pitchFamily="49" charset="0"/>
              </a:rPr>
              <a:t>$</a:t>
            </a:r>
            <a:r>
              <a:rPr lang="en-IN" b="0" i="0" dirty="0">
                <a:solidFill>
                  <a:srgbClr val="5F6364"/>
                </a:solidFill>
                <a:effectLst/>
                <a:latin typeface="Consolas" panose="020B0609020204030204" pitchFamily="49" charset="0"/>
              </a:rPr>
              <a:t>(</a:t>
            </a:r>
            <a:r>
              <a:rPr lang="en-IN" b="0" i="0" dirty="0">
                <a:solidFill>
                  <a:srgbClr val="669900"/>
                </a:solidFill>
                <a:effectLst/>
                <a:latin typeface="Consolas" panose="020B0609020204030204" pitchFamily="49" charset="0"/>
              </a:rPr>
              <a:t>"p"</a:t>
            </a:r>
            <a:r>
              <a:rPr lang="en-IN" b="0" i="0" dirty="0">
                <a:solidFill>
                  <a:srgbClr val="5F6364"/>
                </a:solidFill>
                <a:effectLst/>
                <a:latin typeface="Consolas" panose="020B0609020204030204" pitchFamily="49" charset="0"/>
              </a:rPr>
              <a:t>).</a:t>
            </a:r>
            <a:r>
              <a:rPr lang="en-IN" b="0" i="0" dirty="0">
                <a:solidFill>
                  <a:srgbClr val="DD4A68"/>
                </a:solidFill>
                <a:effectLst/>
                <a:latin typeface="Consolas" panose="020B0609020204030204" pitchFamily="49" charset="0"/>
              </a:rPr>
              <a:t>show</a:t>
            </a:r>
            <a:r>
              <a:rPr lang="en-IN" b="0" i="0" dirty="0">
                <a:solidFill>
                  <a:srgbClr val="5F6364"/>
                </a:solidFill>
                <a:effectLst/>
                <a:latin typeface="Consolas" panose="020B0609020204030204" pitchFamily="49" charset="0"/>
              </a:rPr>
              <a:t>().</a:t>
            </a:r>
            <a:r>
              <a:rPr lang="en-IN" b="0" i="0" dirty="0" err="1">
                <a:solidFill>
                  <a:srgbClr val="DD4A68"/>
                </a:solidFill>
                <a:effectLst/>
                <a:latin typeface="Consolas" panose="020B0609020204030204" pitchFamily="49" charset="0"/>
              </a:rPr>
              <a:t>fadeOut</a:t>
            </a:r>
            <a:r>
              <a:rPr lang="en-IN" b="0" i="0" dirty="0">
                <a:solidFill>
                  <a:srgbClr val="5F6364"/>
                </a:solidFill>
                <a:effectLst/>
                <a:latin typeface="Consolas" panose="020B0609020204030204" pitchFamily="49" charset="0"/>
              </a:rPr>
              <a:t>();</a:t>
            </a:r>
            <a:r>
              <a:rPr lang="en-IN" b="0" i="0" dirty="0">
                <a:solidFill>
                  <a:srgbClr val="000000"/>
                </a:solidFill>
                <a:effectLst/>
                <a:latin typeface="Consolas" panose="020B0609020204030204" pitchFamily="49" charset="0"/>
              </a:rPr>
              <a:t> </a:t>
            </a:r>
            <a:r>
              <a:rPr lang="en-IN" b="0" i="0" dirty="0">
                <a:solidFill>
                  <a:srgbClr val="5F6364"/>
                </a:solidFill>
                <a:effectLst/>
                <a:latin typeface="Consolas" panose="020B0609020204030204" pitchFamily="49" charset="0"/>
              </a:rPr>
              <a:t>});</a:t>
            </a:r>
            <a:r>
              <a:rPr lang="en-IN" b="0" i="0" dirty="0">
                <a:solidFill>
                  <a:srgbClr val="000000"/>
                </a:solidFill>
                <a:effectLst/>
                <a:latin typeface="Consolas" panose="020B0609020204030204" pitchFamily="49" charset="0"/>
              </a:rPr>
              <a:t> </a:t>
            </a:r>
            <a:r>
              <a:rPr lang="en-IN" b="0" i="0" dirty="0">
                <a:solidFill>
                  <a:srgbClr val="5F6364"/>
                </a:solidFill>
                <a:effectLst/>
                <a:latin typeface="Consolas" panose="020B0609020204030204" pitchFamily="49" charset="0"/>
              </a:rPr>
              <a:t>});</a:t>
            </a:r>
            <a:r>
              <a:rPr lang="en-IN" b="0" i="0" dirty="0">
                <a:solidFill>
                  <a:srgbClr val="000000"/>
                </a:solidFill>
                <a:effectLst/>
                <a:latin typeface="Consolas" panose="020B0609020204030204" pitchFamily="49" charset="0"/>
              </a:rPr>
              <a:t> </a:t>
            </a:r>
            <a:r>
              <a:rPr lang="en-IN" b="0" i="0" dirty="0">
                <a:solidFill>
                  <a:srgbClr val="5F6364"/>
                </a:solidFill>
                <a:effectLst/>
                <a:latin typeface="Consolas" panose="020B0609020204030204" pitchFamily="49" charset="0"/>
              </a:rPr>
              <a:t>&lt;/</a:t>
            </a:r>
            <a:r>
              <a:rPr lang="en-IN" b="0" i="0" dirty="0">
                <a:solidFill>
                  <a:srgbClr val="990055"/>
                </a:solidFill>
                <a:effectLst/>
                <a:latin typeface="Consolas" panose="020B0609020204030204" pitchFamily="49" charset="0"/>
              </a:rPr>
              <a:t>script</a:t>
            </a:r>
            <a:r>
              <a:rPr lang="en-IN" b="0" i="0" dirty="0">
                <a:solidFill>
                  <a:srgbClr val="5F6364"/>
                </a:solidFill>
                <a:effectLst/>
                <a:latin typeface="Consolas" panose="020B0609020204030204" pitchFamily="49" charset="0"/>
              </a:rPr>
              <a:t>&gt;</a:t>
            </a:r>
            <a:endParaRPr lang="en-IN" dirty="0"/>
          </a:p>
        </p:txBody>
      </p:sp>
      <p:sp>
        <p:nvSpPr>
          <p:cNvPr id="12" name="TextBox 11">
            <a:extLst>
              <a:ext uri="{FF2B5EF4-FFF2-40B4-BE49-F238E27FC236}">
                <a16:creationId xmlns:a16="http://schemas.microsoft.com/office/drawing/2014/main" id="{69FF6CD6-494A-4D74-960F-9D227D42A3D5}"/>
              </a:ext>
            </a:extLst>
          </p:cNvPr>
          <p:cNvSpPr txBox="1"/>
          <p:nvPr/>
        </p:nvSpPr>
        <p:spPr>
          <a:xfrm>
            <a:off x="88491" y="5518159"/>
            <a:ext cx="6135328" cy="1200329"/>
          </a:xfrm>
          <a:prstGeom prst="rect">
            <a:avLst/>
          </a:prstGeom>
          <a:noFill/>
        </p:spPr>
        <p:txBody>
          <a:bodyPr wrap="square">
            <a:spAutoFit/>
          </a:bodyPr>
          <a:lstStyle/>
          <a:p>
            <a:r>
              <a:rPr lang="en-US" b="1" i="0" dirty="0">
                <a:solidFill>
                  <a:srgbClr val="144261"/>
                </a:solidFill>
                <a:effectLst/>
                <a:latin typeface="-apple-system"/>
              </a:rPr>
              <a:t>Note:</a:t>
            </a:r>
            <a:r>
              <a:rPr lang="en-US" b="0" i="0" dirty="0">
                <a:solidFill>
                  <a:srgbClr val="144261"/>
                </a:solidFill>
                <a:effectLst/>
                <a:latin typeface="-apple-system"/>
              </a:rPr>
              <a:t> The keypress event is similar to the </a:t>
            </a:r>
            <a:r>
              <a:rPr lang="en-US" b="0" i="0" dirty="0" err="1">
                <a:solidFill>
                  <a:srgbClr val="144261"/>
                </a:solidFill>
                <a:effectLst/>
                <a:latin typeface="-apple-system"/>
              </a:rPr>
              <a:t>keydown</a:t>
            </a:r>
            <a:r>
              <a:rPr lang="en-US" b="0" i="0" dirty="0">
                <a:solidFill>
                  <a:srgbClr val="144261"/>
                </a:solidFill>
                <a:effectLst/>
                <a:latin typeface="-apple-system"/>
              </a:rPr>
              <a:t> event, except that modifier and non-printing keys such as Shift, Esc, Backspace or Delete, Arrow keys etc. trigger </a:t>
            </a:r>
            <a:r>
              <a:rPr lang="en-US" b="0" i="0" dirty="0" err="1">
                <a:solidFill>
                  <a:srgbClr val="144261"/>
                </a:solidFill>
                <a:effectLst/>
                <a:latin typeface="-apple-system"/>
              </a:rPr>
              <a:t>keydown</a:t>
            </a:r>
            <a:r>
              <a:rPr lang="en-US" b="0" i="0" dirty="0">
                <a:solidFill>
                  <a:srgbClr val="144261"/>
                </a:solidFill>
                <a:effectLst/>
                <a:latin typeface="-apple-system"/>
              </a:rPr>
              <a:t> events but not keypress events.</a:t>
            </a:r>
            <a:endParaRPr lang="en-IN" dirty="0"/>
          </a:p>
        </p:txBody>
      </p:sp>
      <p:sp>
        <p:nvSpPr>
          <p:cNvPr id="14" name="TextBox 13">
            <a:extLst>
              <a:ext uri="{FF2B5EF4-FFF2-40B4-BE49-F238E27FC236}">
                <a16:creationId xmlns:a16="http://schemas.microsoft.com/office/drawing/2014/main" id="{ACE6EA22-2D9D-46FA-AD5E-CD1FA8901FCE}"/>
              </a:ext>
            </a:extLst>
          </p:cNvPr>
          <p:cNvSpPr txBox="1"/>
          <p:nvPr/>
        </p:nvSpPr>
        <p:spPr>
          <a:xfrm>
            <a:off x="6223819" y="0"/>
            <a:ext cx="6135328" cy="6740307"/>
          </a:xfrm>
          <a:prstGeom prst="rect">
            <a:avLst/>
          </a:prstGeom>
          <a:noFill/>
        </p:spPr>
        <p:txBody>
          <a:bodyPr wrap="square">
            <a:spAutoFit/>
          </a:bodyPr>
          <a:lstStyle/>
          <a:p>
            <a:r>
              <a:rPr lang="en-IN" sz="1600" b="0" dirty="0">
                <a:solidFill>
                  <a:srgbClr val="800000"/>
                </a:solidFill>
                <a:effectLst/>
                <a:latin typeface="Consolas" panose="020B0609020204030204" pitchFamily="49" charset="0"/>
              </a:rPr>
              <a:t>&lt;!DOCTYPE</a:t>
            </a:r>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html</a:t>
            </a:r>
            <a:r>
              <a:rPr lang="en-IN" sz="1600" b="0" dirty="0">
                <a:solidFill>
                  <a:srgbClr val="800000"/>
                </a:solidFill>
                <a:effectLst/>
                <a:latin typeface="Consolas" panose="020B0609020204030204" pitchFamily="49" charset="0"/>
              </a:rPr>
              <a:t>&gt;&lt;html</a:t>
            </a:r>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lang</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a:t>
            </a:r>
            <a:r>
              <a:rPr lang="en-IN" sz="1600" b="0" dirty="0" err="1">
                <a:solidFill>
                  <a:srgbClr val="0000FF"/>
                </a:solidFill>
                <a:effectLst/>
                <a:latin typeface="Consolas" panose="020B0609020204030204" pitchFamily="49" charset="0"/>
              </a:rPr>
              <a:t>en</a:t>
            </a:r>
            <a:r>
              <a:rPr lang="en-IN" sz="1600" b="0" dirty="0">
                <a:solidFill>
                  <a:srgbClr val="0000FF"/>
                </a:solidFill>
                <a:effectLst/>
                <a:latin typeface="Consolas" panose="020B0609020204030204" pitchFamily="49" charset="0"/>
              </a:rPr>
              <a:t>"</a:t>
            </a:r>
            <a:r>
              <a:rPr lang="en-IN" sz="1600" b="0" dirty="0">
                <a:solidFill>
                  <a:srgbClr val="800000"/>
                </a:solidFill>
                <a:effectLst/>
                <a:latin typeface="Consolas" panose="020B0609020204030204" pitchFamily="49" charset="0"/>
              </a:rPr>
              <a:t>&gt;</a:t>
            </a:r>
            <a:endParaRPr lang="en-IN" sz="1600" b="0" dirty="0">
              <a:solidFill>
                <a:srgbClr val="000000"/>
              </a:solidFill>
              <a:effectLst/>
              <a:latin typeface="Consolas" panose="020B0609020204030204" pitchFamily="49" charset="0"/>
            </a:endParaRPr>
          </a:p>
          <a:p>
            <a:r>
              <a:rPr lang="en-IN" sz="1600" b="0" dirty="0">
                <a:solidFill>
                  <a:srgbClr val="800000"/>
                </a:solidFill>
                <a:effectLst/>
                <a:latin typeface="Consolas" panose="020B0609020204030204" pitchFamily="49" charset="0"/>
              </a:rPr>
              <a:t>&lt;head&gt;&lt;meta</a:t>
            </a:r>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charset</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"utf-8"</a:t>
            </a:r>
            <a:r>
              <a:rPr lang="en-IN" sz="1600" b="0" dirty="0">
                <a:solidFill>
                  <a:srgbClr val="800000"/>
                </a:solidFill>
                <a:effectLst/>
                <a:latin typeface="Consolas" panose="020B0609020204030204" pitchFamily="49" charset="0"/>
              </a:rPr>
              <a:t>&gt;</a:t>
            </a:r>
            <a:endParaRPr lang="en-IN" sz="1600" b="0" dirty="0">
              <a:solidFill>
                <a:srgbClr val="000000"/>
              </a:solidFill>
              <a:effectLst/>
              <a:latin typeface="Consolas" panose="020B0609020204030204" pitchFamily="49" charset="0"/>
            </a:endParaRPr>
          </a:p>
          <a:p>
            <a:r>
              <a:rPr lang="en-IN" sz="1600" b="0" dirty="0">
                <a:solidFill>
                  <a:srgbClr val="800000"/>
                </a:solidFill>
                <a:effectLst/>
                <a:latin typeface="Consolas" panose="020B0609020204030204" pitchFamily="49" charset="0"/>
              </a:rPr>
              <a:t>&lt;title&gt;</a:t>
            </a:r>
            <a:r>
              <a:rPr lang="en-IN" sz="1600" b="0" dirty="0">
                <a:solidFill>
                  <a:srgbClr val="000000"/>
                </a:solidFill>
                <a:effectLst/>
                <a:latin typeface="Consolas" panose="020B0609020204030204" pitchFamily="49" charset="0"/>
              </a:rPr>
              <a:t>Executing a Function on Keypress Event in jQuery</a:t>
            </a:r>
            <a:r>
              <a:rPr lang="en-IN" sz="1600" b="0" dirty="0">
                <a:solidFill>
                  <a:srgbClr val="800000"/>
                </a:solidFill>
                <a:effectLst/>
                <a:latin typeface="Consolas" panose="020B0609020204030204" pitchFamily="49" charset="0"/>
              </a:rPr>
              <a:t>&lt;/title&gt;</a:t>
            </a:r>
            <a:endParaRPr lang="en-IN" sz="1600" b="0" dirty="0">
              <a:solidFill>
                <a:srgbClr val="000000"/>
              </a:solidFill>
              <a:effectLst/>
              <a:latin typeface="Consolas" panose="020B0609020204030204" pitchFamily="49" charset="0"/>
            </a:endParaRPr>
          </a:p>
          <a:p>
            <a:r>
              <a:rPr lang="en-IN" sz="1600" b="0" dirty="0">
                <a:solidFill>
                  <a:srgbClr val="800000"/>
                </a:solidFill>
                <a:effectLst/>
                <a:latin typeface="Consolas" panose="020B0609020204030204" pitchFamily="49" charset="0"/>
              </a:rPr>
              <a:t>&lt;script</a:t>
            </a:r>
            <a:r>
              <a:rPr lang="en-IN" sz="1600" b="0" dirty="0">
                <a:solidFill>
                  <a:srgbClr val="000000"/>
                </a:solidFill>
                <a:effectLst/>
                <a:latin typeface="Consolas" panose="020B0609020204030204" pitchFamily="49" charset="0"/>
              </a:rPr>
              <a:t> </a:t>
            </a:r>
            <a:r>
              <a:rPr lang="en-IN" sz="1600" b="0" dirty="0" err="1">
                <a:solidFill>
                  <a:srgbClr val="FF0000"/>
                </a:solidFill>
                <a:effectLst/>
                <a:latin typeface="Consolas" panose="020B0609020204030204" pitchFamily="49" charset="0"/>
              </a:rPr>
              <a:t>src</a:t>
            </a:r>
            <a:r>
              <a:rPr lang="en-IN" sz="1600" b="0" dirty="0">
                <a:solidFill>
                  <a:srgbClr val="000000"/>
                </a:solidFill>
                <a:effectLst/>
                <a:latin typeface="Consolas" panose="020B0609020204030204" pitchFamily="49" charset="0"/>
              </a:rPr>
              <a:t>=</a:t>
            </a:r>
            <a:r>
              <a:rPr lang="en-IN" sz="1600" b="0" dirty="0" err="1">
                <a:solidFill>
                  <a:srgbClr val="FF0000"/>
                </a:solidFill>
                <a:effectLst/>
                <a:latin typeface="Consolas" panose="020B0609020204030204" pitchFamily="49" charset="0"/>
              </a:rPr>
              <a:t>src</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"../jquery-3.6.0.js"</a:t>
            </a:r>
            <a:r>
              <a:rPr lang="en-IN" sz="1600" b="0" dirty="0">
                <a:solidFill>
                  <a:srgbClr val="800000"/>
                </a:solidFill>
                <a:effectLst/>
                <a:latin typeface="Consolas" panose="020B0609020204030204" pitchFamily="49" charset="0"/>
              </a:rPr>
              <a:t>&gt;&lt;/script&gt;</a:t>
            </a:r>
            <a:endParaRPr lang="en-IN" sz="1600" b="0" dirty="0">
              <a:solidFill>
                <a:srgbClr val="000000"/>
              </a:solidFill>
              <a:effectLst/>
              <a:latin typeface="Consolas" panose="020B0609020204030204" pitchFamily="49" charset="0"/>
            </a:endParaRPr>
          </a:p>
          <a:p>
            <a:r>
              <a:rPr lang="en-IN" sz="1600" b="0" dirty="0">
                <a:solidFill>
                  <a:srgbClr val="800000"/>
                </a:solidFill>
                <a:effectLst/>
                <a:latin typeface="Consolas" panose="020B0609020204030204" pitchFamily="49" charset="0"/>
              </a:rPr>
              <a:t>&lt;style&gt;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p</a:t>
            </a:r>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padding</a:t>
            </a:r>
            <a:r>
              <a:rPr lang="en-IN" sz="1600" b="0" dirty="0">
                <a:solidFill>
                  <a:srgbClr val="000000"/>
                </a:solidFill>
                <a:effectLst/>
                <a:latin typeface="Consolas" panose="020B0609020204030204" pitchFamily="49" charset="0"/>
              </a:rPr>
              <a:t>: </a:t>
            </a:r>
            <a:r>
              <a:rPr lang="en-IN" sz="1600" b="0" dirty="0">
                <a:solidFill>
                  <a:srgbClr val="098658"/>
                </a:solidFill>
                <a:effectLst/>
                <a:latin typeface="Consolas" panose="020B0609020204030204" pitchFamily="49" charset="0"/>
              </a:rPr>
              <a:t>10px</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background</a:t>
            </a:r>
            <a:r>
              <a:rPr lang="en-IN" sz="1600" b="0" dirty="0">
                <a:solidFill>
                  <a:srgbClr val="000000"/>
                </a:solidFill>
                <a:effectLst/>
                <a:latin typeface="Consolas" panose="020B0609020204030204" pitchFamily="49" charset="0"/>
              </a:rPr>
              <a:t>: </a:t>
            </a:r>
            <a:r>
              <a:rPr lang="en-IN" sz="1600" b="0" dirty="0" err="1">
                <a:solidFill>
                  <a:srgbClr val="0451A5"/>
                </a:solidFill>
                <a:effectLst/>
                <a:latin typeface="Consolas" panose="020B0609020204030204" pitchFamily="49" charset="0"/>
              </a:rPr>
              <a:t>lightgreen</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display</a:t>
            </a:r>
            <a:r>
              <a:rPr lang="en-IN" sz="1600" b="0" dirty="0">
                <a:solidFill>
                  <a:srgbClr val="000000"/>
                </a:solidFill>
                <a:effectLst/>
                <a:latin typeface="Consolas" panose="020B0609020204030204" pitchFamily="49" charset="0"/>
              </a:rPr>
              <a:t>: </a:t>
            </a:r>
            <a:r>
              <a:rPr lang="en-IN" sz="1600" b="0" dirty="0">
                <a:solidFill>
                  <a:srgbClr val="0451A5"/>
                </a:solidFill>
                <a:effectLst/>
                <a:latin typeface="Consolas" panose="020B0609020204030204" pitchFamily="49" charset="0"/>
              </a:rPr>
              <a:t>none</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div</a:t>
            </a:r>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margin</a:t>
            </a:r>
            <a:r>
              <a:rPr lang="en-IN" sz="1600" b="0" dirty="0">
                <a:solidFill>
                  <a:srgbClr val="000000"/>
                </a:solidFill>
                <a:effectLst/>
                <a:latin typeface="Consolas" panose="020B0609020204030204" pitchFamily="49" charset="0"/>
              </a:rPr>
              <a:t>: </a:t>
            </a:r>
            <a:r>
              <a:rPr lang="en-IN" sz="1600" b="0" dirty="0">
                <a:solidFill>
                  <a:srgbClr val="098658"/>
                </a:solidFill>
                <a:effectLst/>
                <a:latin typeface="Consolas" panose="020B0609020204030204" pitchFamily="49" charset="0"/>
              </a:rPr>
              <a:t>20px</a:t>
            </a:r>
            <a:r>
              <a:rPr lang="en-IN" sz="1600" b="0" dirty="0">
                <a:solidFill>
                  <a:srgbClr val="000000"/>
                </a:solidFill>
                <a:effectLst/>
                <a:latin typeface="Consolas" panose="020B0609020204030204" pitchFamily="49" charset="0"/>
              </a:rPr>
              <a:t> </a:t>
            </a:r>
            <a:r>
              <a:rPr lang="en-IN" sz="1600" b="0" dirty="0">
                <a:solidFill>
                  <a:srgbClr val="098658"/>
                </a:solidFill>
                <a:effectLst/>
                <a:latin typeface="Consolas" panose="020B0609020204030204" pitchFamily="49" charset="0"/>
              </a:rPr>
              <a:t>0</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p>
          <a:p>
            <a:r>
              <a:rPr lang="en-IN" sz="1600" b="0" dirty="0">
                <a:solidFill>
                  <a:srgbClr val="800000"/>
                </a:solidFill>
                <a:effectLst/>
                <a:latin typeface="Consolas" panose="020B0609020204030204" pitchFamily="49" charset="0"/>
              </a:rPr>
              <a:t>&lt;/style&gt;&lt;script&gt;</a:t>
            </a:r>
            <a:endParaRPr lang="en-IN" sz="1600" b="0" dirty="0">
              <a:solidFill>
                <a:srgbClr val="000000"/>
              </a:solidFill>
              <a:effectLst/>
              <a:latin typeface="Consolas" panose="020B0609020204030204" pitchFamily="49" charset="0"/>
            </a:endParaRPr>
          </a:p>
          <a:p>
            <a:r>
              <a:rPr lang="en-IN" sz="1600" b="0" dirty="0">
                <a:solidFill>
                  <a:srgbClr val="0070C1"/>
                </a:solidFill>
                <a:effectLst/>
                <a:latin typeface="Consolas" panose="020B0609020204030204" pitchFamily="49" charset="0"/>
              </a:rPr>
              <a:t>$</a:t>
            </a:r>
            <a:r>
              <a:rPr lang="en-IN" sz="1600" b="0" dirty="0">
                <a:solidFill>
                  <a:srgbClr val="000000"/>
                </a:solidFill>
                <a:effectLst/>
                <a:latin typeface="Consolas" panose="020B0609020204030204" pitchFamily="49" charset="0"/>
              </a:rPr>
              <a:t>(</a:t>
            </a:r>
            <a:r>
              <a:rPr lang="en-IN" sz="1600" b="0" dirty="0">
                <a:solidFill>
                  <a:srgbClr val="001080"/>
                </a:solidFill>
                <a:effectLst/>
                <a:latin typeface="Consolas" panose="020B0609020204030204" pitchFamily="49" charset="0"/>
              </a:rPr>
              <a:t>document</a:t>
            </a:r>
            <a:r>
              <a:rPr lang="en-IN" sz="1600" b="0" dirty="0">
                <a:solidFill>
                  <a:srgbClr val="000000"/>
                </a:solidFill>
                <a:effectLst/>
                <a:latin typeface="Consolas" panose="020B0609020204030204" pitchFamily="49" charset="0"/>
              </a:rPr>
              <a:t>).</a:t>
            </a:r>
            <a:r>
              <a:rPr lang="en-IN" sz="1600" b="0" dirty="0">
                <a:solidFill>
                  <a:srgbClr val="795E26"/>
                </a:solidFill>
                <a:effectLst/>
                <a:latin typeface="Consolas" panose="020B0609020204030204" pitchFamily="49" charset="0"/>
              </a:rPr>
              <a:t>ready</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function</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var</a:t>
            </a:r>
            <a:r>
              <a:rPr lang="en-IN" sz="1600" b="0" dirty="0">
                <a:solidFill>
                  <a:srgbClr val="000000"/>
                </a:solidFill>
                <a:effectLst/>
                <a:latin typeface="Consolas" panose="020B0609020204030204" pitchFamily="49" charset="0"/>
              </a:rPr>
              <a:t> </a:t>
            </a:r>
            <a:r>
              <a:rPr lang="en-IN" sz="1600" b="0" dirty="0" err="1">
                <a:solidFill>
                  <a:srgbClr val="001080"/>
                </a:solidFill>
                <a:effectLst/>
                <a:latin typeface="Consolas" panose="020B0609020204030204" pitchFamily="49" charset="0"/>
              </a:rPr>
              <a:t>i</a:t>
            </a:r>
            <a:r>
              <a:rPr lang="en-IN" sz="1600" b="0" dirty="0">
                <a:solidFill>
                  <a:srgbClr val="000000"/>
                </a:solidFill>
                <a:effectLst/>
                <a:latin typeface="Consolas" panose="020B0609020204030204" pitchFamily="49" charset="0"/>
              </a:rPr>
              <a:t> = </a:t>
            </a:r>
            <a:r>
              <a:rPr lang="en-IN" sz="1600" b="0" dirty="0">
                <a:solidFill>
                  <a:srgbClr val="098658"/>
                </a:solidFill>
                <a:effectLst/>
                <a:latin typeface="Consolas" panose="020B0609020204030204" pitchFamily="49" charset="0"/>
              </a:rPr>
              <a:t>0</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a:solidFill>
                  <a:srgbClr val="0070C1"/>
                </a:solidFill>
                <a:effectLst/>
                <a:latin typeface="Consolas" panose="020B0609020204030204" pitchFamily="49" charset="0"/>
              </a:rPr>
              <a:t>$</a:t>
            </a:r>
            <a:r>
              <a:rPr lang="en-IN" sz="1600" b="0" dirty="0">
                <a:solidFill>
                  <a:srgbClr val="000000"/>
                </a:solidFill>
                <a:effectLst/>
                <a:latin typeface="Consolas" panose="020B0609020204030204" pitchFamily="49" charset="0"/>
              </a:rPr>
              <a:t>(</a:t>
            </a:r>
            <a:r>
              <a:rPr lang="en-IN" sz="1600" b="0" dirty="0">
                <a:solidFill>
                  <a:srgbClr val="A31515"/>
                </a:solidFill>
                <a:effectLst/>
                <a:latin typeface="Consolas" panose="020B0609020204030204" pitchFamily="49" charset="0"/>
              </a:rPr>
              <a:t>'input[type="text"]'</a:t>
            </a:r>
            <a:r>
              <a:rPr lang="en-IN" sz="1600" b="0" dirty="0">
                <a:solidFill>
                  <a:srgbClr val="000000"/>
                </a:solidFill>
                <a:effectLst/>
                <a:latin typeface="Consolas" panose="020B0609020204030204" pitchFamily="49" charset="0"/>
              </a:rPr>
              <a:t>).</a:t>
            </a:r>
            <a:r>
              <a:rPr lang="en-IN" sz="1600" b="0" dirty="0">
                <a:solidFill>
                  <a:srgbClr val="795E26"/>
                </a:solidFill>
                <a:effectLst/>
                <a:latin typeface="Consolas" panose="020B0609020204030204" pitchFamily="49" charset="0"/>
              </a:rPr>
              <a:t>keypress</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function</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a:solidFill>
                  <a:srgbClr val="0070C1"/>
                </a:solidFill>
                <a:effectLst/>
                <a:latin typeface="Consolas" panose="020B0609020204030204" pitchFamily="49" charset="0"/>
              </a:rPr>
              <a:t>$</a:t>
            </a:r>
            <a:r>
              <a:rPr lang="en-IN" sz="1600" b="0" dirty="0">
                <a:solidFill>
                  <a:srgbClr val="000000"/>
                </a:solidFill>
                <a:effectLst/>
                <a:latin typeface="Consolas" panose="020B0609020204030204" pitchFamily="49" charset="0"/>
              </a:rPr>
              <a:t>(</a:t>
            </a:r>
            <a:r>
              <a:rPr lang="en-IN" sz="1600" b="0" dirty="0">
                <a:solidFill>
                  <a:srgbClr val="A31515"/>
                </a:solidFill>
                <a:effectLst/>
                <a:latin typeface="Consolas" panose="020B0609020204030204" pitchFamily="49" charset="0"/>
              </a:rPr>
              <a:t>"span"</a:t>
            </a:r>
            <a:r>
              <a:rPr lang="en-IN" sz="1600" b="0" dirty="0">
                <a:solidFill>
                  <a:srgbClr val="000000"/>
                </a:solidFill>
                <a:effectLst/>
                <a:latin typeface="Consolas" panose="020B0609020204030204" pitchFamily="49" charset="0"/>
              </a:rPr>
              <a:t>).</a:t>
            </a:r>
            <a:r>
              <a:rPr lang="en-IN" sz="1600" b="0" dirty="0">
                <a:solidFill>
                  <a:srgbClr val="795E26"/>
                </a:solidFill>
                <a:effectLst/>
                <a:latin typeface="Consolas" panose="020B0609020204030204" pitchFamily="49" charset="0"/>
              </a:rPr>
              <a:t>text</a:t>
            </a:r>
            <a:r>
              <a:rPr lang="en-IN" sz="1600" b="0" dirty="0">
                <a:solidFill>
                  <a:srgbClr val="000000"/>
                </a:solidFill>
                <a:effectLst/>
                <a:latin typeface="Consolas" panose="020B0609020204030204" pitchFamily="49" charset="0"/>
              </a:rPr>
              <a:t>(</a:t>
            </a:r>
            <a:r>
              <a:rPr lang="en-IN" sz="1600" b="0" dirty="0" err="1">
                <a:solidFill>
                  <a:srgbClr val="001080"/>
                </a:solidFill>
                <a:effectLst/>
                <a:latin typeface="Consolas" panose="020B0609020204030204" pitchFamily="49" charset="0"/>
              </a:rPr>
              <a:t>i</a:t>
            </a:r>
            <a:r>
              <a:rPr lang="en-IN" sz="1600" b="0" dirty="0">
                <a:solidFill>
                  <a:srgbClr val="000000"/>
                </a:solidFill>
                <a:effectLst/>
                <a:latin typeface="Consolas" panose="020B0609020204030204" pitchFamily="49" charset="0"/>
              </a:rPr>
              <a:t> += </a:t>
            </a:r>
            <a:r>
              <a:rPr lang="en-IN" sz="1600" b="0" dirty="0">
                <a:solidFill>
                  <a:srgbClr val="098658"/>
                </a:solidFill>
                <a:effectLst/>
                <a:latin typeface="Consolas" panose="020B0609020204030204" pitchFamily="49" charset="0"/>
              </a:rPr>
              <a:t>1</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a:solidFill>
                  <a:srgbClr val="0070C1"/>
                </a:solidFill>
                <a:effectLst/>
                <a:latin typeface="Consolas" panose="020B0609020204030204" pitchFamily="49" charset="0"/>
              </a:rPr>
              <a:t>$</a:t>
            </a:r>
            <a:r>
              <a:rPr lang="en-IN" sz="1600" b="0" dirty="0">
                <a:solidFill>
                  <a:srgbClr val="000000"/>
                </a:solidFill>
                <a:effectLst/>
                <a:latin typeface="Consolas" panose="020B0609020204030204" pitchFamily="49" charset="0"/>
              </a:rPr>
              <a:t>(</a:t>
            </a:r>
            <a:r>
              <a:rPr lang="en-IN" sz="1600" b="0" dirty="0">
                <a:solidFill>
                  <a:srgbClr val="A31515"/>
                </a:solidFill>
                <a:effectLst/>
                <a:latin typeface="Consolas" panose="020B0609020204030204" pitchFamily="49" charset="0"/>
              </a:rPr>
              <a:t>"p"</a:t>
            </a:r>
            <a:r>
              <a:rPr lang="en-IN" sz="1600" b="0" dirty="0">
                <a:solidFill>
                  <a:srgbClr val="000000"/>
                </a:solidFill>
                <a:effectLst/>
                <a:latin typeface="Consolas" panose="020B0609020204030204" pitchFamily="49" charset="0"/>
              </a:rPr>
              <a:t>).</a:t>
            </a:r>
            <a:r>
              <a:rPr lang="en-IN" sz="1600" b="0" dirty="0">
                <a:solidFill>
                  <a:srgbClr val="795E26"/>
                </a:solidFill>
                <a:effectLst/>
                <a:latin typeface="Consolas" panose="020B0609020204030204" pitchFamily="49" charset="0"/>
              </a:rPr>
              <a:t>show</a:t>
            </a:r>
            <a:r>
              <a:rPr lang="en-IN" sz="1600" b="0" dirty="0">
                <a:solidFill>
                  <a:srgbClr val="000000"/>
                </a:solidFill>
                <a:effectLst/>
                <a:latin typeface="Consolas" panose="020B0609020204030204" pitchFamily="49" charset="0"/>
              </a:rPr>
              <a:t>().</a:t>
            </a:r>
            <a:r>
              <a:rPr lang="en-IN" sz="1600" b="0" dirty="0" err="1">
                <a:solidFill>
                  <a:srgbClr val="795E26"/>
                </a:solidFill>
                <a:effectLst/>
                <a:latin typeface="Consolas" panose="020B0609020204030204" pitchFamily="49" charset="0"/>
              </a:rPr>
              <a:t>fadeOut</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a:t>
            </a:r>
          </a:p>
          <a:p>
            <a:r>
              <a:rPr lang="en-IN" sz="1600" b="0" dirty="0">
                <a:solidFill>
                  <a:srgbClr val="800000"/>
                </a:solidFill>
                <a:effectLst/>
                <a:latin typeface="Consolas" panose="020B0609020204030204" pitchFamily="49" charset="0"/>
              </a:rPr>
              <a:t>&lt;/script&gt;&lt;/head&gt;&lt;body&gt;</a:t>
            </a:r>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&lt;input</a:t>
            </a:r>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type</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"text"</a:t>
            </a:r>
            <a:r>
              <a:rPr lang="en-IN" sz="1600" b="0" dirty="0">
                <a:solidFill>
                  <a:srgbClr val="800000"/>
                </a:solidFill>
                <a:effectLst/>
                <a:latin typeface="Consolas" panose="020B0609020204030204" pitchFamily="49" charset="0"/>
              </a:rPr>
              <a:t>&gt;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&lt;div&gt;</a:t>
            </a:r>
            <a:r>
              <a:rPr lang="en-IN" sz="1600" b="0" dirty="0">
                <a:solidFill>
                  <a:srgbClr val="000000"/>
                </a:solidFill>
                <a:effectLst/>
                <a:latin typeface="Consolas" panose="020B0609020204030204" pitchFamily="49" charset="0"/>
              </a:rPr>
              <a:t>Keypress: </a:t>
            </a:r>
            <a:r>
              <a:rPr lang="en-IN" sz="1600" b="0" dirty="0">
                <a:solidFill>
                  <a:srgbClr val="800000"/>
                </a:solidFill>
                <a:effectLst/>
                <a:latin typeface="Consolas" panose="020B0609020204030204" pitchFamily="49" charset="0"/>
              </a:rPr>
              <a:t>&lt;span&gt;</a:t>
            </a:r>
            <a:r>
              <a:rPr lang="en-IN" sz="1600" b="0" dirty="0">
                <a:solidFill>
                  <a:srgbClr val="000000"/>
                </a:solidFill>
                <a:effectLst/>
                <a:latin typeface="Consolas" panose="020B0609020204030204" pitchFamily="49" charset="0"/>
              </a:rPr>
              <a:t>0</a:t>
            </a:r>
            <a:r>
              <a:rPr lang="en-IN" sz="1600" b="0" dirty="0">
                <a:solidFill>
                  <a:srgbClr val="800000"/>
                </a:solidFill>
                <a:effectLst/>
                <a:latin typeface="Consolas" panose="020B0609020204030204" pitchFamily="49" charset="0"/>
              </a:rPr>
              <a:t>&lt;/span&gt;&lt;/div&gt;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&lt;div&gt;&lt;strong&gt;</a:t>
            </a:r>
            <a:r>
              <a:rPr lang="en-IN" sz="1600" b="0" dirty="0">
                <a:solidFill>
                  <a:srgbClr val="000000"/>
                </a:solidFill>
                <a:effectLst/>
                <a:latin typeface="Consolas" panose="020B0609020204030204" pitchFamily="49" charset="0"/>
              </a:rPr>
              <a:t>Note:</a:t>
            </a:r>
            <a:r>
              <a:rPr lang="en-IN" sz="1600" b="0" dirty="0">
                <a:solidFill>
                  <a:srgbClr val="800000"/>
                </a:solidFill>
                <a:effectLst/>
                <a:latin typeface="Consolas" panose="020B0609020204030204" pitchFamily="49" charset="0"/>
              </a:rPr>
              <a:t>&lt;/strong&gt;</a:t>
            </a:r>
            <a:r>
              <a:rPr lang="en-IN" sz="1600" b="0" dirty="0">
                <a:solidFill>
                  <a:srgbClr val="000000"/>
                </a:solidFill>
                <a:effectLst/>
                <a:latin typeface="Consolas" panose="020B0609020204030204" pitchFamily="49" charset="0"/>
              </a:rPr>
              <a:t> Enter something inside the input box and see the result.</a:t>
            </a:r>
            <a:r>
              <a:rPr lang="en-IN" sz="1600" b="0" dirty="0">
                <a:solidFill>
                  <a:srgbClr val="800000"/>
                </a:solidFill>
                <a:effectLst/>
                <a:latin typeface="Consolas" panose="020B0609020204030204" pitchFamily="49" charset="0"/>
              </a:rPr>
              <a:t>&lt;/div&gt;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&lt;p&gt;</a:t>
            </a:r>
            <a:r>
              <a:rPr lang="en-IN" sz="1600" b="0" dirty="0">
                <a:solidFill>
                  <a:srgbClr val="000000"/>
                </a:solidFill>
                <a:effectLst/>
                <a:latin typeface="Consolas" panose="020B0609020204030204" pitchFamily="49" charset="0"/>
              </a:rPr>
              <a:t>Keypress is triggered.</a:t>
            </a:r>
            <a:r>
              <a:rPr lang="en-IN" sz="1600" b="0" dirty="0">
                <a:solidFill>
                  <a:srgbClr val="800000"/>
                </a:solidFill>
                <a:effectLst/>
                <a:latin typeface="Consolas" panose="020B0609020204030204" pitchFamily="49" charset="0"/>
              </a:rPr>
              <a:t>&lt;/p&gt;</a:t>
            </a:r>
            <a:endParaRPr lang="en-IN" sz="1600" b="0" dirty="0">
              <a:solidFill>
                <a:srgbClr val="000000"/>
              </a:solidFill>
              <a:effectLst/>
              <a:latin typeface="Consolas" panose="020B0609020204030204" pitchFamily="49" charset="0"/>
            </a:endParaRPr>
          </a:p>
          <a:p>
            <a:r>
              <a:rPr lang="en-IN" sz="1600" b="0" dirty="0">
                <a:solidFill>
                  <a:srgbClr val="800000"/>
                </a:solidFill>
                <a:effectLst/>
                <a:latin typeface="Consolas" panose="020B0609020204030204" pitchFamily="49" charset="0"/>
              </a:rPr>
              <a:t>&lt;/body&gt;&lt;/html&gt;</a:t>
            </a:r>
            <a:endParaRPr lang="en-IN" sz="1600" b="0" dirty="0">
              <a:solidFill>
                <a:srgbClr val="000000"/>
              </a:solidFill>
              <a:effectLst/>
              <a:latin typeface="Consolas" panose="020B0609020204030204" pitchFamily="49" charset="0"/>
            </a:endParaRPr>
          </a:p>
          <a:p>
            <a:endParaRPr lang="en-IN" sz="1600"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32272025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FB7CA7F-0A54-42CA-90E8-4906E84F51DB}"/>
              </a:ext>
            </a:extLst>
          </p:cNvPr>
          <p:cNvSpPr txBox="1"/>
          <p:nvPr/>
        </p:nvSpPr>
        <p:spPr>
          <a:xfrm>
            <a:off x="0" y="739395"/>
            <a:ext cx="6135328" cy="2031325"/>
          </a:xfrm>
          <a:prstGeom prst="rect">
            <a:avLst/>
          </a:prstGeom>
          <a:noFill/>
        </p:spPr>
        <p:txBody>
          <a:bodyPr wrap="square">
            <a:spAutoFit/>
          </a:bodyPr>
          <a:lstStyle/>
          <a:p>
            <a:pPr algn="ctr"/>
            <a:r>
              <a:rPr lang="en-US" b="1" dirty="0"/>
              <a:t>The </a:t>
            </a:r>
            <a:r>
              <a:rPr lang="en-US" b="1" dirty="0" err="1"/>
              <a:t>keydown</a:t>
            </a:r>
            <a:r>
              <a:rPr lang="en-US" b="1" dirty="0"/>
              <a:t>() Method</a:t>
            </a:r>
          </a:p>
          <a:p>
            <a:r>
              <a:rPr lang="en-US" dirty="0"/>
              <a:t>The jQuery </a:t>
            </a:r>
            <a:r>
              <a:rPr lang="en-US" dirty="0" err="1"/>
              <a:t>keydown</a:t>
            </a:r>
            <a:r>
              <a:rPr lang="en-US" dirty="0"/>
              <a:t>() method attach an event handler function to the selected elements (typically form controls) that is executed when the user first presses a key on the keyboard. The following example will display a message when the </a:t>
            </a:r>
            <a:r>
              <a:rPr lang="en-US" dirty="0" err="1"/>
              <a:t>keydown</a:t>
            </a:r>
            <a:r>
              <a:rPr lang="en-US" dirty="0"/>
              <a:t> event is fired and how many times it is fired when you press the key on the keyboard.</a:t>
            </a:r>
            <a:endParaRPr lang="en-IN" dirty="0"/>
          </a:p>
        </p:txBody>
      </p:sp>
      <p:sp>
        <p:nvSpPr>
          <p:cNvPr id="8" name="TextBox 7">
            <a:extLst>
              <a:ext uri="{FF2B5EF4-FFF2-40B4-BE49-F238E27FC236}">
                <a16:creationId xmlns:a16="http://schemas.microsoft.com/office/drawing/2014/main" id="{CC2773DE-935B-4AAA-9702-510FAB3D609D}"/>
              </a:ext>
            </a:extLst>
          </p:cNvPr>
          <p:cNvSpPr txBox="1"/>
          <p:nvPr/>
        </p:nvSpPr>
        <p:spPr>
          <a:xfrm>
            <a:off x="68826" y="3170506"/>
            <a:ext cx="6135328" cy="2862322"/>
          </a:xfrm>
          <a:prstGeom prst="rect">
            <a:avLst/>
          </a:prstGeom>
          <a:noFill/>
        </p:spPr>
        <p:txBody>
          <a:bodyPr wrap="square">
            <a:spAutoFit/>
          </a:bodyPr>
          <a:lstStyle/>
          <a:p>
            <a:r>
              <a:rPr lang="en-IN" b="0" i="0" dirty="0">
                <a:solidFill>
                  <a:srgbClr val="5F6364"/>
                </a:solidFill>
                <a:effectLst/>
                <a:latin typeface="Consolas" panose="020B0609020204030204" pitchFamily="49" charset="0"/>
              </a:rPr>
              <a:t>&lt;</a:t>
            </a:r>
            <a:r>
              <a:rPr lang="en-IN" b="0" i="0" dirty="0">
                <a:solidFill>
                  <a:srgbClr val="990055"/>
                </a:solidFill>
                <a:effectLst/>
                <a:latin typeface="Consolas" panose="020B0609020204030204" pitchFamily="49" charset="0"/>
              </a:rPr>
              <a:t>script</a:t>
            </a:r>
            <a:r>
              <a:rPr lang="en-IN" b="0" i="0" dirty="0">
                <a:solidFill>
                  <a:srgbClr val="5F6364"/>
                </a:solidFill>
                <a:effectLst/>
                <a:latin typeface="Consolas" panose="020B0609020204030204" pitchFamily="49" charset="0"/>
              </a:rPr>
              <a:t>&gt;</a:t>
            </a:r>
            <a:r>
              <a:rPr lang="en-IN" b="0" i="0" dirty="0">
                <a:solidFill>
                  <a:srgbClr val="000000"/>
                </a:solidFill>
                <a:effectLst/>
                <a:latin typeface="Consolas" panose="020B0609020204030204" pitchFamily="49" charset="0"/>
              </a:rPr>
              <a:t> </a:t>
            </a:r>
          </a:p>
          <a:p>
            <a:r>
              <a:rPr lang="en-IN" b="0" i="0" dirty="0">
                <a:solidFill>
                  <a:srgbClr val="DD4A68"/>
                </a:solidFill>
                <a:effectLst/>
                <a:latin typeface="Consolas" panose="020B0609020204030204" pitchFamily="49" charset="0"/>
              </a:rPr>
              <a:t>$</a:t>
            </a:r>
            <a:r>
              <a:rPr lang="en-IN" b="0" i="0" dirty="0">
                <a:solidFill>
                  <a:srgbClr val="5F6364"/>
                </a:solidFill>
                <a:effectLst/>
                <a:latin typeface="Consolas" panose="020B0609020204030204" pitchFamily="49" charset="0"/>
              </a:rPr>
              <a:t>(</a:t>
            </a:r>
            <a:r>
              <a:rPr lang="en-IN" b="0" i="0" dirty="0">
                <a:solidFill>
                  <a:srgbClr val="000000"/>
                </a:solidFill>
                <a:effectLst/>
                <a:latin typeface="Consolas" panose="020B0609020204030204" pitchFamily="49" charset="0"/>
              </a:rPr>
              <a:t>document</a:t>
            </a:r>
            <a:r>
              <a:rPr lang="en-IN" b="0" i="0" dirty="0">
                <a:solidFill>
                  <a:srgbClr val="5F6364"/>
                </a:solidFill>
                <a:effectLst/>
                <a:latin typeface="Consolas" panose="020B0609020204030204" pitchFamily="49" charset="0"/>
              </a:rPr>
              <a:t>).</a:t>
            </a:r>
            <a:r>
              <a:rPr lang="en-IN" b="0" i="0" dirty="0">
                <a:solidFill>
                  <a:srgbClr val="DD4A68"/>
                </a:solidFill>
                <a:effectLst/>
                <a:latin typeface="Consolas" panose="020B0609020204030204" pitchFamily="49" charset="0"/>
              </a:rPr>
              <a:t>ready</a:t>
            </a:r>
            <a:r>
              <a:rPr lang="en-IN" b="0" i="0" dirty="0">
                <a:solidFill>
                  <a:srgbClr val="5F6364"/>
                </a:solidFill>
                <a:effectLst/>
                <a:latin typeface="Consolas" panose="020B0609020204030204" pitchFamily="49" charset="0"/>
              </a:rPr>
              <a:t>(</a:t>
            </a:r>
            <a:r>
              <a:rPr lang="en-IN" b="0" i="0" dirty="0">
                <a:solidFill>
                  <a:srgbClr val="0077AA"/>
                </a:solidFill>
                <a:effectLst/>
                <a:latin typeface="Consolas" panose="020B0609020204030204" pitchFamily="49" charset="0"/>
              </a:rPr>
              <a:t>function</a:t>
            </a:r>
            <a:r>
              <a:rPr lang="en-IN" b="0" i="0" dirty="0">
                <a:solidFill>
                  <a:srgbClr val="5F6364"/>
                </a:solidFill>
                <a:effectLst/>
                <a:latin typeface="Consolas" panose="020B0609020204030204" pitchFamily="49" charset="0"/>
              </a:rPr>
              <a:t>(){</a:t>
            </a:r>
            <a:r>
              <a:rPr lang="en-IN" b="0" i="0" dirty="0">
                <a:solidFill>
                  <a:srgbClr val="000000"/>
                </a:solidFill>
                <a:effectLst/>
                <a:latin typeface="Consolas" panose="020B0609020204030204" pitchFamily="49" charset="0"/>
              </a:rPr>
              <a:t> </a:t>
            </a:r>
          </a:p>
          <a:p>
            <a:r>
              <a:rPr lang="en-IN" b="0" i="0" dirty="0">
                <a:solidFill>
                  <a:srgbClr val="0077AA"/>
                </a:solidFill>
                <a:effectLst/>
                <a:latin typeface="Consolas" panose="020B0609020204030204" pitchFamily="49" charset="0"/>
              </a:rPr>
              <a:t>var</a:t>
            </a:r>
            <a:r>
              <a:rPr lang="en-IN" b="0" i="0" dirty="0">
                <a:solidFill>
                  <a:srgbClr val="000000"/>
                </a:solidFill>
                <a:effectLst/>
                <a:latin typeface="Consolas" panose="020B0609020204030204" pitchFamily="49" charset="0"/>
              </a:rPr>
              <a:t> </a:t>
            </a:r>
            <a:r>
              <a:rPr lang="en-IN" b="0" i="0" dirty="0" err="1">
                <a:solidFill>
                  <a:srgbClr val="000000"/>
                </a:solidFill>
                <a:effectLst/>
                <a:latin typeface="Consolas" panose="020B0609020204030204" pitchFamily="49" charset="0"/>
              </a:rPr>
              <a:t>i</a:t>
            </a:r>
            <a:r>
              <a:rPr lang="en-IN" b="0" i="0" dirty="0">
                <a:solidFill>
                  <a:srgbClr val="000000"/>
                </a:solidFill>
                <a:effectLst/>
                <a:latin typeface="Consolas" panose="020B0609020204030204" pitchFamily="49" charset="0"/>
              </a:rPr>
              <a:t> </a:t>
            </a:r>
            <a:r>
              <a:rPr lang="en-IN" b="0" i="0" dirty="0">
                <a:solidFill>
                  <a:srgbClr val="A67F59"/>
                </a:solidFill>
                <a:effectLst/>
                <a:latin typeface="Consolas" panose="020B0609020204030204" pitchFamily="49" charset="0"/>
              </a:rPr>
              <a:t>=</a:t>
            </a:r>
            <a:r>
              <a:rPr lang="en-IN" b="0" i="0" dirty="0">
                <a:solidFill>
                  <a:srgbClr val="000000"/>
                </a:solidFill>
                <a:effectLst/>
                <a:latin typeface="Consolas" panose="020B0609020204030204" pitchFamily="49" charset="0"/>
              </a:rPr>
              <a:t> </a:t>
            </a:r>
            <a:r>
              <a:rPr lang="en-IN" b="0" i="0" dirty="0">
                <a:solidFill>
                  <a:srgbClr val="990055"/>
                </a:solidFill>
                <a:effectLst/>
                <a:latin typeface="Consolas" panose="020B0609020204030204" pitchFamily="49" charset="0"/>
              </a:rPr>
              <a:t>0</a:t>
            </a:r>
            <a:r>
              <a:rPr lang="en-IN" b="0" i="0" dirty="0">
                <a:solidFill>
                  <a:srgbClr val="5F6364"/>
                </a:solidFill>
                <a:effectLst/>
                <a:latin typeface="Consolas" panose="020B0609020204030204" pitchFamily="49" charset="0"/>
              </a:rPr>
              <a:t>;</a:t>
            </a:r>
            <a:r>
              <a:rPr lang="en-IN" b="0" i="0" dirty="0">
                <a:solidFill>
                  <a:srgbClr val="000000"/>
                </a:solidFill>
                <a:effectLst/>
                <a:latin typeface="Consolas" panose="020B0609020204030204" pitchFamily="49" charset="0"/>
              </a:rPr>
              <a:t> </a:t>
            </a:r>
            <a:r>
              <a:rPr lang="en-IN" b="0" i="0" dirty="0">
                <a:solidFill>
                  <a:srgbClr val="DD4A68"/>
                </a:solidFill>
                <a:effectLst/>
                <a:latin typeface="Consolas" panose="020B0609020204030204" pitchFamily="49" charset="0"/>
              </a:rPr>
              <a:t>$</a:t>
            </a:r>
            <a:r>
              <a:rPr lang="en-IN" b="0" i="0" dirty="0">
                <a:solidFill>
                  <a:srgbClr val="5F6364"/>
                </a:solidFill>
                <a:effectLst/>
                <a:latin typeface="Consolas" panose="020B0609020204030204" pitchFamily="49" charset="0"/>
              </a:rPr>
              <a:t>(</a:t>
            </a:r>
            <a:r>
              <a:rPr lang="en-IN" b="0" i="0" dirty="0">
                <a:solidFill>
                  <a:srgbClr val="669900"/>
                </a:solidFill>
                <a:effectLst/>
                <a:latin typeface="Consolas" panose="020B0609020204030204" pitchFamily="49" charset="0"/>
              </a:rPr>
              <a:t>'input[type="text"]'</a:t>
            </a:r>
            <a:r>
              <a:rPr lang="en-IN" b="0" i="0" dirty="0">
                <a:solidFill>
                  <a:srgbClr val="5F6364"/>
                </a:solidFill>
                <a:effectLst/>
                <a:latin typeface="Consolas" panose="020B0609020204030204" pitchFamily="49" charset="0"/>
              </a:rPr>
              <a:t>).</a:t>
            </a:r>
            <a:r>
              <a:rPr lang="en-IN" b="0" i="0" dirty="0" err="1">
                <a:solidFill>
                  <a:srgbClr val="DD4A68"/>
                </a:solidFill>
                <a:effectLst/>
                <a:latin typeface="Consolas" panose="020B0609020204030204" pitchFamily="49" charset="0"/>
              </a:rPr>
              <a:t>keydown</a:t>
            </a:r>
            <a:r>
              <a:rPr lang="en-IN" b="0" i="0" dirty="0">
                <a:solidFill>
                  <a:srgbClr val="5F6364"/>
                </a:solidFill>
                <a:effectLst/>
                <a:latin typeface="Consolas" panose="020B0609020204030204" pitchFamily="49" charset="0"/>
              </a:rPr>
              <a:t>(</a:t>
            </a:r>
            <a:r>
              <a:rPr lang="en-IN" b="0" i="0" dirty="0">
                <a:solidFill>
                  <a:srgbClr val="0077AA"/>
                </a:solidFill>
                <a:effectLst/>
                <a:latin typeface="Consolas" panose="020B0609020204030204" pitchFamily="49" charset="0"/>
              </a:rPr>
              <a:t>function</a:t>
            </a:r>
            <a:r>
              <a:rPr lang="en-IN" b="0" i="0" dirty="0">
                <a:solidFill>
                  <a:srgbClr val="5F6364"/>
                </a:solidFill>
                <a:effectLst/>
                <a:latin typeface="Consolas" panose="020B0609020204030204" pitchFamily="49" charset="0"/>
              </a:rPr>
              <a:t>(){</a:t>
            </a:r>
          </a:p>
          <a:p>
            <a:endParaRPr lang="en-IN" dirty="0">
              <a:solidFill>
                <a:srgbClr val="5F6364"/>
              </a:solidFill>
              <a:latin typeface="Consolas" panose="020B0609020204030204" pitchFamily="49" charset="0"/>
            </a:endParaRPr>
          </a:p>
          <a:p>
            <a:r>
              <a:rPr lang="en-IN" b="0" i="0" dirty="0">
                <a:solidFill>
                  <a:srgbClr val="000000"/>
                </a:solidFill>
                <a:effectLst/>
                <a:latin typeface="Consolas" panose="020B0609020204030204" pitchFamily="49" charset="0"/>
              </a:rPr>
              <a:t> </a:t>
            </a:r>
            <a:r>
              <a:rPr lang="en-IN" b="0" i="0" dirty="0">
                <a:solidFill>
                  <a:srgbClr val="DD4A68"/>
                </a:solidFill>
                <a:effectLst/>
                <a:latin typeface="Consolas" panose="020B0609020204030204" pitchFamily="49" charset="0"/>
              </a:rPr>
              <a:t>$</a:t>
            </a:r>
            <a:r>
              <a:rPr lang="en-IN" b="0" i="0" dirty="0">
                <a:solidFill>
                  <a:srgbClr val="5F6364"/>
                </a:solidFill>
                <a:effectLst/>
                <a:latin typeface="Consolas" panose="020B0609020204030204" pitchFamily="49" charset="0"/>
              </a:rPr>
              <a:t>(</a:t>
            </a:r>
            <a:r>
              <a:rPr lang="en-IN" b="0" i="0" dirty="0">
                <a:solidFill>
                  <a:srgbClr val="669900"/>
                </a:solidFill>
                <a:effectLst/>
                <a:latin typeface="Consolas" panose="020B0609020204030204" pitchFamily="49" charset="0"/>
              </a:rPr>
              <a:t>"span"</a:t>
            </a:r>
            <a:r>
              <a:rPr lang="en-IN" b="0" i="0" dirty="0">
                <a:solidFill>
                  <a:srgbClr val="5F6364"/>
                </a:solidFill>
                <a:effectLst/>
                <a:latin typeface="Consolas" panose="020B0609020204030204" pitchFamily="49" charset="0"/>
              </a:rPr>
              <a:t>).</a:t>
            </a:r>
            <a:r>
              <a:rPr lang="en-IN" b="0" i="0" dirty="0">
                <a:solidFill>
                  <a:srgbClr val="DD4A68"/>
                </a:solidFill>
                <a:effectLst/>
                <a:latin typeface="Consolas" panose="020B0609020204030204" pitchFamily="49" charset="0"/>
              </a:rPr>
              <a:t>text</a:t>
            </a:r>
            <a:r>
              <a:rPr lang="en-IN" b="0" i="0" dirty="0">
                <a:solidFill>
                  <a:srgbClr val="5F6364"/>
                </a:solidFill>
                <a:effectLst/>
                <a:latin typeface="Consolas" panose="020B0609020204030204" pitchFamily="49" charset="0"/>
              </a:rPr>
              <a:t>(</a:t>
            </a:r>
            <a:r>
              <a:rPr lang="en-IN" b="0" i="0" dirty="0" err="1">
                <a:solidFill>
                  <a:srgbClr val="000000"/>
                </a:solidFill>
                <a:effectLst/>
                <a:latin typeface="Consolas" panose="020B0609020204030204" pitchFamily="49" charset="0"/>
              </a:rPr>
              <a:t>i</a:t>
            </a:r>
            <a:r>
              <a:rPr lang="en-IN" b="0" i="0" dirty="0">
                <a:solidFill>
                  <a:srgbClr val="000000"/>
                </a:solidFill>
                <a:effectLst/>
                <a:latin typeface="Consolas" panose="020B0609020204030204" pitchFamily="49" charset="0"/>
              </a:rPr>
              <a:t> </a:t>
            </a:r>
            <a:r>
              <a:rPr lang="en-IN" b="0" i="0" dirty="0">
                <a:solidFill>
                  <a:srgbClr val="A67F59"/>
                </a:solidFill>
                <a:effectLst/>
                <a:latin typeface="Consolas" panose="020B0609020204030204" pitchFamily="49" charset="0"/>
              </a:rPr>
              <a:t>+=</a:t>
            </a:r>
            <a:r>
              <a:rPr lang="en-IN" b="0" i="0" dirty="0">
                <a:solidFill>
                  <a:srgbClr val="000000"/>
                </a:solidFill>
                <a:effectLst/>
                <a:latin typeface="Consolas" panose="020B0609020204030204" pitchFamily="49" charset="0"/>
              </a:rPr>
              <a:t> </a:t>
            </a:r>
            <a:r>
              <a:rPr lang="en-IN" b="0" i="0" dirty="0">
                <a:solidFill>
                  <a:srgbClr val="990055"/>
                </a:solidFill>
                <a:effectLst/>
                <a:latin typeface="Consolas" panose="020B0609020204030204" pitchFamily="49" charset="0"/>
              </a:rPr>
              <a:t>1</a:t>
            </a:r>
            <a:r>
              <a:rPr lang="en-IN" b="0" i="0" dirty="0">
                <a:solidFill>
                  <a:srgbClr val="5F6364"/>
                </a:solidFill>
                <a:effectLst/>
                <a:latin typeface="Consolas" panose="020B0609020204030204" pitchFamily="49" charset="0"/>
              </a:rPr>
              <a:t>);</a:t>
            </a:r>
          </a:p>
          <a:p>
            <a:endParaRPr lang="en-IN" b="0" i="0" dirty="0">
              <a:solidFill>
                <a:srgbClr val="5F6364"/>
              </a:solidFill>
              <a:effectLst/>
              <a:latin typeface="Consolas" panose="020B0609020204030204" pitchFamily="49" charset="0"/>
            </a:endParaRPr>
          </a:p>
          <a:p>
            <a:r>
              <a:rPr lang="en-IN" b="0" i="0" dirty="0">
                <a:solidFill>
                  <a:srgbClr val="000000"/>
                </a:solidFill>
                <a:effectLst/>
                <a:latin typeface="Consolas" panose="020B0609020204030204" pitchFamily="49" charset="0"/>
              </a:rPr>
              <a:t> </a:t>
            </a:r>
            <a:r>
              <a:rPr lang="en-IN" b="0" i="0" dirty="0">
                <a:solidFill>
                  <a:srgbClr val="DD4A68"/>
                </a:solidFill>
                <a:effectLst/>
                <a:latin typeface="Consolas" panose="020B0609020204030204" pitchFamily="49" charset="0"/>
              </a:rPr>
              <a:t>$</a:t>
            </a:r>
            <a:r>
              <a:rPr lang="en-IN" b="0" i="0" dirty="0">
                <a:solidFill>
                  <a:srgbClr val="5F6364"/>
                </a:solidFill>
                <a:effectLst/>
                <a:latin typeface="Consolas" panose="020B0609020204030204" pitchFamily="49" charset="0"/>
              </a:rPr>
              <a:t>(</a:t>
            </a:r>
            <a:r>
              <a:rPr lang="en-IN" b="0" i="0" dirty="0">
                <a:solidFill>
                  <a:srgbClr val="669900"/>
                </a:solidFill>
                <a:effectLst/>
                <a:latin typeface="Consolas" panose="020B0609020204030204" pitchFamily="49" charset="0"/>
              </a:rPr>
              <a:t>"p"</a:t>
            </a:r>
            <a:r>
              <a:rPr lang="en-IN" b="0" i="0" dirty="0">
                <a:solidFill>
                  <a:srgbClr val="5F6364"/>
                </a:solidFill>
                <a:effectLst/>
                <a:latin typeface="Consolas" panose="020B0609020204030204" pitchFamily="49" charset="0"/>
              </a:rPr>
              <a:t>).</a:t>
            </a:r>
            <a:r>
              <a:rPr lang="en-IN" b="0" i="0" dirty="0">
                <a:solidFill>
                  <a:srgbClr val="DD4A68"/>
                </a:solidFill>
                <a:effectLst/>
                <a:latin typeface="Consolas" panose="020B0609020204030204" pitchFamily="49" charset="0"/>
              </a:rPr>
              <a:t>show</a:t>
            </a:r>
            <a:r>
              <a:rPr lang="en-IN" b="0" i="0" dirty="0">
                <a:solidFill>
                  <a:srgbClr val="5F6364"/>
                </a:solidFill>
                <a:effectLst/>
                <a:latin typeface="Consolas" panose="020B0609020204030204" pitchFamily="49" charset="0"/>
              </a:rPr>
              <a:t>().</a:t>
            </a:r>
            <a:r>
              <a:rPr lang="en-IN" b="0" i="0" dirty="0" err="1">
                <a:solidFill>
                  <a:srgbClr val="DD4A68"/>
                </a:solidFill>
                <a:effectLst/>
                <a:latin typeface="Consolas" panose="020B0609020204030204" pitchFamily="49" charset="0"/>
              </a:rPr>
              <a:t>fadeOut</a:t>
            </a:r>
            <a:r>
              <a:rPr lang="en-IN" b="0" i="0" dirty="0">
                <a:solidFill>
                  <a:srgbClr val="5F6364"/>
                </a:solidFill>
                <a:effectLst/>
                <a:latin typeface="Consolas" panose="020B0609020204030204" pitchFamily="49" charset="0"/>
              </a:rPr>
              <a:t>();</a:t>
            </a:r>
            <a:r>
              <a:rPr lang="en-IN" b="0" i="0" dirty="0">
                <a:solidFill>
                  <a:srgbClr val="000000"/>
                </a:solidFill>
                <a:effectLst/>
                <a:latin typeface="Consolas" panose="020B0609020204030204" pitchFamily="49" charset="0"/>
              </a:rPr>
              <a:t> </a:t>
            </a:r>
          </a:p>
          <a:p>
            <a:r>
              <a:rPr lang="en-IN" b="0" i="0" dirty="0">
                <a:solidFill>
                  <a:srgbClr val="5F6364"/>
                </a:solidFill>
                <a:effectLst/>
                <a:latin typeface="Consolas" panose="020B0609020204030204" pitchFamily="49" charset="0"/>
              </a:rPr>
              <a:t>});</a:t>
            </a:r>
          </a:p>
          <a:p>
            <a:r>
              <a:rPr lang="en-IN" b="0" i="0" dirty="0">
                <a:solidFill>
                  <a:srgbClr val="000000"/>
                </a:solidFill>
                <a:effectLst/>
                <a:latin typeface="Consolas" panose="020B0609020204030204" pitchFamily="49" charset="0"/>
              </a:rPr>
              <a:t> </a:t>
            </a:r>
            <a:r>
              <a:rPr lang="en-IN" b="0" i="0" dirty="0">
                <a:solidFill>
                  <a:srgbClr val="5F6364"/>
                </a:solidFill>
                <a:effectLst/>
                <a:latin typeface="Consolas" panose="020B0609020204030204" pitchFamily="49" charset="0"/>
              </a:rPr>
              <a:t>});</a:t>
            </a:r>
            <a:r>
              <a:rPr lang="en-IN" b="0" i="0" dirty="0">
                <a:solidFill>
                  <a:srgbClr val="000000"/>
                </a:solidFill>
                <a:effectLst/>
                <a:latin typeface="Consolas" panose="020B0609020204030204" pitchFamily="49" charset="0"/>
              </a:rPr>
              <a:t> </a:t>
            </a:r>
            <a:r>
              <a:rPr lang="en-IN" b="0" i="0" dirty="0">
                <a:solidFill>
                  <a:srgbClr val="5F6364"/>
                </a:solidFill>
                <a:effectLst/>
                <a:latin typeface="Consolas" panose="020B0609020204030204" pitchFamily="49" charset="0"/>
              </a:rPr>
              <a:t>&lt;/</a:t>
            </a:r>
            <a:r>
              <a:rPr lang="en-IN" b="0" i="0" dirty="0">
                <a:solidFill>
                  <a:srgbClr val="990055"/>
                </a:solidFill>
                <a:effectLst/>
                <a:latin typeface="Consolas" panose="020B0609020204030204" pitchFamily="49" charset="0"/>
              </a:rPr>
              <a:t>script</a:t>
            </a:r>
            <a:r>
              <a:rPr lang="en-IN" b="0" i="0" dirty="0">
                <a:solidFill>
                  <a:srgbClr val="5F6364"/>
                </a:solidFill>
                <a:effectLst/>
                <a:latin typeface="Consolas" panose="020B0609020204030204" pitchFamily="49" charset="0"/>
              </a:rPr>
              <a:t>&gt;</a:t>
            </a:r>
            <a:endParaRPr lang="en-IN" dirty="0"/>
          </a:p>
        </p:txBody>
      </p:sp>
      <p:sp>
        <p:nvSpPr>
          <p:cNvPr id="10" name="TextBox 9">
            <a:extLst>
              <a:ext uri="{FF2B5EF4-FFF2-40B4-BE49-F238E27FC236}">
                <a16:creationId xmlns:a16="http://schemas.microsoft.com/office/drawing/2014/main" id="{0E56A2ED-A2EC-4A6E-9668-69EDE335EEBC}"/>
              </a:ext>
            </a:extLst>
          </p:cNvPr>
          <p:cNvSpPr txBox="1"/>
          <p:nvPr/>
        </p:nvSpPr>
        <p:spPr>
          <a:xfrm>
            <a:off x="5987846" y="0"/>
            <a:ext cx="6135328" cy="7171194"/>
          </a:xfrm>
          <a:prstGeom prst="rect">
            <a:avLst/>
          </a:prstGeom>
          <a:noFill/>
        </p:spPr>
        <p:txBody>
          <a:bodyPr wrap="square">
            <a:spAutoFit/>
          </a:bodyPr>
          <a:lstStyle/>
          <a:p>
            <a:r>
              <a:rPr lang="en-IN" sz="1600" b="0" dirty="0">
                <a:solidFill>
                  <a:srgbClr val="800000"/>
                </a:solidFill>
                <a:effectLst/>
                <a:latin typeface="Consolas" panose="020B0609020204030204" pitchFamily="49" charset="0"/>
              </a:rPr>
              <a:t>&lt;!DOCTYPE</a:t>
            </a:r>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html</a:t>
            </a:r>
            <a:r>
              <a:rPr lang="en-IN" sz="1600" b="0" dirty="0">
                <a:solidFill>
                  <a:srgbClr val="800000"/>
                </a:solidFill>
                <a:effectLst/>
                <a:latin typeface="Consolas" panose="020B0609020204030204" pitchFamily="49" charset="0"/>
              </a:rPr>
              <a:t>&gt;&lt;html</a:t>
            </a:r>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lang</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a:t>
            </a:r>
            <a:r>
              <a:rPr lang="en-IN" sz="1600" b="0" dirty="0" err="1">
                <a:solidFill>
                  <a:srgbClr val="0000FF"/>
                </a:solidFill>
                <a:effectLst/>
                <a:latin typeface="Consolas" panose="020B0609020204030204" pitchFamily="49" charset="0"/>
              </a:rPr>
              <a:t>en</a:t>
            </a:r>
            <a:r>
              <a:rPr lang="en-IN" sz="1600" b="0" dirty="0">
                <a:solidFill>
                  <a:srgbClr val="0000FF"/>
                </a:solidFill>
                <a:effectLst/>
                <a:latin typeface="Consolas" panose="020B0609020204030204" pitchFamily="49" charset="0"/>
              </a:rPr>
              <a:t>"</a:t>
            </a:r>
            <a:r>
              <a:rPr lang="en-IN" sz="1600" b="0" dirty="0">
                <a:solidFill>
                  <a:srgbClr val="800000"/>
                </a:solidFill>
                <a:effectLst/>
                <a:latin typeface="Consolas" panose="020B0609020204030204" pitchFamily="49" charset="0"/>
              </a:rPr>
              <a:t>&gt;</a:t>
            </a:r>
            <a:endParaRPr lang="en-IN" sz="1600" b="0" dirty="0">
              <a:solidFill>
                <a:srgbClr val="000000"/>
              </a:solidFill>
              <a:effectLst/>
              <a:latin typeface="Consolas" panose="020B0609020204030204" pitchFamily="49" charset="0"/>
            </a:endParaRPr>
          </a:p>
          <a:p>
            <a:r>
              <a:rPr lang="en-IN" sz="1600" b="0" dirty="0">
                <a:solidFill>
                  <a:srgbClr val="800000"/>
                </a:solidFill>
                <a:effectLst/>
                <a:latin typeface="Consolas" panose="020B0609020204030204" pitchFamily="49" charset="0"/>
              </a:rPr>
              <a:t>&lt;head&gt;&lt;meta</a:t>
            </a:r>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charset</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"utf-8"</a:t>
            </a:r>
            <a:r>
              <a:rPr lang="en-IN" sz="1600" b="0" dirty="0">
                <a:solidFill>
                  <a:srgbClr val="800000"/>
                </a:solidFill>
                <a:effectLst/>
                <a:latin typeface="Consolas" panose="020B0609020204030204" pitchFamily="49" charset="0"/>
              </a:rPr>
              <a:t>&gt;</a:t>
            </a:r>
            <a:endParaRPr lang="en-IN" sz="1600" b="0" dirty="0">
              <a:solidFill>
                <a:srgbClr val="000000"/>
              </a:solidFill>
              <a:effectLst/>
              <a:latin typeface="Consolas" panose="020B0609020204030204" pitchFamily="49" charset="0"/>
            </a:endParaRPr>
          </a:p>
          <a:p>
            <a:r>
              <a:rPr lang="en-IN" sz="1600" b="0" dirty="0">
                <a:solidFill>
                  <a:srgbClr val="800000"/>
                </a:solidFill>
                <a:effectLst/>
                <a:latin typeface="Consolas" panose="020B0609020204030204" pitchFamily="49" charset="0"/>
              </a:rPr>
              <a:t>&lt;title&gt;</a:t>
            </a:r>
            <a:r>
              <a:rPr lang="en-IN" sz="1600" b="0" dirty="0">
                <a:solidFill>
                  <a:srgbClr val="000000"/>
                </a:solidFill>
                <a:effectLst/>
                <a:latin typeface="Consolas" panose="020B0609020204030204" pitchFamily="49" charset="0"/>
              </a:rPr>
              <a:t>Executing a Function on </a:t>
            </a:r>
            <a:r>
              <a:rPr lang="en-IN" sz="1600" b="0" dirty="0" err="1">
                <a:solidFill>
                  <a:srgbClr val="000000"/>
                </a:solidFill>
                <a:effectLst/>
                <a:latin typeface="Consolas" panose="020B0609020204030204" pitchFamily="49" charset="0"/>
              </a:rPr>
              <a:t>Keydown</a:t>
            </a:r>
            <a:r>
              <a:rPr lang="en-IN" sz="1600" b="0" dirty="0">
                <a:solidFill>
                  <a:srgbClr val="000000"/>
                </a:solidFill>
                <a:effectLst/>
                <a:latin typeface="Consolas" panose="020B0609020204030204" pitchFamily="49" charset="0"/>
              </a:rPr>
              <a:t> Event in jQuery</a:t>
            </a:r>
            <a:r>
              <a:rPr lang="en-IN" sz="1600" b="0" dirty="0">
                <a:solidFill>
                  <a:srgbClr val="800000"/>
                </a:solidFill>
                <a:effectLst/>
                <a:latin typeface="Consolas" panose="020B0609020204030204" pitchFamily="49" charset="0"/>
              </a:rPr>
              <a:t>&lt;/title&gt;</a:t>
            </a:r>
            <a:endParaRPr lang="en-IN" sz="1600" b="0" dirty="0">
              <a:solidFill>
                <a:srgbClr val="000000"/>
              </a:solidFill>
              <a:effectLst/>
              <a:latin typeface="Consolas" panose="020B0609020204030204" pitchFamily="49" charset="0"/>
            </a:endParaRPr>
          </a:p>
          <a:p>
            <a:r>
              <a:rPr lang="en-IN" sz="1600" b="0" dirty="0">
                <a:solidFill>
                  <a:srgbClr val="800000"/>
                </a:solidFill>
                <a:effectLst/>
                <a:latin typeface="Consolas" panose="020B0609020204030204" pitchFamily="49" charset="0"/>
              </a:rPr>
              <a:t>&lt;script</a:t>
            </a:r>
            <a:r>
              <a:rPr lang="en-IN" sz="1600" b="0" dirty="0">
                <a:solidFill>
                  <a:srgbClr val="000000"/>
                </a:solidFill>
                <a:effectLst/>
                <a:latin typeface="Consolas" panose="020B0609020204030204" pitchFamily="49" charset="0"/>
              </a:rPr>
              <a:t> </a:t>
            </a:r>
            <a:r>
              <a:rPr lang="en-IN" sz="1600" b="0" dirty="0" err="1">
                <a:solidFill>
                  <a:srgbClr val="FF0000"/>
                </a:solidFill>
                <a:effectLst/>
                <a:latin typeface="Consolas" panose="020B0609020204030204" pitchFamily="49" charset="0"/>
              </a:rPr>
              <a:t>src</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"../jquery-3.6.0.js"</a:t>
            </a:r>
            <a:r>
              <a:rPr lang="en-IN" sz="1600" b="0" dirty="0">
                <a:solidFill>
                  <a:srgbClr val="800000"/>
                </a:solidFill>
                <a:effectLst/>
                <a:latin typeface="Consolas" panose="020B0609020204030204" pitchFamily="49" charset="0"/>
              </a:rPr>
              <a:t>&gt;&lt;/script&gt;</a:t>
            </a:r>
            <a:endParaRPr lang="en-IN" sz="1600" b="0" dirty="0">
              <a:solidFill>
                <a:srgbClr val="000000"/>
              </a:solidFill>
              <a:effectLst/>
              <a:latin typeface="Consolas" panose="020B0609020204030204" pitchFamily="49" charset="0"/>
            </a:endParaRPr>
          </a:p>
          <a:p>
            <a:r>
              <a:rPr lang="en-IN" sz="1600" b="0" dirty="0">
                <a:solidFill>
                  <a:srgbClr val="800000"/>
                </a:solidFill>
                <a:effectLst/>
                <a:latin typeface="Consolas" panose="020B0609020204030204" pitchFamily="49" charset="0"/>
              </a:rPr>
              <a:t>&lt;style&gt;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p</a:t>
            </a:r>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padding</a:t>
            </a:r>
            <a:r>
              <a:rPr lang="en-IN" sz="1600" b="0" dirty="0">
                <a:solidFill>
                  <a:srgbClr val="000000"/>
                </a:solidFill>
                <a:effectLst/>
                <a:latin typeface="Consolas" panose="020B0609020204030204" pitchFamily="49" charset="0"/>
              </a:rPr>
              <a:t>: </a:t>
            </a:r>
            <a:r>
              <a:rPr lang="en-IN" sz="1600" b="0" dirty="0">
                <a:solidFill>
                  <a:srgbClr val="098658"/>
                </a:solidFill>
                <a:effectLst/>
                <a:latin typeface="Consolas" panose="020B0609020204030204" pitchFamily="49" charset="0"/>
              </a:rPr>
              <a:t>10px</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background</a:t>
            </a:r>
            <a:r>
              <a:rPr lang="en-IN" sz="1600" b="0" dirty="0">
                <a:solidFill>
                  <a:srgbClr val="000000"/>
                </a:solidFill>
                <a:effectLst/>
                <a:latin typeface="Consolas" panose="020B0609020204030204" pitchFamily="49" charset="0"/>
              </a:rPr>
              <a:t>: </a:t>
            </a:r>
            <a:r>
              <a:rPr lang="en-IN" sz="1600" b="0" dirty="0" err="1">
                <a:solidFill>
                  <a:srgbClr val="0451A5"/>
                </a:solidFill>
                <a:effectLst/>
                <a:latin typeface="Consolas" panose="020B0609020204030204" pitchFamily="49" charset="0"/>
              </a:rPr>
              <a:t>lightgreen</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display</a:t>
            </a:r>
            <a:r>
              <a:rPr lang="en-IN" sz="1600" b="0" dirty="0">
                <a:solidFill>
                  <a:srgbClr val="000000"/>
                </a:solidFill>
                <a:effectLst/>
                <a:latin typeface="Consolas" panose="020B0609020204030204" pitchFamily="49" charset="0"/>
              </a:rPr>
              <a:t>: </a:t>
            </a:r>
            <a:r>
              <a:rPr lang="en-IN" sz="1600" b="0" dirty="0">
                <a:solidFill>
                  <a:srgbClr val="0451A5"/>
                </a:solidFill>
                <a:effectLst/>
                <a:latin typeface="Consolas" panose="020B0609020204030204" pitchFamily="49" charset="0"/>
              </a:rPr>
              <a:t>none</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div</a:t>
            </a:r>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margin</a:t>
            </a:r>
            <a:r>
              <a:rPr lang="en-IN" sz="1600" b="0" dirty="0">
                <a:solidFill>
                  <a:srgbClr val="000000"/>
                </a:solidFill>
                <a:effectLst/>
                <a:latin typeface="Consolas" panose="020B0609020204030204" pitchFamily="49" charset="0"/>
              </a:rPr>
              <a:t>: </a:t>
            </a:r>
            <a:r>
              <a:rPr lang="en-IN" sz="1600" b="0" dirty="0">
                <a:solidFill>
                  <a:srgbClr val="098658"/>
                </a:solidFill>
                <a:effectLst/>
                <a:latin typeface="Consolas" panose="020B0609020204030204" pitchFamily="49" charset="0"/>
              </a:rPr>
              <a:t>20px</a:t>
            </a:r>
            <a:r>
              <a:rPr lang="en-IN" sz="1600" b="0" dirty="0">
                <a:solidFill>
                  <a:srgbClr val="000000"/>
                </a:solidFill>
                <a:effectLst/>
                <a:latin typeface="Consolas" panose="020B0609020204030204" pitchFamily="49" charset="0"/>
              </a:rPr>
              <a:t> </a:t>
            </a:r>
            <a:r>
              <a:rPr lang="en-IN" sz="1600" b="0" dirty="0">
                <a:solidFill>
                  <a:srgbClr val="098658"/>
                </a:solidFill>
                <a:effectLst/>
                <a:latin typeface="Consolas" panose="020B0609020204030204" pitchFamily="49" charset="0"/>
              </a:rPr>
              <a:t>0</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p>
          <a:p>
            <a:r>
              <a:rPr lang="en-IN" sz="1600" b="0" dirty="0">
                <a:solidFill>
                  <a:srgbClr val="800000"/>
                </a:solidFill>
                <a:effectLst/>
                <a:latin typeface="Consolas" panose="020B0609020204030204" pitchFamily="49" charset="0"/>
              </a:rPr>
              <a:t>&lt;/style&gt;&lt;script&gt;</a:t>
            </a:r>
            <a:endParaRPr lang="en-IN" sz="1600" b="0" dirty="0">
              <a:solidFill>
                <a:srgbClr val="000000"/>
              </a:solidFill>
              <a:effectLst/>
              <a:latin typeface="Consolas" panose="020B0609020204030204" pitchFamily="49" charset="0"/>
            </a:endParaRPr>
          </a:p>
          <a:p>
            <a:r>
              <a:rPr lang="en-IN" sz="1600" b="0" dirty="0">
                <a:solidFill>
                  <a:srgbClr val="0070C1"/>
                </a:solidFill>
                <a:effectLst/>
                <a:latin typeface="Consolas" panose="020B0609020204030204" pitchFamily="49" charset="0"/>
              </a:rPr>
              <a:t>$</a:t>
            </a:r>
            <a:r>
              <a:rPr lang="en-IN" sz="1600" b="0" dirty="0">
                <a:solidFill>
                  <a:srgbClr val="000000"/>
                </a:solidFill>
                <a:effectLst/>
                <a:latin typeface="Consolas" panose="020B0609020204030204" pitchFamily="49" charset="0"/>
              </a:rPr>
              <a:t>(</a:t>
            </a:r>
            <a:r>
              <a:rPr lang="en-IN" sz="1600" b="0" dirty="0">
                <a:solidFill>
                  <a:srgbClr val="001080"/>
                </a:solidFill>
                <a:effectLst/>
                <a:latin typeface="Consolas" panose="020B0609020204030204" pitchFamily="49" charset="0"/>
              </a:rPr>
              <a:t>document</a:t>
            </a:r>
            <a:r>
              <a:rPr lang="en-IN" sz="1600" b="0" dirty="0">
                <a:solidFill>
                  <a:srgbClr val="000000"/>
                </a:solidFill>
                <a:effectLst/>
                <a:latin typeface="Consolas" panose="020B0609020204030204" pitchFamily="49" charset="0"/>
              </a:rPr>
              <a:t>).</a:t>
            </a:r>
            <a:r>
              <a:rPr lang="en-IN" sz="1600" b="0" dirty="0">
                <a:solidFill>
                  <a:srgbClr val="795E26"/>
                </a:solidFill>
                <a:effectLst/>
                <a:latin typeface="Consolas" panose="020B0609020204030204" pitchFamily="49" charset="0"/>
              </a:rPr>
              <a:t>ready</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function</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var</a:t>
            </a:r>
            <a:r>
              <a:rPr lang="en-IN" sz="1600" b="0" dirty="0">
                <a:solidFill>
                  <a:srgbClr val="000000"/>
                </a:solidFill>
                <a:effectLst/>
                <a:latin typeface="Consolas" panose="020B0609020204030204" pitchFamily="49" charset="0"/>
              </a:rPr>
              <a:t> </a:t>
            </a:r>
            <a:r>
              <a:rPr lang="en-IN" sz="1600" b="0" dirty="0" err="1">
                <a:solidFill>
                  <a:srgbClr val="001080"/>
                </a:solidFill>
                <a:effectLst/>
                <a:latin typeface="Consolas" panose="020B0609020204030204" pitchFamily="49" charset="0"/>
              </a:rPr>
              <a:t>i</a:t>
            </a:r>
            <a:r>
              <a:rPr lang="en-IN" sz="1600" b="0" dirty="0">
                <a:solidFill>
                  <a:srgbClr val="000000"/>
                </a:solidFill>
                <a:effectLst/>
                <a:latin typeface="Consolas" panose="020B0609020204030204" pitchFamily="49" charset="0"/>
              </a:rPr>
              <a:t> = </a:t>
            </a:r>
            <a:r>
              <a:rPr lang="en-IN" sz="1600" b="0" dirty="0">
                <a:solidFill>
                  <a:srgbClr val="098658"/>
                </a:solidFill>
                <a:effectLst/>
                <a:latin typeface="Consolas" panose="020B0609020204030204" pitchFamily="49" charset="0"/>
              </a:rPr>
              <a:t>0</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a:solidFill>
                  <a:srgbClr val="0070C1"/>
                </a:solidFill>
                <a:effectLst/>
                <a:latin typeface="Consolas" panose="020B0609020204030204" pitchFamily="49" charset="0"/>
              </a:rPr>
              <a:t>$</a:t>
            </a:r>
            <a:r>
              <a:rPr lang="en-IN" sz="1600" b="0" dirty="0">
                <a:solidFill>
                  <a:srgbClr val="000000"/>
                </a:solidFill>
                <a:effectLst/>
                <a:latin typeface="Consolas" panose="020B0609020204030204" pitchFamily="49" charset="0"/>
              </a:rPr>
              <a:t>(</a:t>
            </a:r>
            <a:r>
              <a:rPr lang="en-IN" sz="1600" b="0" dirty="0">
                <a:solidFill>
                  <a:srgbClr val="A31515"/>
                </a:solidFill>
                <a:effectLst/>
                <a:latin typeface="Consolas" panose="020B0609020204030204" pitchFamily="49" charset="0"/>
              </a:rPr>
              <a:t>'input[type="text"]'</a:t>
            </a:r>
            <a:r>
              <a:rPr lang="en-IN" sz="1600" b="0" dirty="0">
                <a:solidFill>
                  <a:srgbClr val="000000"/>
                </a:solidFill>
                <a:effectLst/>
                <a:latin typeface="Consolas" panose="020B0609020204030204" pitchFamily="49" charset="0"/>
              </a:rPr>
              <a:t>).</a:t>
            </a:r>
            <a:r>
              <a:rPr lang="en-IN" sz="1600" b="0" dirty="0" err="1">
                <a:solidFill>
                  <a:srgbClr val="795E26"/>
                </a:solidFill>
                <a:effectLst/>
                <a:latin typeface="Consolas" panose="020B0609020204030204" pitchFamily="49" charset="0"/>
              </a:rPr>
              <a:t>keydown</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function</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a:solidFill>
                  <a:srgbClr val="0070C1"/>
                </a:solidFill>
                <a:effectLst/>
                <a:latin typeface="Consolas" panose="020B0609020204030204" pitchFamily="49" charset="0"/>
              </a:rPr>
              <a:t>$</a:t>
            </a:r>
            <a:r>
              <a:rPr lang="en-IN" sz="1600" b="0" dirty="0">
                <a:solidFill>
                  <a:srgbClr val="000000"/>
                </a:solidFill>
                <a:effectLst/>
                <a:latin typeface="Consolas" panose="020B0609020204030204" pitchFamily="49" charset="0"/>
              </a:rPr>
              <a:t>(</a:t>
            </a:r>
            <a:r>
              <a:rPr lang="en-IN" sz="1600" b="0" dirty="0">
                <a:solidFill>
                  <a:srgbClr val="A31515"/>
                </a:solidFill>
                <a:effectLst/>
                <a:latin typeface="Consolas" panose="020B0609020204030204" pitchFamily="49" charset="0"/>
              </a:rPr>
              <a:t>"span"</a:t>
            </a:r>
            <a:r>
              <a:rPr lang="en-IN" sz="1600" b="0" dirty="0">
                <a:solidFill>
                  <a:srgbClr val="000000"/>
                </a:solidFill>
                <a:effectLst/>
                <a:latin typeface="Consolas" panose="020B0609020204030204" pitchFamily="49" charset="0"/>
              </a:rPr>
              <a:t>).</a:t>
            </a:r>
            <a:r>
              <a:rPr lang="en-IN" sz="1600" b="0" dirty="0">
                <a:solidFill>
                  <a:srgbClr val="795E26"/>
                </a:solidFill>
                <a:effectLst/>
                <a:latin typeface="Consolas" panose="020B0609020204030204" pitchFamily="49" charset="0"/>
              </a:rPr>
              <a:t>text</a:t>
            </a:r>
            <a:r>
              <a:rPr lang="en-IN" sz="1600" b="0" dirty="0">
                <a:solidFill>
                  <a:srgbClr val="000000"/>
                </a:solidFill>
                <a:effectLst/>
                <a:latin typeface="Consolas" panose="020B0609020204030204" pitchFamily="49" charset="0"/>
              </a:rPr>
              <a:t>(</a:t>
            </a:r>
            <a:r>
              <a:rPr lang="en-IN" sz="1600" b="0" dirty="0" err="1">
                <a:solidFill>
                  <a:srgbClr val="001080"/>
                </a:solidFill>
                <a:effectLst/>
                <a:latin typeface="Consolas" panose="020B0609020204030204" pitchFamily="49" charset="0"/>
              </a:rPr>
              <a:t>i</a:t>
            </a:r>
            <a:r>
              <a:rPr lang="en-IN" sz="1600" b="0" dirty="0">
                <a:solidFill>
                  <a:srgbClr val="000000"/>
                </a:solidFill>
                <a:effectLst/>
                <a:latin typeface="Consolas" panose="020B0609020204030204" pitchFamily="49" charset="0"/>
              </a:rPr>
              <a:t> += </a:t>
            </a:r>
            <a:r>
              <a:rPr lang="en-IN" sz="1600" b="0" dirty="0">
                <a:solidFill>
                  <a:srgbClr val="098658"/>
                </a:solidFill>
                <a:effectLst/>
                <a:latin typeface="Consolas" panose="020B0609020204030204" pitchFamily="49" charset="0"/>
              </a:rPr>
              <a:t>1</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a:solidFill>
                  <a:srgbClr val="0070C1"/>
                </a:solidFill>
                <a:effectLst/>
                <a:latin typeface="Consolas" panose="020B0609020204030204" pitchFamily="49" charset="0"/>
              </a:rPr>
              <a:t>$</a:t>
            </a:r>
            <a:r>
              <a:rPr lang="en-IN" sz="1600" b="0" dirty="0">
                <a:solidFill>
                  <a:srgbClr val="000000"/>
                </a:solidFill>
                <a:effectLst/>
                <a:latin typeface="Consolas" panose="020B0609020204030204" pitchFamily="49" charset="0"/>
              </a:rPr>
              <a:t>(</a:t>
            </a:r>
            <a:r>
              <a:rPr lang="en-IN" sz="1600" b="0" dirty="0">
                <a:solidFill>
                  <a:srgbClr val="A31515"/>
                </a:solidFill>
                <a:effectLst/>
                <a:latin typeface="Consolas" panose="020B0609020204030204" pitchFamily="49" charset="0"/>
              </a:rPr>
              <a:t>"p"</a:t>
            </a:r>
            <a:r>
              <a:rPr lang="en-IN" sz="1600" b="0" dirty="0">
                <a:solidFill>
                  <a:srgbClr val="000000"/>
                </a:solidFill>
                <a:effectLst/>
                <a:latin typeface="Consolas" panose="020B0609020204030204" pitchFamily="49" charset="0"/>
              </a:rPr>
              <a:t>).</a:t>
            </a:r>
            <a:r>
              <a:rPr lang="en-IN" sz="1600" b="0" dirty="0">
                <a:solidFill>
                  <a:srgbClr val="795E26"/>
                </a:solidFill>
                <a:effectLst/>
                <a:latin typeface="Consolas" panose="020B0609020204030204" pitchFamily="49" charset="0"/>
              </a:rPr>
              <a:t>show</a:t>
            </a:r>
            <a:r>
              <a:rPr lang="en-IN" sz="1600" b="0" dirty="0">
                <a:solidFill>
                  <a:srgbClr val="000000"/>
                </a:solidFill>
                <a:effectLst/>
                <a:latin typeface="Consolas" panose="020B0609020204030204" pitchFamily="49" charset="0"/>
              </a:rPr>
              <a:t>().</a:t>
            </a:r>
            <a:r>
              <a:rPr lang="en-IN" sz="1600" b="0" dirty="0" err="1">
                <a:solidFill>
                  <a:srgbClr val="795E26"/>
                </a:solidFill>
                <a:effectLst/>
                <a:latin typeface="Consolas" panose="020B0609020204030204" pitchFamily="49" charset="0"/>
              </a:rPr>
              <a:t>fadeOut</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a:t>
            </a:r>
          </a:p>
          <a:p>
            <a:r>
              <a:rPr lang="en-IN" sz="1600" b="0" dirty="0">
                <a:solidFill>
                  <a:srgbClr val="800000"/>
                </a:solidFill>
                <a:effectLst/>
                <a:latin typeface="Consolas" panose="020B0609020204030204" pitchFamily="49" charset="0"/>
              </a:rPr>
              <a:t>&lt;/script&gt;&lt;/head&gt;&lt;body&gt;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&lt;input</a:t>
            </a:r>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type</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"text"</a:t>
            </a:r>
            <a:r>
              <a:rPr lang="en-IN" sz="1600" b="0" dirty="0">
                <a:solidFill>
                  <a:srgbClr val="800000"/>
                </a:solidFill>
                <a:effectLst/>
                <a:latin typeface="Consolas" panose="020B0609020204030204" pitchFamily="49" charset="0"/>
              </a:rPr>
              <a:t>&gt;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&lt;div&gt;</a:t>
            </a:r>
            <a:r>
              <a:rPr lang="en-IN" sz="1600" b="0" dirty="0" err="1">
                <a:solidFill>
                  <a:srgbClr val="000000"/>
                </a:solidFill>
                <a:effectLst/>
                <a:latin typeface="Consolas" panose="020B0609020204030204" pitchFamily="49" charset="0"/>
              </a:rPr>
              <a:t>Keydown</a:t>
            </a:r>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&lt;span&gt;</a:t>
            </a:r>
            <a:r>
              <a:rPr lang="en-IN" sz="1600" b="0" dirty="0">
                <a:solidFill>
                  <a:srgbClr val="000000"/>
                </a:solidFill>
                <a:effectLst/>
                <a:latin typeface="Consolas" panose="020B0609020204030204" pitchFamily="49" charset="0"/>
              </a:rPr>
              <a:t>0</a:t>
            </a:r>
            <a:r>
              <a:rPr lang="en-IN" sz="1600" b="0" dirty="0">
                <a:solidFill>
                  <a:srgbClr val="800000"/>
                </a:solidFill>
                <a:effectLst/>
                <a:latin typeface="Consolas" panose="020B0609020204030204" pitchFamily="49" charset="0"/>
              </a:rPr>
              <a:t>&lt;/span&gt;&lt;/div&gt;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&lt;div&gt;&lt;strong&gt;</a:t>
            </a:r>
            <a:r>
              <a:rPr lang="en-IN" sz="1600" b="0" dirty="0">
                <a:solidFill>
                  <a:srgbClr val="000000"/>
                </a:solidFill>
                <a:effectLst/>
                <a:latin typeface="Consolas" panose="020B0609020204030204" pitchFamily="49" charset="0"/>
              </a:rPr>
              <a:t>Note:</a:t>
            </a:r>
            <a:r>
              <a:rPr lang="en-IN" sz="1600" b="0" dirty="0">
                <a:solidFill>
                  <a:srgbClr val="800000"/>
                </a:solidFill>
                <a:effectLst/>
                <a:latin typeface="Consolas" panose="020B0609020204030204" pitchFamily="49" charset="0"/>
              </a:rPr>
              <a:t>&lt;/strong&gt;</a:t>
            </a:r>
            <a:r>
              <a:rPr lang="en-IN" sz="1600" b="0" dirty="0">
                <a:solidFill>
                  <a:srgbClr val="000000"/>
                </a:solidFill>
                <a:effectLst/>
                <a:latin typeface="Consolas" panose="020B0609020204030204" pitchFamily="49" charset="0"/>
              </a:rPr>
              <a:t> Enter something inside the input box and see the result.</a:t>
            </a:r>
            <a:r>
              <a:rPr lang="en-IN" sz="1600" b="0" dirty="0">
                <a:solidFill>
                  <a:srgbClr val="800000"/>
                </a:solidFill>
                <a:effectLst/>
                <a:latin typeface="Consolas" panose="020B0609020204030204" pitchFamily="49" charset="0"/>
              </a:rPr>
              <a:t>&lt;/div&gt;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&lt;p&gt;</a:t>
            </a:r>
            <a:r>
              <a:rPr lang="en-IN" sz="1600" b="0" dirty="0" err="1">
                <a:solidFill>
                  <a:srgbClr val="000000"/>
                </a:solidFill>
                <a:effectLst/>
                <a:latin typeface="Consolas" panose="020B0609020204030204" pitchFamily="49" charset="0"/>
              </a:rPr>
              <a:t>Keydown</a:t>
            </a:r>
            <a:r>
              <a:rPr lang="en-IN" sz="1600" b="0" dirty="0">
                <a:solidFill>
                  <a:srgbClr val="000000"/>
                </a:solidFill>
                <a:effectLst/>
                <a:latin typeface="Consolas" panose="020B0609020204030204" pitchFamily="49" charset="0"/>
              </a:rPr>
              <a:t> is triggered.</a:t>
            </a:r>
            <a:r>
              <a:rPr lang="en-IN" sz="1600" b="0" dirty="0">
                <a:solidFill>
                  <a:srgbClr val="800000"/>
                </a:solidFill>
                <a:effectLst/>
                <a:latin typeface="Consolas" panose="020B0609020204030204" pitchFamily="49" charset="0"/>
              </a:rPr>
              <a:t>&lt;/p&gt;</a:t>
            </a:r>
            <a:endParaRPr lang="en-IN" sz="1600" b="0" dirty="0">
              <a:solidFill>
                <a:srgbClr val="000000"/>
              </a:solidFill>
              <a:effectLst/>
              <a:latin typeface="Consolas" panose="020B0609020204030204" pitchFamily="49" charset="0"/>
            </a:endParaRPr>
          </a:p>
          <a:p>
            <a:r>
              <a:rPr lang="en-IN" sz="1600" b="0" dirty="0">
                <a:solidFill>
                  <a:srgbClr val="800000"/>
                </a:solidFill>
                <a:effectLst/>
                <a:latin typeface="Consolas" panose="020B0609020204030204" pitchFamily="49" charset="0"/>
              </a:rPr>
              <a:t>&lt;/body&gt;</a:t>
            </a:r>
            <a:endParaRPr lang="en-IN" sz="1600" b="0" dirty="0">
              <a:solidFill>
                <a:srgbClr val="000000"/>
              </a:solidFill>
              <a:effectLst/>
              <a:latin typeface="Consolas" panose="020B0609020204030204" pitchFamily="49" charset="0"/>
            </a:endParaRPr>
          </a:p>
          <a:p>
            <a:r>
              <a:rPr lang="en-IN" sz="1600" b="0" dirty="0">
                <a:solidFill>
                  <a:srgbClr val="800000"/>
                </a:solidFill>
                <a:effectLst/>
                <a:latin typeface="Consolas" panose="020B0609020204030204" pitchFamily="49" charset="0"/>
              </a:rPr>
              <a:t>&lt;/html&gt;</a:t>
            </a:r>
            <a:endParaRPr lang="en-IN" sz="1600"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37039543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97B940D-A914-4CAB-B11D-08FD33308929}"/>
              </a:ext>
            </a:extLst>
          </p:cNvPr>
          <p:cNvSpPr txBox="1"/>
          <p:nvPr/>
        </p:nvSpPr>
        <p:spPr>
          <a:xfrm>
            <a:off x="186814" y="398755"/>
            <a:ext cx="6135328" cy="2031325"/>
          </a:xfrm>
          <a:prstGeom prst="rect">
            <a:avLst/>
          </a:prstGeom>
          <a:noFill/>
        </p:spPr>
        <p:txBody>
          <a:bodyPr wrap="square">
            <a:spAutoFit/>
          </a:bodyPr>
          <a:lstStyle/>
          <a:p>
            <a:pPr algn="ctr"/>
            <a:r>
              <a:rPr lang="en-US" b="1" dirty="0"/>
              <a:t>The </a:t>
            </a:r>
            <a:r>
              <a:rPr lang="en-US" b="1" dirty="0" err="1"/>
              <a:t>keyup</a:t>
            </a:r>
            <a:r>
              <a:rPr lang="en-US" b="1" dirty="0"/>
              <a:t>() Method</a:t>
            </a:r>
          </a:p>
          <a:p>
            <a:r>
              <a:rPr lang="en-US" dirty="0"/>
              <a:t>The jQuery </a:t>
            </a:r>
            <a:r>
              <a:rPr lang="en-US" dirty="0" err="1"/>
              <a:t>keyup</a:t>
            </a:r>
            <a:r>
              <a:rPr lang="en-US" dirty="0"/>
              <a:t>() method attach an event handler function to the selected elements (typically form controls) that is executed when the user releases a key on the keyboard. The following example will display a message when the </a:t>
            </a:r>
            <a:r>
              <a:rPr lang="en-US" dirty="0" err="1"/>
              <a:t>keyup</a:t>
            </a:r>
            <a:r>
              <a:rPr lang="en-US" dirty="0"/>
              <a:t> event is fired and how many times it is fired when you press and release a key on the keyboard.</a:t>
            </a:r>
            <a:endParaRPr lang="en-IN" dirty="0"/>
          </a:p>
        </p:txBody>
      </p:sp>
      <p:sp>
        <p:nvSpPr>
          <p:cNvPr id="8" name="TextBox 7">
            <a:extLst>
              <a:ext uri="{FF2B5EF4-FFF2-40B4-BE49-F238E27FC236}">
                <a16:creationId xmlns:a16="http://schemas.microsoft.com/office/drawing/2014/main" id="{423B8898-F059-4AD9-A922-0DF55BD41519}"/>
              </a:ext>
            </a:extLst>
          </p:cNvPr>
          <p:cNvSpPr txBox="1"/>
          <p:nvPr/>
        </p:nvSpPr>
        <p:spPr>
          <a:xfrm>
            <a:off x="54079" y="2337222"/>
            <a:ext cx="6135328" cy="2862322"/>
          </a:xfrm>
          <a:prstGeom prst="rect">
            <a:avLst/>
          </a:prstGeom>
          <a:noFill/>
        </p:spPr>
        <p:txBody>
          <a:bodyPr wrap="square">
            <a:spAutoFit/>
          </a:bodyPr>
          <a:lstStyle/>
          <a:p>
            <a:r>
              <a:rPr lang="en-IN" b="0" i="0" dirty="0">
                <a:solidFill>
                  <a:srgbClr val="5F6364"/>
                </a:solidFill>
                <a:effectLst/>
                <a:latin typeface="Consolas" panose="020B0609020204030204" pitchFamily="49" charset="0"/>
              </a:rPr>
              <a:t>&lt;</a:t>
            </a:r>
            <a:r>
              <a:rPr lang="en-IN" b="0" i="0" dirty="0">
                <a:solidFill>
                  <a:srgbClr val="990055"/>
                </a:solidFill>
                <a:effectLst/>
                <a:latin typeface="Consolas" panose="020B0609020204030204" pitchFamily="49" charset="0"/>
              </a:rPr>
              <a:t>script</a:t>
            </a:r>
            <a:r>
              <a:rPr lang="en-IN" b="0" i="0" dirty="0">
                <a:solidFill>
                  <a:srgbClr val="5F6364"/>
                </a:solidFill>
                <a:effectLst/>
                <a:latin typeface="Consolas" panose="020B0609020204030204" pitchFamily="49" charset="0"/>
              </a:rPr>
              <a:t>&gt;</a:t>
            </a:r>
            <a:r>
              <a:rPr lang="en-IN" b="0" i="0" dirty="0">
                <a:solidFill>
                  <a:srgbClr val="000000"/>
                </a:solidFill>
                <a:effectLst/>
                <a:latin typeface="Consolas" panose="020B0609020204030204" pitchFamily="49" charset="0"/>
              </a:rPr>
              <a:t> </a:t>
            </a:r>
          </a:p>
          <a:p>
            <a:r>
              <a:rPr lang="en-IN" b="0" i="0" dirty="0">
                <a:solidFill>
                  <a:srgbClr val="DD4A68"/>
                </a:solidFill>
                <a:effectLst/>
                <a:latin typeface="Consolas" panose="020B0609020204030204" pitchFamily="49" charset="0"/>
              </a:rPr>
              <a:t>$</a:t>
            </a:r>
            <a:r>
              <a:rPr lang="en-IN" b="0" i="0" dirty="0">
                <a:solidFill>
                  <a:srgbClr val="5F6364"/>
                </a:solidFill>
                <a:effectLst/>
                <a:latin typeface="Consolas" panose="020B0609020204030204" pitchFamily="49" charset="0"/>
              </a:rPr>
              <a:t>(</a:t>
            </a:r>
            <a:r>
              <a:rPr lang="en-IN" b="0" i="0" dirty="0">
                <a:solidFill>
                  <a:srgbClr val="000000"/>
                </a:solidFill>
                <a:effectLst/>
                <a:latin typeface="Consolas" panose="020B0609020204030204" pitchFamily="49" charset="0"/>
              </a:rPr>
              <a:t>document</a:t>
            </a:r>
            <a:r>
              <a:rPr lang="en-IN" b="0" i="0" dirty="0">
                <a:solidFill>
                  <a:srgbClr val="5F6364"/>
                </a:solidFill>
                <a:effectLst/>
                <a:latin typeface="Consolas" panose="020B0609020204030204" pitchFamily="49" charset="0"/>
              </a:rPr>
              <a:t>).</a:t>
            </a:r>
            <a:r>
              <a:rPr lang="en-IN" b="0" i="0" dirty="0">
                <a:solidFill>
                  <a:srgbClr val="DD4A68"/>
                </a:solidFill>
                <a:effectLst/>
                <a:latin typeface="Consolas" panose="020B0609020204030204" pitchFamily="49" charset="0"/>
              </a:rPr>
              <a:t>ready</a:t>
            </a:r>
            <a:r>
              <a:rPr lang="en-IN" b="0" i="0" dirty="0">
                <a:solidFill>
                  <a:srgbClr val="5F6364"/>
                </a:solidFill>
                <a:effectLst/>
                <a:latin typeface="Consolas" panose="020B0609020204030204" pitchFamily="49" charset="0"/>
              </a:rPr>
              <a:t>(</a:t>
            </a:r>
            <a:r>
              <a:rPr lang="en-IN" b="0" i="0" dirty="0">
                <a:solidFill>
                  <a:srgbClr val="0077AA"/>
                </a:solidFill>
                <a:effectLst/>
                <a:latin typeface="Consolas" panose="020B0609020204030204" pitchFamily="49" charset="0"/>
              </a:rPr>
              <a:t>function</a:t>
            </a:r>
            <a:r>
              <a:rPr lang="en-IN" b="0" i="0" dirty="0">
                <a:solidFill>
                  <a:srgbClr val="5F6364"/>
                </a:solidFill>
                <a:effectLst/>
                <a:latin typeface="Consolas" panose="020B0609020204030204" pitchFamily="49" charset="0"/>
              </a:rPr>
              <a:t>(){</a:t>
            </a:r>
            <a:r>
              <a:rPr lang="en-IN" b="0" i="0" dirty="0">
                <a:solidFill>
                  <a:srgbClr val="000000"/>
                </a:solidFill>
                <a:effectLst/>
                <a:latin typeface="Consolas" panose="020B0609020204030204" pitchFamily="49" charset="0"/>
              </a:rPr>
              <a:t> </a:t>
            </a:r>
          </a:p>
          <a:p>
            <a:r>
              <a:rPr lang="en-IN" b="0" i="0" dirty="0">
                <a:solidFill>
                  <a:srgbClr val="0077AA"/>
                </a:solidFill>
                <a:effectLst/>
                <a:latin typeface="Consolas" panose="020B0609020204030204" pitchFamily="49" charset="0"/>
              </a:rPr>
              <a:t>var</a:t>
            </a:r>
            <a:r>
              <a:rPr lang="en-IN" b="0" i="0" dirty="0">
                <a:solidFill>
                  <a:srgbClr val="000000"/>
                </a:solidFill>
                <a:effectLst/>
                <a:latin typeface="Consolas" panose="020B0609020204030204" pitchFamily="49" charset="0"/>
              </a:rPr>
              <a:t> </a:t>
            </a:r>
            <a:r>
              <a:rPr lang="en-IN" b="0" i="0" dirty="0" err="1">
                <a:solidFill>
                  <a:srgbClr val="000000"/>
                </a:solidFill>
                <a:effectLst/>
                <a:latin typeface="Consolas" panose="020B0609020204030204" pitchFamily="49" charset="0"/>
              </a:rPr>
              <a:t>i</a:t>
            </a:r>
            <a:r>
              <a:rPr lang="en-IN" b="0" i="0" dirty="0">
                <a:solidFill>
                  <a:srgbClr val="000000"/>
                </a:solidFill>
                <a:effectLst/>
                <a:latin typeface="Consolas" panose="020B0609020204030204" pitchFamily="49" charset="0"/>
              </a:rPr>
              <a:t> </a:t>
            </a:r>
            <a:r>
              <a:rPr lang="en-IN" b="0" i="0" dirty="0">
                <a:solidFill>
                  <a:srgbClr val="A67F59"/>
                </a:solidFill>
                <a:effectLst/>
                <a:latin typeface="Consolas" panose="020B0609020204030204" pitchFamily="49" charset="0"/>
              </a:rPr>
              <a:t>=</a:t>
            </a:r>
            <a:r>
              <a:rPr lang="en-IN" b="0" i="0" dirty="0">
                <a:solidFill>
                  <a:srgbClr val="000000"/>
                </a:solidFill>
                <a:effectLst/>
                <a:latin typeface="Consolas" panose="020B0609020204030204" pitchFamily="49" charset="0"/>
              </a:rPr>
              <a:t> </a:t>
            </a:r>
            <a:r>
              <a:rPr lang="en-IN" b="0" i="0" dirty="0">
                <a:solidFill>
                  <a:srgbClr val="990055"/>
                </a:solidFill>
                <a:effectLst/>
                <a:latin typeface="Consolas" panose="020B0609020204030204" pitchFamily="49" charset="0"/>
              </a:rPr>
              <a:t>0</a:t>
            </a:r>
            <a:r>
              <a:rPr lang="en-IN" b="0" i="0" dirty="0">
                <a:solidFill>
                  <a:srgbClr val="5F6364"/>
                </a:solidFill>
                <a:effectLst/>
                <a:latin typeface="Consolas" panose="020B0609020204030204" pitchFamily="49" charset="0"/>
              </a:rPr>
              <a:t>;</a:t>
            </a:r>
            <a:r>
              <a:rPr lang="en-IN" b="0" i="0" dirty="0">
                <a:solidFill>
                  <a:srgbClr val="000000"/>
                </a:solidFill>
                <a:effectLst/>
                <a:latin typeface="Consolas" panose="020B0609020204030204" pitchFamily="49" charset="0"/>
              </a:rPr>
              <a:t> </a:t>
            </a:r>
            <a:r>
              <a:rPr lang="en-IN" b="0" i="0" dirty="0">
                <a:solidFill>
                  <a:srgbClr val="DD4A68"/>
                </a:solidFill>
                <a:effectLst/>
                <a:latin typeface="Consolas" panose="020B0609020204030204" pitchFamily="49" charset="0"/>
              </a:rPr>
              <a:t>$</a:t>
            </a:r>
            <a:r>
              <a:rPr lang="en-IN" b="0" i="0" dirty="0">
                <a:solidFill>
                  <a:srgbClr val="5F6364"/>
                </a:solidFill>
                <a:effectLst/>
                <a:latin typeface="Consolas" panose="020B0609020204030204" pitchFamily="49" charset="0"/>
              </a:rPr>
              <a:t>(</a:t>
            </a:r>
            <a:r>
              <a:rPr lang="en-IN" b="0" i="0" dirty="0">
                <a:solidFill>
                  <a:srgbClr val="669900"/>
                </a:solidFill>
                <a:effectLst/>
                <a:latin typeface="Consolas" panose="020B0609020204030204" pitchFamily="49" charset="0"/>
              </a:rPr>
              <a:t>'input[type="text"]'</a:t>
            </a:r>
            <a:r>
              <a:rPr lang="en-IN" b="0" i="0" dirty="0">
                <a:solidFill>
                  <a:srgbClr val="5F6364"/>
                </a:solidFill>
                <a:effectLst/>
                <a:latin typeface="Consolas" panose="020B0609020204030204" pitchFamily="49" charset="0"/>
              </a:rPr>
              <a:t>).</a:t>
            </a:r>
            <a:r>
              <a:rPr lang="en-IN" b="0" i="0" dirty="0" err="1">
                <a:solidFill>
                  <a:srgbClr val="DD4A68"/>
                </a:solidFill>
                <a:effectLst/>
                <a:latin typeface="Consolas" panose="020B0609020204030204" pitchFamily="49" charset="0"/>
              </a:rPr>
              <a:t>keyup</a:t>
            </a:r>
            <a:r>
              <a:rPr lang="en-IN" b="0" i="0" dirty="0">
                <a:solidFill>
                  <a:srgbClr val="5F6364"/>
                </a:solidFill>
                <a:effectLst/>
                <a:latin typeface="Consolas" panose="020B0609020204030204" pitchFamily="49" charset="0"/>
              </a:rPr>
              <a:t>(</a:t>
            </a:r>
            <a:r>
              <a:rPr lang="en-IN" b="0" i="0" dirty="0">
                <a:solidFill>
                  <a:srgbClr val="0077AA"/>
                </a:solidFill>
                <a:effectLst/>
                <a:latin typeface="Consolas" panose="020B0609020204030204" pitchFamily="49" charset="0"/>
              </a:rPr>
              <a:t>function</a:t>
            </a:r>
            <a:r>
              <a:rPr lang="en-IN" b="0" i="0" dirty="0">
                <a:solidFill>
                  <a:srgbClr val="5F6364"/>
                </a:solidFill>
                <a:effectLst/>
                <a:latin typeface="Consolas" panose="020B0609020204030204" pitchFamily="49" charset="0"/>
              </a:rPr>
              <a:t>(){</a:t>
            </a:r>
          </a:p>
          <a:p>
            <a:endParaRPr lang="en-IN" b="0" i="0" dirty="0">
              <a:solidFill>
                <a:srgbClr val="5F6364"/>
              </a:solidFill>
              <a:effectLst/>
              <a:latin typeface="Consolas" panose="020B0609020204030204" pitchFamily="49" charset="0"/>
            </a:endParaRPr>
          </a:p>
          <a:p>
            <a:r>
              <a:rPr lang="en-IN" b="0" i="0" dirty="0">
                <a:solidFill>
                  <a:srgbClr val="000000"/>
                </a:solidFill>
                <a:effectLst/>
                <a:latin typeface="Consolas" panose="020B0609020204030204" pitchFamily="49" charset="0"/>
              </a:rPr>
              <a:t> </a:t>
            </a:r>
            <a:r>
              <a:rPr lang="en-IN" b="0" i="0" dirty="0">
                <a:solidFill>
                  <a:srgbClr val="DD4A68"/>
                </a:solidFill>
                <a:effectLst/>
                <a:latin typeface="Consolas" panose="020B0609020204030204" pitchFamily="49" charset="0"/>
              </a:rPr>
              <a:t>$</a:t>
            </a:r>
            <a:r>
              <a:rPr lang="en-IN" b="0" i="0" dirty="0">
                <a:solidFill>
                  <a:srgbClr val="5F6364"/>
                </a:solidFill>
                <a:effectLst/>
                <a:latin typeface="Consolas" panose="020B0609020204030204" pitchFamily="49" charset="0"/>
              </a:rPr>
              <a:t>(</a:t>
            </a:r>
            <a:r>
              <a:rPr lang="en-IN" b="0" i="0" dirty="0">
                <a:solidFill>
                  <a:srgbClr val="669900"/>
                </a:solidFill>
                <a:effectLst/>
                <a:latin typeface="Consolas" panose="020B0609020204030204" pitchFamily="49" charset="0"/>
              </a:rPr>
              <a:t>"span"</a:t>
            </a:r>
            <a:r>
              <a:rPr lang="en-IN" b="0" i="0" dirty="0">
                <a:solidFill>
                  <a:srgbClr val="5F6364"/>
                </a:solidFill>
                <a:effectLst/>
                <a:latin typeface="Consolas" panose="020B0609020204030204" pitchFamily="49" charset="0"/>
              </a:rPr>
              <a:t>).</a:t>
            </a:r>
            <a:r>
              <a:rPr lang="en-IN" b="0" i="0" dirty="0">
                <a:solidFill>
                  <a:srgbClr val="DD4A68"/>
                </a:solidFill>
                <a:effectLst/>
                <a:latin typeface="Consolas" panose="020B0609020204030204" pitchFamily="49" charset="0"/>
              </a:rPr>
              <a:t>text</a:t>
            </a:r>
            <a:r>
              <a:rPr lang="en-IN" b="0" i="0" dirty="0">
                <a:solidFill>
                  <a:srgbClr val="5F6364"/>
                </a:solidFill>
                <a:effectLst/>
                <a:latin typeface="Consolas" panose="020B0609020204030204" pitchFamily="49" charset="0"/>
              </a:rPr>
              <a:t>(</a:t>
            </a:r>
            <a:r>
              <a:rPr lang="en-IN" b="0" i="0" dirty="0" err="1">
                <a:solidFill>
                  <a:srgbClr val="000000"/>
                </a:solidFill>
                <a:effectLst/>
                <a:latin typeface="Consolas" panose="020B0609020204030204" pitchFamily="49" charset="0"/>
              </a:rPr>
              <a:t>i</a:t>
            </a:r>
            <a:r>
              <a:rPr lang="en-IN" b="0" i="0" dirty="0">
                <a:solidFill>
                  <a:srgbClr val="000000"/>
                </a:solidFill>
                <a:effectLst/>
                <a:latin typeface="Consolas" panose="020B0609020204030204" pitchFamily="49" charset="0"/>
              </a:rPr>
              <a:t> </a:t>
            </a:r>
            <a:r>
              <a:rPr lang="en-IN" b="0" i="0" dirty="0">
                <a:solidFill>
                  <a:srgbClr val="A67F59"/>
                </a:solidFill>
                <a:effectLst/>
                <a:latin typeface="Consolas" panose="020B0609020204030204" pitchFamily="49" charset="0"/>
              </a:rPr>
              <a:t>+=</a:t>
            </a:r>
            <a:r>
              <a:rPr lang="en-IN" b="0" i="0" dirty="0">
                <a:solidFill>
                  <a:srgbClr val="000000"/>
                </a:solidFill>
                <a:effectLst/>
                <a:latin typeface="Consolas" panose="020B0609020204030204" pitchFamily="49" charset="0"/>
              </a:rPr>
              <a:t> </a:t>
            </a:r>
            <a:r>
              <a:rPr lang="en-IN" b="0" i="0" dirty="0">
                <a:solidFill>
                  <a:srgbClr val="990055"/>
                </a:solidFill>
                <a:effectLst/>
                <a:latin typeface="Consolas" panose="020B0609020204030204" pitchFamily="49" charset="0"/>
              </a:rPr>
              <a:t>1</a:t>
            </a:r>
            <a:r>
              <a:rPr lang="en-IN" b="0" i="0" dirty="0">
                <a:solidFill>
                  <a:srgbClr val="5F6364"/>
                </a:solidFill>
                <a:effectLst/>
                <a:latin typeface="Consolas" panose="020B0609020204030204" pitchFamily="49" charset="0"/>
              </a:rPr>
              <a:t>);</a:t>
            </a:r>
          </a:p>
          <a:p>
            <a:endParaRPr lang="en-IN" b="0" i="0" dirty="0">
              <a:solidFill>
                <a:srgbClr val="5F6364"/>
              </a:solidFill>
              <a:effectLst/>
              <a:latin typeface="Consolas" panose="020B0609020204030204" pitchFamily="49" charset="0"/>
            </a:endParaRPr>
          </a:p>
          <a:p>
            <a:r>
              <a:rPr lang="en-IN" b="0" i="0" dirty="0">
                <a:solidFill>
                  <a:srgbClr val="000000"/>
                </a:solidFill>
                <a:effectLst/>
                <a:latin typeface="Consolas" panose="020B0609020204030204" pitchFamily="49" charset="0"/>
              </a:rPr>
              <a:t> </a:t>
            </a:r>
            <a:r>
              <a:rPr lang="en-IN" b="0" i="0" dirty="0">
                <a:solidFill>
                  <a:srgbClr val="DD4A68"/>
                </a:solidFill>
                <a:effectLst/>
                <a:latin typeface="Consolas" panose="020B0609020204030204" pitchFamily="49" charset="0"/>
              </a:rPr>
              <a:t>$</a:t>
            </a:r>
            <a:r>
              <a:rPr lang="en-IN" b="0" i="0" dirty="0">
                <a:solidFill>
                  <a:srgbClr val="5F6364"/>
                </a:solidFill>
                <a:effectLst/>
                <a:latin typeface="Consolas" panose="020B0609020204030204" pitchFamily="49" charset="0"/>
              </a:rPr>
              <a:t>(</a:t>
            </a:r>
            <a:r>
              <a:rPr lang="en-IN" b="0" i="0" dirty="0">
                <a:solidFill>
                  <a:srgbClr val="669900"/>
                </a:solidFill>
                <a:effectLst/>
                <a:latin typeface="Consolas" panose="020B0609020204030204" pitchFamily="49" charset="0"/>
              </a:rPr>
              <a:t>"p"</a:t>
            </a:r>
            <a:r>
              <a:rPr lang="en-IN" b="0" i="0" dirty="0">
                <a:solidFill>
                  <a:srgbClr val="5F6364"/>
                </a:solidFill>
                <a:effectLst/>
                <a:latin typeface="Consolas" panose="020B0609020204030204" pitchFamily="49" charset="0"/>
              </a:rPr>
              <a:t>).</a:t>
            </a:r>
            <a:r>
              <a:rPr lang="en-IN" b="0" i="0" dirty="0">
                <a:solidFill>
                  <a:srgbClr val="DD4A68"/>
                </a:solidFill>
                <a:effectLst/>
                <a:latin typeface="Consolas" panose="020B0609020204030204" pitchFamily="49" charset="0"/>
              </a:rPr>
              <a:t>show</a:t>
            </a:r>
            <a:r>
              <a:rPr lang="en-IN" b="0" i="0" dirty="0">
                <a:solidFill>
                  <a:srgbClr val="5F6364"/>
                </a:solidFill>
                <a:effectLst/>
                <a:latin typeface="Consolas" panose="020B0609020204030204" pitchFamily="49" charset="0"/>
              </a:rPr>
              <a:t>().</a:t>
            </a:r>
            <a:r>
              <a:rPr lang="en-IN" b="0" i="0" dirty="0" err="1">
                <a:solidFill>
                  <a:srgbClr val="DD4A68"/>
                </a:solidFill>
                <a:effectLst/>
                <a:latin typeface="Consolas" panose="020B0609020204030204" pitchFamily="49" charset="0"/>
              </a:rPr>
              <a:t>fadeOut</a:t>
            </a:r>
            <a:r>
              <a:rPr lang="en-IN" b="0" i="0" dirty="0">
                <a:solidFill>
                  <a:srgbClr val="5F6364"/>
                </a:solidFill>
                <a:effectLst/>
                <a:latin typeface="Consolas" panose="020B0609020204030204" pitchFamily="49" charset="0"/>
              </a:rPr>
              <a:t>();</a:t>
            </a:r>
          </a:p>
          <a:p>
            <a:r>
              <a:rPr lang="en-IN" b="0" i="0" dirty="0">
                <a:solidFill>
                  <a:srgbClr val="000000"/>
                </a:solidFill>
                <a:effectLst/>
                <a:latin typeface="Consolas" panose="020B0609020204030204" pitchFamily="49" charset="0"/>
              </a:rPr>
              <a:t> </a:t>
            </a:r>
            <a:r>
              <a:rPr lang="en-IN" b="0" i="0" dirty="0">
                <a:solidFill>
                  <a:srgbClr val="5F6364"/>
                </a:solidFill>
                <a:effectLst/>
                <a:latin typeface="Consolas" panose="020B0609020204030204" pitchFamily="49" charset="0"/>
              </a:rPr>
              <a:t>});</a:t>
            </a:r>
          </a:p>
          <a:p>
            <a:r>
              <a:rPr lang="en-IN" b="0" i="0" dirty="0">
                <a:solidFill>
                  <a:srgbClr val="000000"/>
                </a:solidFill>
                <a:effectLst/>
                <a:latin typeface="Consolas" panose="020B0609020204030204" pitchFamily="49" charset="0"/>
              </a:rPr>
              <a:t> </a:t>
            </a:r>
            <a:r>
              <a:rPr lang="en-IN" b="0" i="0" dirty="0">
                <a:solidFill>
                  <a:srgbClr val="5F6364"/>
                </a:solidFill>
                <a:effectLst/>
                <a:latin typeface="Consolas" panose="020B0609020204030204" pitchFamily="49" charset="0"/>
              </a:rPr>
              <a:t>});</a:t>
            </a:r>
            <a:r>
              <a:rPr lang="en-IN" b="0" i="0" dirty="0">
                <a:solidFill>
                  <a:srgbClr val="000000"/>
                </a:solidFill>
                <a:effectLst/>
                <a:latin typeface="Consolas" panose="020B0609020204030204" pitchFamily="49" charset="0"/>
              </a:rPr>
              <a:t> </a:t>
            </a:r>
            <a:r>
              <a:rPr lang="en-IN" b="0" i="0" dirty="0">
                <a:solidFill>
                  <a:srgbClr val="5F6364"/>
                </a:solidFill>
                <a:effectLst/>
                <a:latin typeface="Consolas" panose="020B0609020204030204" pitchFamily="49" charset="0"/>
              </a:rPr>
              <a:t>&lt;/</a:t>
            </a:r>
            <a:r>
              <a:rPr lang="en-IN" b="0" i="0" dirty="0">
                <a:solidFill>
                  <a:srgbClr val="990055"/>
                </a:solidFill>
                <a:effectLst/>
                <a:latin typeface="Consolas" panose="020B0609020204030204" pitchFamily="49" charset="0"/>
              </a:rPr>
              <a:t>script</a:t>
            </a:r>
            <a:r>
              <a:rPr lang="en-IN" b="0" i="0" dirty="0">
                <a:solidFill>
                  <a:srgbClr val="5F6364"/>
                </a:solidFill>
                <a:effectLst/>
                <a:latin typeface="Consolas" panose="020B0609020204030204" pitchFamily="49" charset="0"/>
              </a:rPr>
              <a:t>&gt;</a:t>
            </a:r>
            <a:endParaRPr lang="en-IN" dirty="0"/>
          </a:p>
        </p:txBody>
      </p:sp>
      <p:sp>
        <p:nvSpPr>
          <p:cNvPr id="10" name="TextBox 9">
            <a:extLst>
              <a:ext uri="{FF2B5EF4-FFF2-40B4-BE49-F238E27FC236}">
                <a16:creationId xmlns:a16="http://schemas.microsoft.com/office/drawing/2014/main" id="{4ED60138-2E51-4F1A-AC62-19FBF2F3FF32}"/>
              </a:ext>
            </a:extLst>
          </p:cNvPr>
          <p:cNvSpPr txBox="1"/>
          <p:nvPr/>
        </p:nvSpPr>
        <p:spPr>
          <a:xfrm>
            <a:off x="6056672" y="0"/>
            <a:ext cx="6135328" cy="6986528"/>
          </a:xfrm>
          <a:prstGeom prst="rect">
            <a:avLst/>
          </a:prstGeom>
          <a:noFill/>
        </p:spPr>
        <p:txBody>
          <a:bodyPr wrap="square">
            <a:spAutoFit/>
          </a:bodyPr>
          <a:lstStyle/>
          <a:p>
            <a:r>
              <a:rPr lang="en-IN" sz="1600" b="0" dirty="0">
                <a:solidFill>
                  <a:srgbClr val="800000"/>
                </a:solidFill>
                <a:effectLst/>
                <a:latin typeface="Consolas" panose="020B0609020204030204" pitchFamily="49" charset="0"/>
              </a:rPr>
              <a:t>&lt;!DOCTYPE</a:t>
            </a:r>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html</a:t>
            </a:r>
            <a:r>
              <a:rPr lang="en-IN" sz="1600" b="0" dirty="0">
                <a:solidFill>
                  <a:srgbClr val="800000"/>
                </a:solidFill>
                <a:effectLst/>
                <a:latin typeface="Consolas" panose="020B0609020204030204" pitchFamily="49" charset="0"/>
              </a:rPr>
              <a:t>&gt;&lt;html</a:t>
            </a:r>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lang</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a:t>
            </a:r>
            <a:r>
              <a:rPr lang="en-IN" sz="1600" b="0" dirty="0" err="1">
                <a:solidFill>
                  <a:srgbClr val="0000FF"/>
                </a:solidFill>
                <a:effectLst/>
                <a:latin typeface="Consolas" panose="020B0609020204030204" pitchFamily="49" charset="0"/>
              </a:rPr>
              <a:t>en</a:t>
            </a:r>
            <a:r>
              <a:rPr lang="en-IN" sz="1600" b="0" dirty="0">
                <a:solidFill>
                  <a:srgbClr val="0000FF"/>
                </a:solidFill>
                <a:effectLst/>
                <a:latin typeface="Consolas" panose="020B0609020204030204" pitchFamily="49" charset="0"/>
              </a:rPr>
              <a:t>"</a:t>
            </a:r>
            <a:r>
              <a:rPr lang="en-IN" sz="1600" b="0" dirty="0">
                <a:solidFill>
                  <a:srgbClr val="800000"/>
                </a:solidFill>
                <a:effectLst/>
                <a:latin typeface="Consolas" panose="020B0609020204030204" pitchFamily="49" charset="0"/>
              </a:rPr>
              <a:t>&gt;</a:t>
            </a:r>
            <a:endParaRPr lang="en-IN" sz="1600" b="0" dirty="0">
              <a:solidFill>
                <a:srgbClr val="000000"/>
              </a:solidFill>
              <a:effectLst/>
              <a:latin typeface="Consolas" panose="020B0609020204030204" pitchFamily="49" charset="0"/>
            </a:endParaRPr>
          </a:p>
          <a:p>
            <a:r>
              <a:rPr lang="en-IN" sz="1600" b="0" dirty="0">
                <a:solidFill>
                  <a:srgbClr val="800000"/>
                </a:solidFill>
                <a:effectLst/>
                <a:latin typeface="Consolas" panose="020B0609020204030204" pitchFamily="49" charset="0"/>
              </a:rPr>
              <a:t>&lt;head&gt;&lt;meta</a:t>
            </a:r>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charset</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"utf-8"</a:t>
            </a:r>
            <a:r>
              <a:rPr lang="en-IN" sz="1600" b="0" dirty="0">
                <a:solidFill>
                  <a:srgbClr val="800000"/>
                </a:solidFill>
                <a:effectLst/>
                <a:latin typeface="Consolas" panose="020B0609020204030204" pitchFamily="49" charset="0"/>
              </a:rPr>
              <a:t>&gt;</a:t>
            </a:r>
            <a:endParaRPr lang="en-IN" sz="1600" b="0" dirty="0">
              <a:solidFill>
                <a:srgbClr val="000000"/>
              </a:solidFill>
              <a:effectLst/>
              <a:latin typeface="Consolas" panose="020B0609020204030204" pitchFamily="49" charset="0"/>
            </a:endParaRPr>
          </a:p>
          <a:p>
            <a:r>
              <a:rPr lang="en-IN" sz="1600" b="0" dirty="0">
                <a:solidFill>
                  <a:srgbClr val="800000"/>
                </a:solidFill>
                <a:effectLst/>
                <a:latin typeface="Consolas" panose="020B0609020204030204" pitchFamily="49" charset="0"/>
              </a:rPr>
              <a:t>&lt;title&gt;</a:t>
            </a:r>
            <a:r>
              <a:rPr lang="en-IN" sz="1600" b="0" dirty="0">
                <a:solidFill>
                  <a:srgbClr val="000000"/>
                </a:solidFill>
                <a:effectLst/>
                <a:latin typeface="Consolas" panose="020B0609020204030204" pitchFamily="49" charset="0"/>
              </a:rPr>
              <a:t>Executing a Function on </a:t>
            </a:r>
            <a:r>
              <a:rPr lang="en-IN" sz="1600" b="0" dirty="0" err="1">
                <a:solidFill>
                  <a:srgbClr val="000000"/>
                </a:solidFill>
                <a:effectLst/>
                <a:latin typeface="Consolas" panose="020B0609020204030204" pitchFamily="49" charset="0"/>
              </a:rPr>
              <a:t>Keyup</a:t>
            </a:r>
            <a:r>
              <a:rPr lang="en-IN" sz="1600" b="0" dirty="0">
                <a:solidFill>
                  <a:srgbClr val="000000"/>
                </a:solidFill>
                <a:effectLst/>
                <a:latin typeface="Consolas" panose="020B0609020204030204" pitchFamily="49" charset="0"/>
              </a:rPr>
              <a:t> Event in jQuery</a:t>
            </a:r>
            <a:r>
              <a:rPr lang="en-IN" sz="1600" b="0" dirty="0">
                <a:solidFill>
                  <a:srgbClr val="800000"/>
                </a:solidFill>
                <a:effectLst/>
                <a:latin typeface="Consolas" panose="020B0609020204030204" pitchFamily="49" charset="0"/>
              </a:rPr>
              <a:t>&lt;/title&gt;</a:t>
            </a:r>
            <a:endParaRPr lang="en-IN" sz="1600" b="0" dirty="0">
              <a:solidFill>
                <a:srgbClr val="000000"/>
              </a:solidFill>
              <a:effectLst/>
              <a:latin typeface="Consolas" panose="020B0609020204030204" pitchFamily="49" charset="0"/>
            </a:endParaRPr>
          </a:p>
          <a:p>
            <a:r>
              <a:rPr lang="en-IN" sz="1600" b="0" dirty="0">
                <a:solidFill>
                  <a:srgbClr val="800000"/>
                </a:solidFill>
                <a:effectLst/>
                <a:latin typeface="Consolas" panose="020B0609020204030204" pitchFamily="49" charset="0"/>
              </a:rPr>
              <a:t>&lt;script</a:t>
            </a:r>
            <a:r>
              <a:rPr lang="en-IN" sz="1600" b="0" dirty="0">
                <a:solidFill>
                  <a:srgbClr val="000000"/>
                </a:solidFill>
                <a:effectLst/>
                <a:latin typeface="Consolas" panose="020B0609020204030204" pitchFamily="49" charset="0"/>
              </a:rPr>
              <a:t> </a:t>
            </a:r>
            <a:r>
              <a:rPr lang="en-IN" sz="1600" b="0" dirty="0" err="1">
                <a:solidFill>
                  <a:srgbClr val="FF0000"/>
                </a:solidFill>
                <a:effectLst/>
                <a:latin typeface="Consolas" panose="020B0609020204030204" pitchFamily="49" charset="0"/>
              </a:rPr>
              <a:t>src</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"../jquery-3.6.0.js"</a:t>
            </a:r>
            <a:r>
              <a:rPr lang="en-IN" sz="1600" b="0" dirty="0">
                <a:solidFill>
                  <a:srgbClr val="800000"/>
                </a:solidFill>
                <a:effectLst/>
                <a:latin typeface="Consolas" panose="020B0609020204030204" pitchFamily="49" charset="0"/>
              </a:rPr>
              <a:t>&gt;&lt;/script&gt;</a:t>
            </a:r>
            <a:endParaRPr lang="en-IN" sz="1600" b="0" dirty="0">
              <a:solidFill>
                <a:srgbClr val="000000"/>
              </a:solidFill>
              <a:effectLst/>
              <a:latin typeface="Consolas" panose="020B0609020204030204" pitchFamily="49" charset="0"/>
            </a:endParaRPr>
          </a:p>
          <a:p>
            <a:r>
              <a:rPr lang="en-IN" sz="1600" b="0" dirty="0">
                <a:solidFill>
                  <a:srgbClr val="800000"/>
                </a:solidFill>
                <a:effectLst/>
                <a:latin typeface="Consolas" panose="020B0609020204030204" pitchFamily="49" charset="0"/>
              </a:rPr>
              <a:t>&lt;style&gt;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p</a:t>
            </a:r>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padding</a:t>
            </a:r>
            <a:r>
              <a:rPr lang="en-IN" sz="1600" b="0" dirty="0">
                <a:solidFill>
                  <a:srgbClr val="000000"/>
                </a:solidFill>
                <a:effectLst/>
                <a:latin typeface="Consolas" panose="020B0609020204030204" pitchFamily="49" charset="0"/>
              </a:rPr>
              <a:t>: </a:t>
            </a:r>
            <a:r>
              <a:rPr lang="en-IN" sz="1600" b="0" dirty="0">
                <a:solidFill>
                  <a:srgbClr val="098658"/>
                </a:solidFill>
                <a:effectLst/>
                <a:latin typeface="Consolas" panose="020B0609020204030204" pitchFamily="49" charset="0"/>
              </a:rPr>
              <a:t>10px</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background</a:t>
            </a:r>
            <a:r>
              <a:rPr lang="en-IN" sz="1600" b="0" dirty="0">
                <a:solidFill>
                  <a:srgbClr val="000000"/>
                </a:solidFill>
                <a:effectLst/>
                <a:latin typeface="Consolas" panose="020B0609020204030204" pitchFamily="49" charset="0"/>
              </a:rPr>
              <a:t>: </a:t>
            </a:r>
            <a:r>
              <a:rPr lang="en-IN" sz="1600" b="0" dirty="0" err="1">
                <a:solidFill>
                  <a:srgbClr val="0451A5"/>
                </a:solidFill>
                <a:effectLst/>
                <a:latin typeface="Consolas" panose="020B0609020204030204" pitchFamily="49" charset="0"/>
              </a:rPr>
              <a:t>lightgreen</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display</a:t>
            </a:r>
            <a:r>
              <a:rPr lang="en-IN" sz="1600" b="0" dirty="0">
                <a:solidFill>
                  <a:srgbClr val="000000"/>
                </a:solidFill>
                <a:effectLst/>
                <a:latin typeface="Consolas" panose="020B0609020204030204" pitchFamily="49" charset="0"/>
              </a:rPr>
              <a:t>: </a:t>
            </a:r>
            <a:r>
              <a:rPr lang="en-IN" sz="1600" b="0" dirty="0">
                <a:solidFill>
                  <a:srgbClr val="0451A5"/>
                </a:solidFill>
                <a:effectLst/>
                <a:latin typeface="Consolas" panose="020B0609020204030204" pitchFamily="49" charset="0"/>
              </a:rPr>
              <a:t>none</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div</a:t>
            </a:r>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margin</a:t>
            </a:r>
            <a:r>
              <a:rPr lang="en-IN" sz="1600" b="0" dirty="0">
                <a:solidFill>
                  <a:srgbClr val="000000"/>
                </a:solidFill>
                <a:effectLst/>
                <a:latin typeface="Consolas" panose="020B0609020204030204" pitchFamily="49" charset="0"/>
              </a:rPr>
              <a:t>: </a:t>
            </a:r>
            <a:r>
              <a:rPr lang="en-IN" sz="1600" b="0" dirty="0">
                <a:solidFill>
                  <a:srgbClr val="098658"/>
                </a:solidFill>
                <a:effectLst/>
                <a:latin typeface="Consolas" panose="020B0609020204030204" pitchFamily="49" charset="0"/>
              </a:rPr>
              <a:t>20px</a:t>
            </a:r>
            <a:r>
              <a:rPr lang="en-IN" sz="1600" b="0" dirty="0">
                <a:solidFill>
                  <a:srgbClr val="000000"/>
                </a:solidFill>
                <a:effectLst/>
                <a:latin typeface="Consolas" panose="020B0609020204030204" pitchFamily="49" charset="0"/>
              </a:rPr>
              <a:t> </a:t>
            </a:r>
            <a:r>
              <a:rPr lang="en-IN" sz="1600" b="0" dirty="0">
                <a:solidFill>
                  <a:srgbClr val="098658"/>
                </a:solidFill>
                <a:effectLst/>
                <a:latin typeface="Consolas" panose="020B0609020204030204" pitchFamily="49" charset="0"/>
              </a:rPr>
              <a:t>0</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p>
          <a:p>
            <a:r>
              <a:rPr lang="en-IN" sz="1600" b="0" dirty="0">
                <a:solidFill>
                  <a:srgbClr val="800000"/>
                </a:solidFill>
                <a:effectLst/>
                <a:latin typeface="Consolas" panose="020B0609020204030204" pitchFamily="49" charset="0"/>
              </a:rPr>
              <a:t>&lt;/style&gt;&lt;script&gt;</a:t>
            </a:r>
            <a:endParaRPr lang="en-IN" sz="1600" b="0" dirty="0">
              <a:solidFill>
                <a:srgbClr val="000000"/>
              </a:solidFill>
              <a:effectLst/>
              <a:latin typeface="Consolas" panose="020B0609020204030204" pitchFamily="49" charset="0"/>
            </a:endParaRPr>
          </a:p>
          <a:p>
            <a:r>
              <a:rPr lang="en-IN" sz="1600" b="0" dirty="0">
                <a:solidFill>
                  <a:srgbClr val="0070C1"/>
                </a:solidFill>
                <a:effectLst/>
                <a:latin typeface="Consolas" panose="020B0609020204030204" pitchFamily="49" charset="0"/>
              </a:rPr>
              <a:t>$</a:t>
            </a:r>
            <a:r>
              <a:rPr lang="en-IN" sz="1600" b="0" dirty="0">
                <a:solidFill>
                  <a:srgbClr val="000000"/>
                </a:solidFill>
                <a:effectLst/>
                <a:latin typeface="Consolas" panose="020B0609020204030204" pitchFamily="49" charset="0"/>
              </a:rPr>
              <a:t>(</a:t>
            </a:r>
            <a:r>
              <a:rPr lang="en-IN" sz="1600" b="0" dirty="0">
                <a:solidFill>
                  <a:srgbClr val="001080"/>
                </a:solidFill>
                <a:effectLst/>
                <a:latin typeface="Consolas" panose="020B0609020204030204" pitchFamily="49" charset="0"/>
              </a:rPr>
              <a:t>document</a:t>
            </a:r>
            <a:r>
              <a:rPr lang="en-IN" sz="1600" b="0" dirty="0">
                <a:solidFill>
                  <a:srgbClr val="000000"/>
                </a:solidFill>
                <a:effectLst/>
                <a:latin typeface="Consolas" panose="020B0609020204030204" pitchFamily="49" charset="0"/>
              </a:rPr>
              <a:t>).</a:t>
            </a:r>
            <a:r>
              <a:rPr lang="en-IN" sz="1600" b="0" dirty="0">
                <a:solidFill>
                  <a:srgbClr val="795E26"/>
                </a:solidFill>
                <a:effectLst/>
                <a:latin typeface="Consolas" panose="020B0609020204030204" pitchFamily="49" charset="0"/>
              </a:rPr>
              <a:t>ready</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function</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var</a:t>
            </a:r>
            <a:r>
              <a:rPr lang="en-IN" sz="1600" b="0" dirty="0">
                <a:solidFill>
                  <a:srgbClr val="000000"/>
                </a:solidFill>
                <a:effectLst/>
                <a:latin typeface="Consolas" panose="020B0609020204030204" pitchFamily="49" charset="0"/>
              </a:rPr>
              <a:t> </a:t>
            </a:r>
            <a:r>
              <a:rPr lang="en-IN" sz="1600" b="0" dirty="0" err="1">
                <a:solidFill>
                  <a:srgbClr val="001080"/>
                </a:solidFill>
                <a:effectLst/>
                <a:latin typeface="Consolas" panose="020B0609020204030204" pitchFamily="49" charset="0"/>
              </a:rPr>
              <a:t>i</a:t>
            </a:r>
            <a:r>
              <a:rPr lang="en-IN" sz="1600" b="0" dirty="0">
                <a:solidFill>
                  <a:srgbClr val="000000"/>
                </a:solidFill>
                <a:effectLst/>
                <a:latin typeface="Consolas" panose="020B0609020204030204" pitchFamily="49" charset="0"/>
              </a:rPr>
              <a:t> = </a:t>
            </a:r>
            <a:r>
              <a:rPr lang="en-IN" sz="1600" b="0" dirty="0">
                <a:solidFill>
                  <a:srgbClr val="098658"/>
                </a:solidFill>
                <a:effectLst/>
                <a:latin typeface="Consolas" panose="020B0609020204030204" pitchFamily="49" charset="0"/>
              </a:rPr>
              <a:t>0</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a:solidFill>
                  <a:srgbClr val="0070C1"/>
                </a:solidFill>
                <a:effectLst/>
                <a:latin typeface="Consolas" panose="020B0609020204030204" pitchFamily="49" charset="0"/>
              </a:rPr>
              <a:t>$</a:t>
            </a:r>
            <a:r>
              <a:rPr lang="en-IN" sz="1600" b="0" dirty="0">
                <a:solidFill>
                  <a:srgbClr val="000000"/>
                </a:solidFill>
                <a:effectLst/>
                <a:latin typeface="Consolas" panose="020B0609020204030204" pitchFamily="49" charset="0"/>
              </a:rPr>
              <a:t>(</a:t>
            </a:r>
            <a:r>
              <a:rPr lang="en-IN" sz="1600" b="0" dirty="0">
                <a:solidFill>
                  <a:srgbClr val="A31515"/>
                </a:solidFill>
                <a:effectLst/>
                <a:latin typeface="Consolas" panose="020B0609020204030204" pitchFamily="49" charset="0"/>
              </a:rPr>
              <a:t>'input[type="text"]'</a:t>
            </a:r>
            <a:r>
              <a:rPr lang="en-IN" sz="1600" b="0" dirty="0">
                <a:solidFill>
                  <a:srgbClr val="000000"/>
                </a:solidFill>
                <a:effectLst/>
                <a:latin typeface="Consolas" panose="020B0609020204030204" pitchFamily="49" charset="0"/>
              </a:rPr>
              <a:t>).</a:t>
            </a:r>
            <a:r>
              <a:rPr lang="en-IN" sz="1600" b="0" dirty="0" err="1">
                <a:solidFill>
                  <a:srgbClr val="795E26"/>
                </a:solidFill>
                <a:effectLst/>
                <a:latin typeface="Consolas" panose="020B0609020204030204" pitchFamily="49" charset="0"/>
              </a:rPr>
              <a:t>keyup</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function</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a:solidFill>
                  <a:srgbClr val="0070C1"/>
                </a:solidFill>
                <a:effectLst/>
                <a:latin typeface="Consolas" panose="020B0609020204030204" pitchFamily="49" charset="0"/>
              </a:rPr>
              <a:t>$</a:t>
            </a:r>
            <a:r>
              <a:rPr lang="en-IN" sz="1600" b="0" dirty="0">
                <a:solidFill>
                  <a:srgbClr val="000000"/>
                </a:solidFill>
                <a:effectLst/>
                <a:latin typeface="Consolas" panose="020B0609020204030204" pitchFamily="49" charset="0"/>
              </a:rPr>
              <a:t>(</a:t>
            </a:r>
            <a:r>
              <a:rPr lang="en-IN" sz="1600" b="0" dirty="0">
                <a:solidFill>
                  <a:srgbClr val="A31515"/>
                </a:solidFill>
                <a:effectLst/>
                <a:latin typeface="Consolas" panose="020B0609020204030204" pitchFamily="49" charset="0"/>
              </a:rPr>
              <a:t>"span"</a:t>
            </a:r>
            <a:r>
              <a:rPr lang="en-IN" sz="1600" b="0" dirty="0">
                <a:solidFill>
                  <a:srgbClr val="000000"/>
                </a:solidFill>
                <a:effectLst/>
                <a:latin typeface="Consolas" panose="020B0609020204030204" pitchFamily="49" charset="0"/>
              </a:rPr>
              <a:t>).</a:t>
            </a:r>
            <a:r>
              <a:rPr lang="en-IN" sz="1600" b="0" dirty="0">
                <a:solidFill>
                  <a:srgbClr val="795E26"/>
                </a:solidFill>
                <a:effectLst/>
                <a:latin typeface="Consolas" panose="020B0609020204030204" pitchFamily="49" charset="0"/>
              </a:rPr>
              <a:t>text</a:t>
            </a:r>
            <a:r>
              <a:rPr lang="en-IN" sz="1600" b="0" dirty="0">
                <a:solidFill>
                  <a:srgbClr val="000000"/>
                </a:solidFill>
                <a:effectLst/>
                <a:latin typeface="Consolas" panose="020B0609020204030204" pitchFamily="49" charset="0"/>
              </a:rPr>
              <a:t>(</a:t>
            </a:r>
            <a:r>
              <a:rPr lang="en-IN" sz="1600" b="0" dirty="0" err="1">
                <a:solidFill>
                  <a:srgbClr val="001080"/>
                </a:solidFill>
                <a:effectLst/>
                <a:latin typeface="Consolas" panose="020B0609020204030204" pitchFamily="49" charset="0"/>
              </a:rPr>
              <a:t>i</a:t>
            </a:r>
            <a:r>
              <a:rPr lang="en-IN" sz="1600" b="0" dirty="0">
                <a:solidFill>
                  <a:srgbClr val="000000"/>
                </a:solidFill>
                <a:effectLst/>
                <a:latin typeface="Consolas" panose="020B0609020204030204" pitchFamily="49" charset="0"/>
              </a:rPr>
              <a:t> += </a:t>
            </a:r>
            <a:r>
              <a:rPr lang="en-IN" sz="1600" b="0" dirty="0">
                <a:solidFill>
                  <a:srgbClr val="098658"/>
                </a:solidFill>
                <a:effectLst/>
                <a:latin typeface="Consolas" panose="020B0609020204030204" pitchFamily="49" charset="0"/>
              </a:rPr>
              <a:t>1</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a:solidFill>
                  <a:srgbClr val="0070C1"/>
                </a:solidFill>
                <a:effectLst/>
                <a:latin typeface="Consolas" panose="020B0609020204030204" pitchFamily="49" charset="0"/>
              </a:rPr>
              <a:t>$</a:t>
            </a:r>
            <a:r>
              <a:rPr lang="en-IN" sz="1600" b="0" dirty="0">
                <a:solidFill>
                  <a:srgbClr val="000000"/>
                </a:solidFill>
                <a:effectLst/>
                <a:latin typeface="Consolas" panose="020B0609020204030204" pitchFamily="49" charset="0"/>
              </a:rPr>
              <a:t>(</a:t>
            </a:r>
            <a:r>
              <a:rPr lang="en-IN" sz="1600" b="0" dirty="0">
                <a:solidFill>
                  <a:srgbClr val="A31515"/>
                </a:solidFill>
                <a:effectLst/>
                <a:latin typeface="Consolas" panose="020B0609020204030204" pitchFamily="49" charset="0"/>
              </a:rPr>
              <a:t>"p"</a:t>
            </a:r>
            <a:r>
              <a:rPr lang="en-IN" sz="1600" b="0" dirty="0">
                <a:solidFill>
                  <a:srgbClr val="000000"/>
                </a:solidFill>
                <a:effectLst/>
                <a:latin typeface="Consolas" panose="020B0609020204030204" pitchFamily="49" charset="0"/>
              </a:rPr>
              <a:t>).</a:t>
            </a:r>
            <a:r>
              <a:rPr lang="en-IN" sz="1600" b="0" dirty="0">
                <a:solidFill>
                  <a:srgbClr val="795E26"/>
                </a:solidFill>
                <a:effectLst/>
                <a:latin typeface="Consolas" panose="020B0609020204030204" pitchFamily="49" charset="0"/>
              </a:rPr>
              <a:t>show</a:t>
            </a:r>
            <a:r>
              <a:rPr lang="en-IN" sz="1600" b="0" dirty="0">
                <a:solidFill>
                  <a:srgbClr val="000000"/>
                </a:solidFill>
                <a:effectLst/>
                <a:latin typeface="Consolas" panose="020B0609020204030204" pitchFamily="49" charset="0"/>
              </a:rPr>
              <a:t>().</a:t>
            </a:r>
            <a:r>
              <a:rPr lang="en-IN" sz="1600" b="0" dirty="0" err="1">
                <a:solidFill>
                  <a:srgbClr val="795E26"/>
                </a:solidFill>
                <a:effectLst/>
                <a:latin typeface="Consolas" panose="020B0609020204030204" pitchFamily="49" charset="0"/>
              </a:rPr>
              <a:t>fadeOut</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a:t>
            </a:r>
          </a:p>
          <a:p>
            <a:r>
              <a:rPr lang="en-IN" sz="1600" b="0" dirty="0">
                <a:solidFill>
                  <a:srgbClr val="800000"/>
                </a:solidFill>
                <a:effectLst/>
                <a:latin typeface="Consolas" panose="020B0609020204030204" pitchFamily="49" charset="0"/>
              </a:rPr>
              <a:t>&lt;/script&gt;&lt;/head&gt;&lt;body&gt;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&lt;input</a:t>
            </a:r>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type</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"text"</a:t>
            </a:r>
            <a:r>
              <a:rPr lang="en-IN" sz="1600" b="0" dirty="0">
                <a:solidFill>
                  <a:srgbClr val="800000"/>
                </a:solidFill>
                <a:effectLst/>
                <a:latin typeface="Consolas" panose="020B0609020204030204" pitchFamily="49" charset="0"/>
              </a:rPr>
              <a:t>&gt;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&lt;div&gt;</a:t>
            </a:r>
            <a:r>
              <a:rPr lang="en-IN" sz="1600" b="0" dirty="0" err="1">
                <a:solidFill>
                  <a:srgbClr val="000000"/>
                </a:solidFill>
                <a:effectLst/>
                <a:latin typeface="Consolas" panose="020B0609020204030204" pitchFamily="49" charset="0"/>
              </a:rPr>
              <a:t>Keyup</a:t>
            </a:r>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&lt;span&gt;</a:t>
            </a:r>
            <a:r>
              <a:rPr lang="en-IN" sz="1600" b="0" dirty="0">
                <a:solidFill>
                  <a:srgbClr val="000000"/>
                </a:solidFill>
                <a:effectLst/>
                <a:latin typeface="Consolas" panose="020B0609020204030204" pitchFamily="49" charset="0"/>
              </a:rPr>
              <a:t>0</a:t>
            </a:r>
            <a:r>
              <a:rPr lang="en-IN" sz="1600" b="0" dirty="0">
                <a:solidFill>
                  <a:srgbClr val="800000"/>
                </a:solidFill>
                <a:effectLst/>
                <a:latin typeface="Consolas" panose="020B0609020204030204" pitchFamily="49" charset="0"/>
              </a:rPr>
              <a:t>&lt;/span&gt;&lt;/div&gt;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&lt;div&gt;&lt;strong&gt;</a:t>
            </a:r>
            <a:r>
              <a:rPr lang="en-IN" sz="1600" b="0" dirty="0">
                <a:solidFill>
                  <a:srgbClr val="000000"/>
                </a:solidFill>
                <a:effectLst/>
                <a:latin typeface="Consolas" panose="020B0609020204030204" pitchFamily="49" charset="0"/>
              </a:rPr>
              <a:t>Note:</a:t>
            </a:r>
            <a:r>
              <a:rPr lang="en-IN" sz="1600" b="0" dirty="0">
                <a:solidFill>
                  <a:srgbClr val="800000"/>
                </a:solidFill>
                <a:effectLst/>
                <a:latin typeface="Consolas" panose="020B0609020204030204" pitchFamily="49" charset="0"/>
              </a:rPr>
              <a:t>&lt;/strong&gt;</a:t>
            </a:r>
            <a:r>
              <a:rPr lang="en-IN" sz="1600" b="0" dirty="0">
                <a:solidFill>
                  <a:srgbClr val="000000"/>
                </a:solidFill>
                <a:effectLst/>
                <a:latin typeface="Consolas" panose="020B0609020204030204" pitchFamily="49" charset="0"/>
              </a:rPr>
              <a:t> Enter something inside the input box and see the result.</a:t>
            </a:r>
            <a:r>
              <a:rPr lang="en-IN" sz="1600" b="0" dirty="0">
                <a:solidFill>
                  <a:srgbClr val="800000"/>
                </a:solidFill>
                <a:effectLst/>
                <a:latin typeface="Consolas" panose="020B0609020204030204" pitchFamily="49" charset="0"/>
              </a:rPr>
              <a:t>&lt;/div&gt;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&lt;p&gt;</a:t>
            </a:r>
            <a:r>
              <a:rPr lang="en-IN" sz="1600" b="0" dirty="0" err="1">
                <a:solidFill>
                  <a:srgbClr val="000000"/>
                </a:solidFill>
                <a:effectLst/>
                <a:latin typeface="Consolas" panose="020B0609020204030204" pitchFamily="49" charset="0"/>
              </a:rPr>
              <a:t>Keyup</a:t>
            </a:r>
            <a:r>
              <a:rPr lang="en-IN" sz="1600" b="0" dirty="0">
                <a:solidFill>
                  <a:srgbClr val="000000"/>
                </a:solidFill>
                <a:effectLst/>
                <a:latin typeface="Consolas" panose="020B0609020204030204" pitchFamily="49" charset="0"/>
              </a:rPr>
              <a:t> is triggered.</a:t>
            </a:r>
            <a:r>
              <a:rPr lang="en-IN" sz="1600" b="0" dirty="0">
                <a:solidFill>
                  <a:srgbClr val="800000"/>
                </a:solidFill>
                <a:effectLst/>
                <a:latin typeface="Consolas" panose="020B0609020204030204" pitchFamily="49" charset="0"/>
              </a:rPr>
              <a:t>&lt;/p&gt;</a:t>
            </a:r>
            <a:endParaRPr lang="en-IN" sz="1600" b="0" dirty="0">
              <a:solidFill>
                <a:srgbClr val="000000"/>
              </a:solidFill>
              <a:effectLst/>
              <a:latin typeface="Consolas" panose="020B0609020204030204" pitchFamily="49" charset="0"/>
            </a:endParaRPr>
          </a:p>
          <a:p>
            <a:r>
              <a:rPr lang="en-IN" sz="1600" b="0" dirty="0">
                <a:solidFill>
                  <a:srgbClr val="800000"/>
                </a:solidFill>
                <a:effectLst/>
                <a:latin typeface="Consolas" panose="020B0609020204030204" pitchFamily="49" charset="0"/>
              </a:rPr>
              <a:t>&lt;/body&gt;&lt;/html&gt;</a:t>
            </a:r>
            <a:endParaRPr lang="en-IN" sz="1600" b="0" dirty="0">
              <a:solidFill>
                <a:srgbClr val="000000"/>
              </a:solidFill>
              <a:effectLst/>
              <a:latin typeface="Consolas" panose="020B0609020204030204" pitchFamily="49" charset="0"/>
            </a:endParaRPr>
          </a:p>
        </p:txBody>
      </p:sp>
      <p:sp>
        <p:nvSpPr>
          <p:cNvPr id="12" name="TextBox 11">
            <a:extLst>
              <a:ext uri="{FF2B5EF4-FFF2-40B4-BE49-F238E27FC236}">
                <a16:creationId xmlns:a16="http://schemas.microsoft.com/office/drawing/2014/main" id="{1BE47708-BD18-44AC-8141-350278DF1DD2}"/>
              </a:ext>
            </a:extLst>
          </p:cNvPr>
          <p:cNvSpPr txBox="1"/>
          <p:nvPr/>
        </p:nvSpPr>
        <p:spPr>
          <a:xfrm>
            <a:off x="54079" y="5387681"/>
            <a:ext cx="6135328" cy="1200329"/>
          </a:xfrm>
          <a:prstGeom prst="rect">
            <a:avLst/>
          </a:prstGeom>
          <a:noFill/>
        </p:spPr>
        <p:txBody>
          <a:bodyPr wrap="square">
            <a:spAutoFit/>
          </a:bodyPr>
          <a:lstStyle/>
          <a:p>
            <a:r>
              <a:rPr lang="en-US" b="1" i="0" dirty="0">
                <a:solidFill>
                  <a:srgbClr val="2E5014"/>
                </a:solidFill>
                <a:effectLst/>
                <a:latin typeface="-apple-system"/>
              </a:rPr>
              <a:t>Tip:</a:t>
            </a:r>
            <a:r>
              <a:rPr lang="en-US" b="0" i="0" dirty="0">
                <a:solidFill>
                  <a:srgbClr val="2E5014"/>
                </a:solidFill>
                <a:effectLst/>
                <a:latin typeface="-apple-system"/>
              </a:rPr>
              <a:t> The keyboard events can be attached to any element, but the event is only sent to the element that has the focus. That's why the keyboard events generally attached to the form controls such as text input box or </a:t>
            </a:r>
            <a:r>
              <a:rPr lang="en-US" b="0" i="0" dirty="0" err="1">
                <a:solidFill>
                  <a:srgbClr val="2E5014"/>
                </a:solidFill>
                <a:effectLst/>
                <a:latin typeface="-apple-system"/>
              </a:rPr>
              <a:t>textarea</a:t>
            </a:r>
            <a:r>
              <a:rPr lang="en-US" b="0" i="0" dirty="0">
                <a:solidFill>
                  <a:srgbClr val="2E5014"/>
                </a:solidFill>
                <a:effectLst/>
                <a:latin typeface="-apple-system"/>
              </a:rPr>
              <a:t>.</a:t>
            </a:r>
            <a:endParaRPr lang="en-IN" dirty="0"/>
          </a:p>
        </p:txBody>
      </p:sp>
    </p:spTree>
    <p:extLst>
      <p:ext uri="{BB962C8B-B14F-4D97-AF65-F5344CB8AC3E}">
        <p14:creationId xmlns:p14="http://schemas.microsoft.com/office/powerpoint/2010/main" val="20500217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EB3CE06-F2E2-4265-AFFF-C99121C4B570}"/>
              </a:ext>
            </a:extLst>
          </p:cNvPr>
          <p:cNvSpPr txBox="1"/>
          <p:nvPr/>
        </p:nvSpPr>
        <p:spPr>
          <a:xfrm>
            <a:off x="167149" y="691082"/>
            <a:ext cx="6135328" cy="1754326"/>
          </a:xfrm>
          <a:prstGeom prst="rect">
            <a:avLst/>
          </a:prstGeom>
          <a:noFill/>
        </p:spPr>
        <p:txBody>
          <a:bodyPr wrap="square">
            <a:spAutoFit/>
          </a:bodyPr>
          <a:lstStyle/>
          <a:p>
            <a:pPr algn="ctr"/>
            <a:r>
              <a:rPr lang="en-US" b="1" dirty="0"/>
              <a:t>The change() Method</a:t>
            </a:r>
          </a:p>
          <a:p>
            <a:r>
              <a:rPr lang="en-US" dirty="0"/>
              <a:t>The jQuery change() method attach an event handler function to the &lt;input&gt;, &lt;</a:t>
            </a:r>
            <a:r>
              <a:rPr lang="en-US" dirty="0" err="1"/>
              <a:t>textarea</a:t>
            </a:r>
            <a:r>
              <a:rPr lang="en-US" dirty="0"/>
              <a:t>&gt; and &lt;select&gt; elements that is executed when its value changes. The following example will display an alert message when you select any option in dropdown select box.</a:t>
            </a:r>
            <a:endParaRPr lang="en-IN" dirty="0"/>
          </a:p>
        </p:txBody>
      </p:sp>
      <p:sp>
        <p:nvSpPr>
          <p:cNvPr id="7" name="TextBox 6">
            <a:extLst>
              <a:ext uri="{FF2B5EF4-FFF2-40B4-BE49-F238E27FC236}">
                <a16:creationId xmlns:a16="http://schemas.microsoft.com/office/drawing/2014/main" id="{1485A42B-6266-44CA-9931-C1CEE936EA26}"/>
              </a:ext>
            </a:extLst>
          </p:cNvPr>
          <p:cNvSpPr txBox="1"/>
          <p:nvPr/>
        </p:nvSpPr>
        <p:spPr>
          <a:xfrm>
            <a:off x="167149" y="2658267"/>
            <a:ext cx="6056670" cy="2862322"/>
          </a:xfrm>
          <a:prstGeom prst="rect">
            <a:avLst/>
          </a:prstGeom>
          <a:noFill/>
        </p:spPr>
        <p:txBody>
          <a:bodyPr wrap="square">
            <a:spAutoFit/>
          </a:bodyPr>
          <a:lstStyle/>
          <a:p>
            <a:r>
              <a:rPr lang="en-US" b="0" i="0" dirty="0">
                <a:solidFill>
                  <a:srgbClr val="5F6364"/>
                </a:solidFill>
                <a:effectLst/>
                <a:latin typeface="Consolas" panose="020B0609020204030204" pitchFamily="49" charset="0"/>
              </a:rPr>
              <a:t>&lt;</a:t>
            </a:r>
            <a:r>
              <a:rPr lang="en-US" b="0" i="0" dirty="0">
                <a:solidFill>
                  <a:srgbClr val="990055"/>
                </a:solidFill>
                <a:effectLst/>
                <a:latin typeface="Consolas" panose="020B0609020204030204" pitchFamily="49" charset="0"/>
              </a:rPr>
              <a:t>script</a:t>
            </a:r>
            <a:r>
              <a:rPr lang="en-US" b="0" i="0" dirty="0">
                <a:solidFill>
                  <a:srgbClr val="5F6364"/>
                </a:solidFill>
                <a:effectLst/>
                <a:latin typeface="Consolas" panose="020B0609020204030204" pitchFamily="49" charset="0"/>
              </a:rPr>
              <a:t>&gt;</a:t>
            </a:r>
            <a:r>
              <a:rPr lang="en-US" b="0" i="0" dirty="0">
                <a:solidFill>
                  <a:srgbClr val="000000"/>
                </a:solidFill>
                <a:effectLst/>
                <a:latin typeface="Consolas" panose="020B0609020204030204" pitchFamily="49" charset="0"/>
              </a:rPr>
              <a:t> </a:t>
            </a:r>
            <a:r>
              <a:rPr lang="en-US" b="0" i="0" dirty="0">
                <a:solidFill>
                  <a:srgbClr val="DD4A68"/>
                </a:solidFill>
                <a:effectLst/>
                <a:latin typeface="Consolas" panose="020B0609020204030204" pitchFamily="49" charset="0"/>
              </a:rPr>
              <a:t>$</a:t>
            </a:r>
            <a:r>
              <a:rPr lang="en-US" b="0" i="0" dirty="0">
                <a:solidFill>
                  <a:srgbClr val="5F6364"/>
                </a:solidFill>
                <a:effectLst/>
                <a:latin typeface="Consolas" panose="020B0609020204030204" pitchFamily="49" charset="0"/>
              </a:rPr>
              <a:t>(</a:t>
            </a:r>
            <a:r>
              <a:rPr lang="en-US" b="0" i="0" dirty="0">
                <a:solidFill>
                  <a:srgbClr val="000000"/>
                </a:solidFill>
                <a:effectLst/>
                <a:latin typeface="Consolas" panose="020B0609020204030204" pitchFamily="49" charset="0"/>
              </a:rPr>
              <a:t>document</a:t>
            </a:r>
            <a:r>
              <a:rPr lang="en-US" b="0" i="0" dirty="0">
                <a:solidFill>
                  <a:srgbClr val="5F6364"/>
                </a:solidFill>
                <a:effectLst/>
                <a:latin typeface="Consolas" panose="020B0609020204030204" pitchFamily="49" charset="0"/>
              </a:rPr>
              <a:t>).</a:t>
            </a:r>
            <a:r>
              <a:rPr lang="en-US" b="0" i="0" dirty="0">
                <a:solidFill>
                  <a:srgbClr val="DD4A68"/>
                </a:solidFill>
                <a:effectLst/>
                <a:latin typeface="Consolas" panose="020B0609020204030204" pitchFamily="49" charset="0"/>
              </a:rPr>
              <a:t>ready</a:t>
            </a:r>
            <a:r>
              <a:rPr lang="en-US" b="0" i="0" dirty="0">
                <a:solidFill>
                  <a:srgbClr val="5F6364"/>
                </a:solidFill>
                <a:effectLst/>
                <a:latin typeface="Consolas" panose="020B0609020204030204" pitchFamily="49" charset="0"/>
              </a:rPr>
              <a:t>(</a:t>
            </a:r>
            <a:r>
              <a:rPr lang="en-US" b="0" i="0" dirty="0">
                <a:solidFill>
                  <a:srgbClr val="0077AA"/>
                </a:solidFill>
                <a:effectLst/>
                <a:latin typeface="Consolas" panose="020B0609020204030204" pitchFamily="49" charset="0"/>
              </a:rPr>
              <a:t>function</a:t>
            </a:r>
            <a:r>
              <a:rPr lang="en-US" b="0" i="0" dirty="0">
                <a:solidFill>
                  <a:srgbClr val="5F6364"/>
                </a:solidFill>
                <a:effectLst/>
                <a:latin typeface="Consolas" panose="020B0609020204030204" pitchFamily="49" charset="0"/>
              </a:rPr>
              <a:t>(){</a:t>
            </a:r>
            <a:r>
              <a:rPr lang="en-US" b="0" i="0" dirty="0">
                <a:solidFill>
                  <a:srgbClr val="000000"/>
                </a:solidFill>
                <a:effectLst/>
                <a:latin typeface="Consolas" panose="020B0609020204030204" pitchFamily="49" charset="0"/>
              </a:rPr>
              <a:t> </a:t>
            </a:r>
            <a:r>
              <a:rPr lang="en-US" b="0" i="0" dirty="0">
                <a:solidFill>
                  <a:srgbClr val="DD4A68"/>
                </a:solidFill>
                <a:effectLst/>
                <a:latin typeface="Consolas" panose="020B0609020204030204" pitchFamily="49" charset="0"/>
              </a:rPr>
              <a:t>$</a:t>
            </a:r>
            <a:r>
              <a:rPr lang="en-US" b="0" i="0" dirty="0">
                <a:solidFill>
                  <a:srgbClr val="5F6364"/>
                </a:solidFill>
                <a:effectLst/>
                <a:latin typeface="Consolas" panose="020B0609020204030204" pitchFamily="49" charset="0"/>
              </a:rPr>
              <a:t>(</a:t>
            </a:r>
            <a:r>
              <a:rPr lang="en-US" b="0" i="0" dirty="0">
                <a:solidFill>
                  <a:srgbClr val="669900"/>
                </a:solidFill>
                <a:effectLst/>
                <a:latin typeface="Consolas" panose="020B0609020204030204" pitchFamily="49" charset="0"/>
              </a:rPr>
              <a:t>"select"</a:t>
            </a:r>
            <a:r>
              <a:rPr lang="en-US" b="0" i="0" dirty="0">
                <a:solidFill>
                  <a:srgbClr val="5F6364"/>
                </a:solidFill>
                <a:effectLst/>
                <a:latin typeface="Consolas" panose="020B0609020204030204" pitchFamily="49" charset="0"/>
              </a:rPr>
              <a:t>).</a:t>
            </a:r>
            <a:r>
              <a:rPr lang="en-US" b="0" i="0" dirty="0">
                <a:solidFill>
                  <a:srgbClr val="DD4A68"/>
                </a:solidFill>
                <a:effectLst/>
                <a:latin typeface="Consolas" panose="020B0609020204030204" pitchFamily="49" charset="0"/>
              </a:rPr>
              <a:t>change</a:t>
            </a:r>
            <a:r>
              <a:rPr lang="en-US" b="0" i="0" dirty="0">
                <a:solidFill>
                  <a:srgbClr val="5F6364"/>
                </a:solidFill>
                <a:effectLst/>
                <a:latin typeface="Consolas" panose="020B0609020204030204" pitchFamily="49" charset="0"/>
              </a:rPr>
              <a:t>(</a:t>
            </a:r>
            <a:r>
              <a:rPr lang="en-US" b="0" i="0" dirty="0">
                <a:solidFill>
                  <a:srgbClr val="0077AA"/>
                </a:solidFill>
                <a:effectLst/>
                <a:latin typeface="Consolas" panose="020B0609020204030204" pitchFamily="49" charset="0"/>
              </a:rPr>
              <a:t>function</a:t>
            </a:r>
            <a:r>
              <a:rPr lang="en-US" b="0" i="0" dirty="0">
                <a:solidFill>
                  <a:srgbClr val="5F6364"/>
                </a:solidFill>
                <a:effectLst/>
                <a:latin typeface="Consolas" panose="020B0609020204030204" pitchFamily="49" charset="0"/>
              </a:rPr>
              <a:t>(){</a:t>
            </a:r>
          </a:p>
          <a:p>
            <a:endParaRPr lang="en-US" b="0" i="0" dirty="0">
              <a:solidFill>
                <a:srgbClr val="5F6364"/>
              </a:solidFill>
              <a:effectLst/>
              <a:latin typeface="Consolas" panose="020B0609020204030204" pitchFamily="49" charset="0"/>
            </a:endParaRPr>
          </a:p>
          <a:p>
            <a:r>
              <a:rPr lang="en-US" b="0" i="0" dirty="0">
                <a:solidFill>
                  <a:srgbClr val="000000"/>
                </a:solidFill>
                <a:effectLst/>
                <a:latin typeface="Consolas" panose="020B0609020204030204" pitchFamily="49" charset="0"/>
              </a:rPr>
              <a:t> </a:t>
            </a:r>
            <a:r>
              <a:rPr lang="en-US" b="0" i="0" dirty="0">
                <a:solidFill>
                  <a:srgbClr val="0077AA"/>
                </a:solidFill>
                <a:effectLst/>
                <a:latin typeface="Consolas" panose="020B0609020204030204" pitchFamily="49" charset="0"/>
              </a:rPr>
              <a:t>var</a:t>
            </a:r>
            <a:r>
              <a:rPr lang="en-US" b="0" i="0" dirty="0">
                <a:solidFill>
                  <a:srgbClr val="000000"/>
                </a:solidFill>
                <a:effectLst/>
                <a:latin typeface="Consolas" panose="020B0609020204030204" pitchFamily="49" charset="0"/>
              </a:rPr>
              <a:t> </a:t>
            </a:r>
            <a:r>
              <a:rPr lang="en-US" b="0" i="0" dirty="0" err="1">
                <a:solidFill>
                  <a:srgbClr val="000000"/>
                </a:solidFill>
                <a:effectLst/>
                <a:latin typeface="Consolas" panose="020B0609020204030204" pitchFamily="49" charset="0"/>
              </a:rPr>
              <a:t>selectedOption</a:t>
            </a:r>
            <a:r>
              <a:rPr lang="en-US" b="0" i="0" dirty="0">
                <a:solidFill>
                  <a:srgbClr val="000000"/>
                </a:solidFill>
                <a:effectLst/>
                <a:latin typeface="Consolas" panose="020B0609020204030204" pitchFamily="49" charset="0"/>
              </a:rPr>
              <a:t> </a:t>
            </a:r>
            <a:r>
              <a:rPr lang="en-US" b="0" i="0" dirty="0">
                <a:solidFill>
                  <a:srgbClr val="A67F59"/>
                </a:solidFill>
                <a:effectLst/>
                <a:latin typeface="Consolas" panose="020B0609020204030204" pitchFamily="49" charset="0"/>
              </a:rPr>
              <a:t>=</a:t>
            </a:r>
            <a:r>
              <a:rPr lang="en-US" b="0" i="0" dirty="0">
                <a:solidFill>
                  <a:srgbClr val="000000"/>
                </a:solidFill>
                <a:effectLst/>
                <a:latin typeface="Consolas" panose="020B0609020204030204" pitchFamily="49" charset="0"/>
              </a:rPr>
              <a:t> </a:t>
            </a:r>
            <a:r>
              <a:rPr lang="en-US" b="0" i="0" dirty="0">
                <a:solidFill>
                  <a:srgbClr val="DD4A68"/>
                </a:solidFill>
                <a:effectLst/>
                <a:latin typeface="Consolas" panose="020B0609020204030204" pitchFamily="49" charset="0"/>
              </a:rPr>
              <a:t>$</a:t>
            </a:r>
            <a:r>
              <a:rPr lang="en-US" b="0" i="0" dirty="0">
                <a:solidFill>
                  <a:srgbClr val="5F6364"/>
                </a:solidFill>
                <a:effectLst/>
                <a:latin typeface="Consolas" panose="020B0609020204030204" pitchFamily="49" charset="0"/>
              </a:rPr>
              <a:t>(</a:t>
            </a:r>
            <a:r>
              <a:rPr lang="en-US" b="0" i="0" dirty="0">
                <a:solidFill>
                  <a:srgbClr val="0077AA"/>
                </a:solidFill>
                <a:effectLst/>
                <a:latin typeface="Consolas" panose="020B0609020204030204" pitchFamily="49" charset="0"/>
              </a:rPr>
              <a:t>this</a:t>
            </a:r>
            <a:r>
              <a:rPr lang="en-US" b="0" i="0" dirty="0">
                <a:solidFill>
                  <a:srgbClr val="5F6364"/>
                </a:solidFill>
                <a:effectLst/>
                <a:latin typeface="Consolas" panose="020B0609020204030204" pitchFamily="49" charset="0"/>
              </a:rPr>
              <a:t>).</a:t>
            </a:r>
            <a:r>
              <a:rPr lang="en-US" b="0" i="0" dirty="0">
                <a:solidFill>
                  <a:srgbClr val="DD4A68"/>
                </a:solidFill>
                <a:effectLst/>
                <a:latin typeface="Consolas" panose="020B0609020204030204" pitchFamily="49" charset="0"/>
              </a:rPr>
              <a:t>find</a:t>
            </a:r>
            <a:r>
              <a:rPr lang="en-US" b="0" i="0" dirty="0">
                <a:solidFill>
                  <a:srgbClr val="5F6364"/>
                </a:solidFill>
                <a:effectLst/>
                <a:latin typeface="Consolas" panose="020B0609020204030204" pitchFamily="49" charset="0"/>
              </a:rPr>
              <a:t>(</a:t>
            </a:r>
            <a:r>
              <a:rPr lang="en-US" b="0" i="0" dirty="0">
                <a:solidFill>
                  <a:srgbClr val="669900"/>
                </a:solidFill>
                <a:effectLst/>
                <a:latin typeface="Consolas" panose="020B0609020204030204" pitchFamily="49" charset="0"/>
              </a:rPr>
              <a:t>":selected"</a:t>
            </a:r>
            <a:r>
              <a:rPr lang="en-US" b="0" i="0" dirty="0">
                <a:solidFill>
                  <a:srgbClr val="5F6364"/>
                </a:solidFill>
                <a:effectLst/>
                <a:latin typeface="Consolas" panose="020B0609020204030204" pitchFamily="49" charset="0"/>
              </a:rPr>
              <a:t>).</a:t>
            </a:r>
            <a:r>
              <a:rPr lang="en-US" b="0" i="0" dirty="0" err="1">
                <a:solidFill>
                  <a:srgbClr val="DD4A68"/>
                </a:solidFill>
                <a:effectLst/>
                <a:latin typeface="Consolas" panose="020B0609020204030204" pitchFamily="49" charset="0"/>
              </a:rPr>
              <a:t>val</a:t>
            </a:r>
            <a:r>
              <a:rPr lang="en-US" b="0" i="0" dirty="0">
                <a:solidFill>
                  <a:srgbClr val="5F6364"/>
                </a:solidFill>
                <a:effectLst/>
                <a:latin typeface="Consolas" panose="020B0609020204030204" pitchFamily="49" charset="0"/>
              </a:rPr>
              <a:t>();</a:t>
            </a:r>
            <a:r>
              <a:rPr lang="en-US" b="0" i="0" dirty="0">
                <a:solidFill>
                  <a:srgbClr val="000000"/>
                </a:solidFill>
                <a:effectLst/>
                <a:latin typeface="Consolas" panose="020B0609020204030204" pitchFamily="49" charset="0"/>
              </a:rPr>
              <a:t> </a:t>
            </a:r>
          </a:p>
          <a:p>
            <a:endParaRPr lang="en-US" b="0" i="0" dirty="0">
              <a:solidFill>
                <a:srgbClr val="000000"/>
              </a:solidFill>
              <a:effectLst/>
              <a:latin typeface="Consolas" panose="020B0609020204030204" pitchFamily="49" charset="0"/>
            </a:endParaRPr>
          </a:p>
          <a:p>
            <a:r>
              <a:rPr lang="en-US" b="0" i="0" dirty="0">
                <a:solidFill>
                  <a:srgbClr val="DD4A68"/>
                </a:solidFill>
                <a:effectLst/>
                <a:latin typeface="Consolas" panose="020B0609020204030204" pitchFamily="49" charset="0"/>
              </a:rPr>
              <a:t>alert</a:t>
            </a:r>
            <a:r>
              <a:rPr lang="en-US" b="0" i="0" dirty="0">
                <a:solidFill>
                  <a:srgbClr val="5F6364"/>
                </a:solidFill>
                <a:effectLst/>
                <a:latin typeface="Consolas" panose="020B0609020204030204" pitchFamily="49" charset="0"/>
              </a:rPr>
              <a:t>(</a:t>
            </a:r>
            <a:r>
              <a:rPr lang="en-US" b="0" i="0" dirty="0">
                <a:solidFill>
                  <a:srgbClr val="669900"/>
                </a:solidFill>
                <a:effectLst/>
                <a:latin typeface="Consolas" panose="020B0609020204030204" pitchFamily="49" charset="0"/>
              </a:rPr>
              <a:t>"You have selected - "</a:t>
            </a:r>
            <a:r>
              <a:rPr lang="en-US" b="0" i="0" dirty="0">
                <a:solidFill>
                  <a:srgbClr val="000000"/>
                </a:solidFill>
                <a:effectLst/>
                <a:latin typeface="Consolas" panose="020B0609020204030204" pitchFamily="49" charset="0"/>
              </a:rPr>
              <a:t> </a:t>
            </a:r>
            <a:r>
              <a:rPr lang="en-US" b="0" i="0" dirty="0">
                <a:solidFill>
                  <a:srgbClr val="A67F59"/>
                </a:solidFill>
                <a:effectLst/>
                <a:latin typeface="Consolas" panose="020B0609020204030204" pitchFamily="49" charset="0"/>
              </a:rPr>
              <a:t>+</a:t>
            </a:r>
            <a:r>
              <a:rPr lang="en-US" b="0" i="0" dirty="0">
                <a:solidFill>
                  <a:srgbClr val="000000"/>
                </a:solidFill>
                <a:effectLst/>
                <a:latin typeface="Consolas" panose="020B0609020204030204" pitchFamily="49" charset="0"/>
              </a:rPr>
              <a:t> </a:t>
            </a:r>
            <a:r>
              <a:rPr lang="en-US" b="0" i="0" dirty="0" err="1">
                <a:solidFill>
                  <a:srgbClr val="000000"/>
                </a:solidFill>
                <a:effectLst/>
                <a:latin typeface="Consolas" panose="020B0609020204030204" pitchFamily="49" charset="0"/>
              </a:rPr>
              <a:t>selectedOption</a:t>
            </a:r>
            <a:r>
              <a:rPr lang="en-US" b="0" i="0" dirty="0">
                <a:solidFill>
                  <a:srgbClr val="5F6364"/>
                </a:solidFill>
                <a:effectLst/>
                <a:latin typeface="Consolas" panose="020B0609020204030204" pitchFamily="49" charset="0"/>
              </a:rPr>
              <a:t>);</a:t>
            </a:r>
          </a:p>
          <a:p>
            <a:r>
              <a:rPr lang="en-US" b="0" i="0" dirty="0">
                <a:solidFill>
                  <a:srgbClr val="000000"/>
                </a:solidFill>
                <a:effectLst/>
                <a:latin typeface="Consolas" panose="020B0609020204030204" pitchFamily="49" charset="0"/>
              </a:rPr>
              <a:t> </a:t>
            </a:r>
            <a:r>
              <a:rPr lang="en-US" b="0" i="0" dirty="0">
                <a:solidFill>
                  <a:srgbClr val="5F6364"/>
                </a:solidFill>
                <a:effectLst/>
                <a:latin typeface="Consolas" panose="020B0609020204030204" pitchFamily="49" charset="0"/>
              </a:rPr>
              <a:t>});</a:t>
            </a:r>
          </a:p>
          <a:p>
            <a:r>
              <a:rPr lang="en-US" b="0" i="0" dirty="0">
                <a:solidFill>
                  <a:srgbClr val="000000"/>
                </a:solidFill>
                <a:effectLst/>
                <a:latin typeface="Consolas" panose="020B0609020204030204" pitchFamily="49" charset="0"/>
              </a:rPr>
              <a:t> </a:t>
            </a:r>
            <a:r>
              <a:rPr lang="en-US" b="0" i="0" dirty="0">
                <a:solidFill>
                  <a:srgbClr val="5F6364"/>
                </a:solidFill>
                <a:effectLst/>
                <a:latin typeface="Consolas" panose="020B0609020204030204" pitchFamily="49" charset="0"/>
              </a:rPr>
              <a:t>});</a:t>
            </a:r>
            <a:r>
              <a:rPr lang="en-US" b="0" i="0" dirty="0">
                <a:solidFill>
                  <a:srgbClr val="000000"/>
                </a:solidFill>
                <a:effectLst/>
                <a:latin typeface="Consolas" panose="020B0609020204030204" pitchFamily="49" charset="0"/>
              </a:rPr>
              <a:t> </a:t>
            </a:r>
            <a:r>
              <a:rPr lang="en-US" b="0" i="0" dirty="0">
                <a:solidFill>
                  <a:srgbClr val="5F6364"/>
                </a:solidFill>
                <a:effectLst/>
                <a:latin typeface="Consolas" panose="020B0609020204030204" pitchFamily="49" charset="0"/>
              </a:rPr>
              <a:t>&lt;/</a:t>
            </a:r>
            <a:r>
              <a:rPr lang="en-US" b="0" i="0" dirty="0">
                <a:solidFill>
                  <a:srgbClr val="990055"/>
                </a:solidFill>
                <a:effectLst/>
                <a:latin typeface="Consolas" panose="020B0609020204030204" pitchFamily="49" charset="0"/>
              </a:rPr>
              <a:t>script</a:t>
            </a:r>
            <a:r>
              <a:rPr lang="en-US" b="0" i="0" dirty="0">
                <a:solidFill>
                  <a:srgbClr val="5F6364"/>
                </a:solidFill>
                <a:effectLst/>
                <a:latin typeface="Consolas" panose="020B0609020204030204" pitchFamily="49" charset="0"/>
              </a:rPr>
              <a:t>&gt;</a:t>
            </a:r>
            <a:endParaRPr lang="en-IN" dirty="0"/>
          </a:p>
        </p:txBody>
      </p:sp>
      <p:sp>
        <p:nvSpPr>
          <p:cNvPr id="9" name="TextBox 8">
            <a:extLst>
              <a:ext uri="{FF2B5EF4-FFF2-40B4-BE49-F238E27FC236}">
                <a16:creationId xmlns:a16="http://schemas.microsoft.com/office/drawing/2014/main" id="{BB914487-6787-4E10-A874-C1FE8EE4226A}"/>
              </a:ext>
            </a:extLst>
          </p:cNvPr>
          <p:cNvSpPr txBox="1"/>
          <p:nvPr/>
        </p:nvSpPr>
        <p:spPr>
          <a:xfrm>
            <a:off x="167149" y="5657671"/>
            <a:ext cx="6135328" cy="1200329"/>
          </a:xfrm>
          <a:prstGeom prst="rect">
            <a:avLst/>
          </a:prstGeom>
          <a:noFill/>
        </p:spPr>
        <p:txBody>
          <a:bodyPr wrap="square">
            <a:spAutoFit/>
          </a:bodyPr>
          <a:lstStyle/>
          <a:p>
            <a:r>
              <a:rPr lang="en-US" b="1" i="0" dirty="0">
                <a:solidFill>
                  <a:srgbClr val="144261"/>
                </a:solidFill>
                <a:effectLst/>
                <a:latin typeface="-apple-system"/>
              </a:rPr>
              <a:t>Note:</a:t>
            </a:r>
            <a:r>
              <a:rPr lang="en-US" b="0" i="0" dirty="0">
                <a:solidFill>
                  <a:srgbClr val="144261"/>
                </a:solidFill>
                <a:effectLst/>
                <a:latin typeface="-apple-system"/>
              </a:rPr>
              <a:t> For select boxes, checkboxes, and radio buttons, the event is fired immediately when the user makes a selection with the mouse, but for the text input and </a:t>
            </a:r>
            <a:r>
              <a:rPr lang="en-US" b="0" i="0" dirty="0" err="1">
                <a:solidFill>
                  <a:srgbClr val="144261"/>
                </a:solidFill>
                <a:effectLst/>
                <a:latin typeface="-apple-system"/>
              </a:rPr>
              <a:t>textarea</a:t>
            </a:r>
            <a:r>
              <a:rPr lang="en-US" b="0" i="0" dirty="0">
                <a:solidFill>
                  <a:srgbClr val="144261"/>
                </a:solidFill>
                <a:effectLst/>
                <a:latin typeface="-apple-system"/>
              </a:rPr>
              <a:t> the event is fired after the element loses focus.</a:t>
            </a:r>
            <a:endParaRPr lang="en-IN" dirty="0"/>
          </a:p>
        </p:txBody>
      </p:sp>
      <p:sp>
        <p:nvSpPr>
          <p:cNvPr id="11" name="TextBox 10">
            <a:extLst>
              <a:ext uri="{FF2B5EF4-FFF2-40B4-BE49-F238E27FC236}">
                <a16:creationId xmlns:a16="http://schemas.microsoft.com/office/drawing/2014/main" id="{9B1C8927-1D36-479A-B7D2-DBD7BAA7F5CE}"/>
              </a:ext>
            </a:extLst>
          </p:cNvPr>
          <p:cNvSpPr txBox="1"/>
          <p:nvPr/>
        </p:nvSpPr>
        <p:spPr>
          <a:xfrm>
            <a:off x="5889523" y="0"/>
            <a:ext cx="6135328" cy="6771084"/>
          </a:xfrm>
          <a:prstGeom prst="rect">
            <a:avLst/>
          </a:prstGeom>
          <a:noFill/>
        </p:spPr>
        <p:txBody>
          <a:bodyPr wrap="square">
            <a:spAutoFit/>
          </a:bodyPr>
          <a:lstStyle/>
          <a:p>
            <a:r>
              <a:rPr lang="en-US" sz="1600" b="0" dirty="0">
                <a:solidFill>
                  <a:srgbClr val="800000"/>
                </a:solidFill>
                <a:effectLst/>
                <a:latin typeface="Consolas" panose="020B0609020204030204" pitchFamily="49" charset="0"/>
              </a:rPr>
              <a:t>&lt;!DOCTYPE</a:t>
            </a:r>
            <a:r>
              <a:rPr lang="en-US" sz="1600" b="0" dirty="0">
                <a:solidFill>
                  <a:srgbClr val="000000"/>
                </a:solidFill>
                <a:effectLst/>
                <a:latin typeface="Consolas" panose="020B0609020204030204" pitchFamily="49" charset="0"/>
              </a:rPr>
              <a:t> </a:t>
            </a:r>
            <a:r>
              <a:rPr lang="en-US" sz="1600" b="0" dirty="0">
                <a:solidFill>
                  <a:srgbClr val="FF0000"/>
                </a:solidFill>
                <a:effectLst/>
                <a:latin typeface="Consolas" panose="020B0609020204030204" pitchFamily="49" charset="0"/>
              </a:rPr>
              <a:t>html</a:t>
            </a:r>
            <a:r>
              <a:rPr lang="en-US" sz="1600" b="0" dirty="0">
                <a:solidFill>
                  <a:srgbClr val="800000"/>
                </a:solidFill>
                <a:effectLst/>
                <a:latin typeface="Consolas" panose="020B0609020204030204" pitchFamily="49" charset="0"/>
              </a:rPr>
              <a:t>&gt;</a:t>
            </a:r>
            <a:endParaRPr lang="en-US" sz="1600" b="0" dirty="0">
              <a:solidFill>
                <a:srgbClr val="000000"/>
              </a:solidFill>
              <a:effectLst/>
              <a:latin typeface="Consolas" panose="020B0609020204030204" pitchFamily="49" charset="0"/>
            </a:endParaRPr>
          </a:p>
          <a:p>
            <a:r>
              <a:rPr lang="en-US" sz="1600" b="0" dirty="0">
                <a:solidFill>
                  <a:srgbClr val="800000"/>
                </a:solidFill>
                <a:effectLst/>
                <a:latin typeface="Consolas" panose="020B0609020204030204" pitchFamily="49" charset="0"/>
              </a:rPr>
              <a:t>&lt;html</a:t>
            </a:r>
            <a:r>
              <a:rPr lang="en-US" sz="1600" b="0" dirty="0">
                <a:solidFill>
                  <a:srgbClr val="000000"/>
                </a:solidFill>
                <a:effectLst/>
                <a:latin typeface="Consolas" panose="020B0609020204030204" pitchFamily="49" charset="0"/>
              </a:rPr>
              <a:t> </a:t>
            </a:r>
            <a:r>
              <a:rPr lang="en-US" sz="1600" b="0" dirty="0">
                <a:solidFill>
                  <a:srgbClr val="FF0000"/>
                </a:solidFill>
                <a:effectLst/>
                <a:latin typeface="Consolas" panose="020B0609020204030204" pitchFamily="49" charset="0"/>
              </a:rPr>
              <a:t>lang</a:t>
            </a:r>
            <a:r>
              <a:rPr lang="en-US" sz="1600" b="0" dirty="0">
                <a:solidFill>
                  <a:srgbClr val="000000"/>
                </a:solidFill>
                <a:effectLst/>
                <a:latin typeface="Consolas" panose="020B0609020204030204" pitchFamily="49" charset="0"/>
              </a:rPr>
              <a:t>=</a:t>
            </a:r>
            <a:r>
              <a:rPr lang="en-US" sz="1600" b="0" dirty="0">
                <a:solidFill>
                  <a:srgbClr val="0000FF"/>
                </a:solidFill>
                <a:effectLst/>
                <a:latin typeface="Consolas" panose="020B0609020204030204" pitchFamily="49" charset="0"/>
              </a:rPr>
              <a:t>"</a:t>
            </a:r>
            <a:r>
              <a:rPr lang="en-US" sz="1600" b="0" dirty="0" err="1">
                <a:solidFill>
                  <a:srgbClr val="0000FF"/>
                </a:solidFill>
                <a:effectLst/>
                <a:latin typeface="Consolas" panose="020B0609020204030204" pitchFamily="49" charset="0"/>
              </a:rPr>
              <a:t>en</a:t>
            </a:r>
            <a:r>
              <a:rPr lang="en-US" sz="1600" b="0" dirty="0">
                <a:solidFill>
                  <a:srgbClr val="0000FF"/>
                </a:solidFill>
                <a:effectLst/>
                <a:latin typeface="Consolas" panose="020B0609020204030204" pitchFamily="49" charset="0"/>
              </a:rPr>
              <a:t>"</a:t>
            </a:r>
            <a:r>
              <a:rPr lang="en-US" sz="1600" b="0" dirty="0">
                <a:solidFill>
                  <a:srgbClr val="800000"/>
                </a:solidFill>
                <a:effectLst/>
                <a:latin typeface="Consolas" panose="020B0609020204030204" pitchFamily="49" charset="0"/>
              </a:rPr>
              <a:t>&gt;</a:t>
            </a:r>
            <a:endParaRPr lang="en-US" sz="1600" b="0" dirty="0">
              <a:solidFill>
                <a:srgbClr val="000000"/>
              </a:solidFill>
              <a:effectLst/>
              <a:latin typeface="Consolas" panose="020B0609020204030204" pitchFamily="49" charset="0"/>
            </a:endParaRPr>
          </a:p>
          <a:p>
            <a:r>
              <a:rPr lang="en-US" sz="1600" b="0" dirty="0">
                <a:solidFill>
                  <a:srgbClr val="800000"/>
                </a:solidFill>
                <a:effectLst/>
                <a:latin typeface="Consolas" panose="020B0609020204030204" pitchFamily="49" charset="0"/>
              </a:rPr>
              <a:t>&lt;head&gt;&lt;meta</a:t>
            </a:r>
            <a:r>
              <a:rPr lang="en-US" sz="1600" b="0" dirty="0">
                <a:solidFill>
                  <a:srgbClr val="000000"/>
                </a:solidFill>
                <a:effectLst/>
                <a:latin typeface="Consolas" panose="020B0609020204030204" pitchFamily="49" charset="0"/>
              </a:rPr>
              <a:t> </a:t>
            </a:r>
            <a:r>
              <a:rPr lang="en-US" sz="1600" b="0" dirty="0">
                <a:solidFill>
                  <a:srgbClr val="FF0000"/>
                </a:solidFill>
                <a:effectLst/>
                <a:latin typeface="Consolas" panose="020B0609020204030204" pitchFamily="49" charset="0"/>
              </a:rPr>
              <a:t>charset</a:t>
            </a:r>
            <a:r>
              <a:rPr lang="en-US" sz="1600" b="0" dirty="0">
                <a:solidFill>
                  <a:srgbClr val="000000"/>
                </a:solidFill>
                <a:effectLst/>
                <a:latin typeface="Consolas" panose="020B0609020204030204" pitchFamily="49" charset="0"/>
              </a:rPr>
              <a:t>=</a:t>
            </a:r>
            <a:r>
              <a:rPr lang="en-US" sz="1600" b="0" dirty="0">
                <a:solidFill>
                  <a:srgbClr val="0000FF"/>
                </a:solidFill>
                <a:effectLst/>
                <a:latin typeface="Consolas" panose="020B0609020204030204" pitchFamily="49" charset="0"/>
              </a:rPr>
              <a:t>"utf-8"</a:t>
            </a:r>
            <a:r>
              <a:rPr lang="en-US" sz="1600" b="0" dirty="0">
                <a:solidFill>
                  <a:srgbClr val="800000"/>
                </a:solidFill>
                <a:effectLst/>
                <a:latin typeface="Consolas" panose="020B0609020204030204" pitchFamily="49" charset="0"/>
              </a:rPr>
              <a:t>&gt;</a:t>
            </a:r>
            <a:endParaRPr lang="en-US" sz="1600" b="0" dirty="0">
              <a:solidFill>
                <a:srgbClr val="000000"/>
              </a:solidFill>
              <a:effectLst/>
              <a:latin typeface="Consolas" panose="020B0609020204030204" pitchFamily="49" charset="0"/>
            </a:endParaRPr>
          </a:p>
          <a:p>
            <a:r>
              <a:rPr lang="en-US" sz="1600" b="0" dirty="0">
                <a:solidFill>
                  <a:srgbClr val="800000"/>
                </a:solidFill>
                <a:effectLst/>
                <a:latin typeface="Consolas" panose="020B0609020204030204" pitchFamily="49" charset="0"/>
              </a:rPr>
              <a:t>&lt;title&gt;</a:t>
            </a:r>
            <a:r>
              <a:rPr lang="en-US" sz="1600" b="0" dirty="0">
                <a:solidFill>
                  <a:srgbClr val="000000"/>
                </a:solidFill>
                <a:effectLst/>
                <a:latin typeface="Consolas" panose="020B0609020204030204" pitchFamily="49" charset="0"/>
              </a:rPr>
              <a:t>Executing a Function on Change Event in jQuery</a:t>
            </a:r>
            <a:r>
              <a:rPr lang="en-US" sz="1600" b="0" dirty="0">
                <a:solidFill>
                  <a:srgbClr val="800000"/>
                </a:solidFill>
                <a:effectLst/>
                <a:latin typeface="Consolas" panose="020B0609020204030204" pitchFamily="49" charset="0"/>
              </a:rPr>
              <a:t>&lt;/title&gt;</a:t>
            </a:r>
            <a:endParaRPr lang="en-US" sz="1600" b="0" dirty="0">
              <a:solidFill>
                <a:srgbClr val="000000"/>
              </a:solidFill>
              <a:effectLst/>
              <a:latin typeface="Consolas" panose="020B0609020204030204" pitchFamily="49" charset="0"/>
            </a:endParaRPr>
          </a:p>
          <a:p>
            <a:r>
              <a:rPr lang="en-US" sz="1600" b="0" dirty="0">
                <a:solidFill>
                  <a:srgbClr val="800000"/>
                </a:solidFill>
                <a:effectLst/>
                <a:latin typeface="Consolas" panose="020B0609020204030204" pitchFamily="49" charset="0"/>
              </a:rPr>
              <a:t>&lt;script</a:t>
            </a:r>
            <a:r>
              <a:rPr lang="en-US" sz="1600" b="0" dirty="0">
                <a:solidFill>
                  <a:srgbClr val="000000"/>
                </a:solidFill>
                <a:effectLst/>
                <a:latin typeface="Consolas" panose="020B0609020204030204" pitchFamily="49" charset="0"/>
              </a:rPr>
              <a:t> </a:t>
            </a:r>
            <a:r>
              <a:rPr lang="en-US" sz="1600" b="0" dirty="0" err="1">
                <a:solidFill>
                  <a:srgbClr val="FF0000"/>
                </a:solidFill>
                <a:effectLst/>
                <a:latin typeface="Consolas" panose="020B0609020204030204" pitchFamily="49" charset="0"/>
              </a:rPr>
              <a:t>src</a:t>
            </a:r>
            <a:r>
              <a:rPr lang="en-US" sz="1600" b="0" dirty="0">
                <a:solidFill>
                  <a:srgbClr val="000000"/>
                </a:solidFill>
                <a:effectLst/>
                <a:latin typeface="Consolas" panose="020B0609020204030204" pitchFamily="49" charset="0"/>
              </a:rPr>
              <a:t>=</a:t>
            </a:r>
            <a:r>
              <a:rPr lang="en-US" sz="1600" b="0" dirty="0">
                <a:solidFill>
                  <a:srgbClr val="0000FF"/>
                </a:solidFill>
                <a:effectLst/>
                <a:latin typeface="Consolas" panose="020B0609020204030204" pitchFamily="49" charset="0"/>
              </a:rPr>
              <a:t>"../jquery-3.6.0.js"</a:t>
            </a:r>
            <a:r>
              <a:rPr lang="en-US" sz="1600" b="0" dirty="0">
                <a:solidFill>
                  <a:srgbClr val="800000"/>
                </a:solidFill>
                <a:effectLst/>
                <a:latin typeface="Consolas" panose="020B0609020204030204" pitchFamily="49" charset="0"/>
              </a:rPr>
              <a:t>&gt;&lt;/script&gt;</a:t>
            </a:r>
            <a:endParaRPr lang="en-US" sz="1600" b="0" dirty="0">
              <a:solidFill>
                <a:srgbClr val="000000"/>
              </a:solidFill>
              <a:effectLst/>
              <a:latin typeface="Consolas" panose="020B0609020204030204" pitchFamily="49" charset="0"/>
            </a:endParaRPr>
          </a:p>
          <a:p>
            <a:r>
              <a:rPr lang="en-US" sz="1600" b="0" dirty="0">
                <a:solidFill>
                  <a:srgbClr val="800000"/>
                </a:solidFill>
                <a:effectLst/>
                <a:latin typeface="Consolas" panose="020B0609020204030204" pitchFamily="49" charset="0"/>
              </a:rPr>
              <a:t>&lt;script&gt;</a:t>
            </a:r>
            <a:endParaRPr lang="en-US" sz="1600" b="0" dirty="0">
              <a:solidFill>
                <a:srgbClr val="000000"/>
              </a:solidFill>
              <a:effectLst/>
              <a:latin typeface="Consolas" panose="020B0609020204030204" pitchFamily="49" charset="0"/>
            </a:endParaRPr>
          </a:p>
          <a:p>
            <a:r>
              <a:rPr lang="en-US" sz="1600" b="0" dirty="0">
                <a:solidFill>
                  <a:srgbClr val="795E26"/>
                </a:solidFill>
                <a:effectLst/>
                <a:latin typeface="Consolas" panose="020B0609020204030204" pitchFamily="49" charset="0"/>
              </a:rPr>
              <a:t>$</a:t>
            </a:r>
            <a:r>
              <a:rPr lang="en-US" sz="1600" b="0" dirty="0">
                <a:solidFill>
                  <a:srgbClr val="000000"/>
                </a:solidFill>
                <a:effectLst/>
                <a:latin typeface="Consolas" panose="020B0609020204030204" pitchFamily="49" charset="0"/>
              </a:rPr>
              <a:t>(</a:t>
            </a:r>
            <a:r>
              <a:rPr lang="en-US" sz="1600" b="0" dirty="0">
                <a:solidFill>
                  <a:srgbClr val="001080"/>
                </a:solidFill>
                <a:effectLst/>
                <a:latin typeface="Consolas" panose="020B0609020204030204" pitchFamily="49" charset="0"/>
              </a:rPr>
              <a:t>document</a:t>
            </a:r>
            <a:r>
              <a:rPr lang="en-US" sz="1600" b="0" dirty="0">
                <a:solidFill>
                  <a:srgbClr val="000000"/>
                </a:solidFill>
                <a:effectLst/>
                <a:latin typeface="Consolas" panose="020B0609020204030204" pitchFamily="49" charset="0"/>
              </a:rPr>
              <a:t>).</a:t>
            </a:r>
            <a:r>
              <a:rPr lang="en-US" sz="1600" b="0" dirty="0">
                <a:solidFill>
                  <a:srgbClr val="795E26"/>
                </a:solidFill>
                <a:effectLst/>
                <a:latin typeface="Consolas" panose="020B0609020204030204" pitchFamily="49" charset="0"/>
              </a:rPr>
              <a:t>ready</a:t>
            </a:r>
            <a:r>
              <a:rPr lang="en-US" sz="1600" b="0" dirty="0">
                <a:solidFill>
                  <a:srgbClr val="000000"/>
                </a:solidFill>
                <a:effectLst/>
                <a:latin typeface="Consolas" panose="020B0609020204030204" pitchFamily="49" charset="0"/>
              </a:rPr>
              <a:t>(</a:t>
            </a:r>
            <a:r>
              <a:rPr lang="en-US" sz="1600" b="0" dirty="0">
                <a:solidFill>
                  <a:srgbClr val="0000FF"/>
                </a:solidFill>
                <a:effectLst/>
                <a:latin typeface="Consolas" panose="020B0609020204030204" pitchFamily="49" charset="0"/>
              </a:rPr>
              <a:t>function</a:t>
            </a:r>
            <a:r>
              <a:rPr lang="en-US" sz="1600" b="0" dirty="0">
                <a:solidFill>
                  <a:srgbClr val="000000"/>
                </a:solidFill>
                <a:effectLst/>
                <a:latin typeface="Consolas" panose="020B0609020204030204" pitchFamily="49" charset="0"/>
              </a:rPr>
              <a:t>(){</a:t>
            </a:r>
          </a:p>
          <a:p>
            <a:r>
              <a:rPr lang="en-US" sz="1600" b="0" dirty="0">
                <a:solidFill>
                  <a:srgbClr val="000000"/>
                </a:solidFill>
                <a:effectLst/>
                <a:latin typeface="Consolas" panose="020B0609020204030204" pitchFamily="49" charset="0"/>
              </a:rPr>
              <a:t>    </a:t>
            </a:r>
            <a:r>
              <a:rPr lang="en-US" sz="1600" b="0" dirty="0">
                <a:solidFill>
                  <a:srgbClr val="795E26"/>
                </a:solidFill>
                <a:effectLst/>
                <a:latin typeface="Consolas" panose="020B0609020204030204" pitchFamily="49" charset="0"/>
              </a:rPr>
              <a:t>$</a:t>
            </a:r>
            <a:r>
              <a:rPr lang="en-US" sz="1600" b="0" dirty="0">
                <a:solidFill>
                  <a:srgbClr val="000000"/>
                </a:solidFill>
                <a:effectLst/>
                <a:latin typeface="Consolas" panose="020B0609020204030204" pitchFamily="49" charset="0"/>
              </a:rPr>
              <a:t>(</a:t>
            </a:r>
            <a:r>
              <a:rPr lang="en-US" sz="1600" b="0" dirty="0">
                <a:solidFill>
                  <a:srgbClr val="A31515"/>
                </a:solidFill>
                <a:effectLst/>
                <a:latin typeface="Consolas" panose="020B0609020204030204" pitchFamily="49" charset="0"/>
              </a:rPr>
              <a:t>"select"</a:t>
            </a:r>
            <a:r>
              <a:rPr lang="en-US" sz="1600" b="0" dirty="0">
                <a:solidFill>
                  <a:srgbClr val="000000"/>
                </a:solidFill>
                <a:effectLst/>
                <a:latin typeface="Consolas" panose="020B0609020204030204" pitchFamily="49" charset="0"/>
              </a:rPr>
              <a:t>).</a:t>
            </a:r>
            <a:r>
              <a:rPr lang="en-US" sz="1600" b="0" dirty="0">
                <a:solidFill>
                  <a:srgbClr val="795E26"/>
                </a:solidFill>
                <a:effectLst/>
                <a:latin typeface="Consolas" panose="020B0609020204030204" pitchFamily="49" charset="0"/>
              </a:rPr>
              <a:t>change</a:t>
            </a:r>
            <a:r>
              <a:rPr lang="en-US" sz="1600" b="0" dirty="0">
                <a:solidFill>
                  <a:srgbClr val="000000"/>
                </a:solidFill>
                <a:effectLst/>
                <a:latin typeface="Consolas" panose="020B0609020204030204" pitchFamily="49" charset="0"/>
              </a:rPr>
              <a:t>(</a:t>
            </a:r>
            <a:r>
              <a:rPr lang="en-US" sz="1600" b="0" dirty="0">
                <a:solidFill>
                  <a:srgbClr val="0000FF"/>
                </a:solidFill>
                <a:effectLst/>
                <a:latin typeface="Consolas" panose="020B0609020204030204" pitchFamily="49" charset="0"/>
              </a:rPr>
              <a:t>function</a:t>
            </a:r>
            <a:r>
              <a:rPr lang="en-US" sz="1600" b="0" dirty="0">
                <a:solidFill>
                  <a:srgbClr val="000000"/>
                </a:solidFill>
                <a:effectLst/>
                <a:latin typeface="Consolas" panose="020B0609020204030204" pitchFamily="49" charset="0"/>
              </a:rPr>
              <a:t>(){</a:t>
            </a:r>
          </a:p>
          <a:p>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var</a:t>
            </a:r>
            <a:r>
              <a:rPr lang="en-US" sz="1600" b="0" dirty="0">
                <a:solidFill>
                  <a:srgbClr val="000000"/>
                </a:solidFill>
                <a:effectLst/>
                <a:latin typeface="Consolas" panose="020B0609020204030204" pitchFamily="49" charset="0"/>
              </a:rPr>
              <a:t> </a:t>
            </a:r>
            <a:r>
              <a:rPr lang="en-US" sz="1600" b="0" dirty="0" err="1">
                <a:solidFill>
                  <a:srgbClr val="001080"/>
                </a:solidFill>
                <a:effectLst/>
                <a:latin typeface="Consolas" panose="020B0609020204030204" pitchFamily="49" charset="0"/>
              </a:rPr>
              <a:t>selectedOption</a:t>
            </a:r>
            <a:r>
              <a:rPr lang="en-US" sz="1600" b="0" dirty="0">
                <a:solidFill>
                  <a:srgbClr val="000000"/>
                </a:solidFill>
                <a:effectLst/>
                <a:latin typeface="Consolas" panose="020B0609020204030204" pitchFamily="49" charset="0"/>
              </a:rPr>
              <a:t> = </a:t>
            </a:r>
            <a:r>
              <a:rPr lang="en-US" sz="1600" b="0" dirty="0">
                <a:solidFill>
                  <a:srgbClr val="795E26"/>
                </a:solidFill>
                <a:effectLst/>
                <a:latin typeface="Consolas" panose="020B0609020204030204" pitchFamily="49" charset="0"/>
              </a:rPr>
              <a:t>$</a:t>
            </a:r>
            <a:r>
              <a:rPr lang="en-US" sz="1600" b="0" dirty="0">
                <a:solidFill>
                  <a:srgbClr val="000000"/>
                </a:solidFill>
                <a:effectLst/>
                <a:latin typeface="Consolas" panose="020B0609020204030204" pitchFamily="49" charset="0"/>
              </a:rPr>
              <a:t>(</a:t>
            </a:r>
            <a:r>
              <a:rPr lang="en-US" sz="1600" b="0" dirty="0">
                <a:solidFill>
                  <a:srgbClr val="0000FF"/>
                </a:solidFill>
                <a:effectLst/>
                <a:latin typeface="Consolas" panose="020B0609020204030204" pitchFamily="49" charset="0"/>
              </a:rPr>
              <a:t>this</a:t>
            </a:r>
            <a:r>
              <a:rPr lang="en-US" sz="1600" b="0" dirty="0">
                <a:solidFill>
                  <a:srgbClr val="000000"/>
                </a:solidFill>
                <a:effectLst/>
                <a:latin typeface="Consolas" panose="020B0609020204030204" pitchFamily="49" charset="0"/>
              </a:rPr>
              <a:t>).</a:t>
            </a:r>
            <a:r>
              <a:rPr lang="en-US" sz="1600" b="0" dirty="0">
                <a:solidFill>
                  <a:srgbClr val="795E26"/>
                </a:solidFill>
                <a:effectLst/>
                <a:latin typeface="Consolas" panose="020B0609020204030204" pitchFamily="49" charset="0"/>
              </a:rPr>
              <a:t>find</a:t>
            </a:r>
            <a:r>
              <a:rPr lang="en-US" sz="1600" b="0" dirty="0">
                <a:solidFill>
                  <a:srgbClr val="000000"/>
                </a:solidFill>
                <a:effectLst/>
                <a:latin typeface="Consolas" panose="020B0609020204030204" pitchFamily="49" charset="0"/>
              </a:rPr>
              <a:t>(</a:t>
            </a:r>
            <a:r>
              <a:rPr lang="en-US" sz="1600" b="0" dirty="0">
                <a:solidFill>
                  <a:srgbClr val="A31515"/>
                </a:solidFill>
                <a:effectLst/>
                <a:latin typeface="Consolas" panose="020B0609020204030204" pitchFamily="49" charset="0"/>
              </a:rPr>
              <a:t>":selected"</a:t>
            </a:r>
            <a:r>
              <a:rPr lang="en-US" sz="1600" b="0" dirty="0">
                <a:solidFill>
                  <a:srgbClr val="000000"/>
                </a:solidFill>
                <a:effectLst/>
                <a:latin typeface="Consolas" panose="020B0609020204030204" pitchFamily="49" charset="0"/>
              </a:rPr>
              <a:t>).</a:t>
            </a:r>
            <a:r>
              <a:rPr lang="en-US" sz="1600" b="0" dirty="0" err="1">
                <a:solidFill>
                  <a:srgbClr val="795E26"/>
                </a:solidFill>
                <a:effectLst/>
                <a:latin typeface="Consolas" panose="020B0609020204030204" pitchFamily="49" charset="0"/>
              </a:rPr>
              <a:t>val</a:t>
            </a:r>
            <a:r>
              <a:rPr lang="en-US" sz="1600" b="0" dirty="0">
                <a:solidFill>
                  <a:srgbClr val="000000"/>
                </a:solidFill>
                <a:effectLst/>
                <a:latin typeface="Consolas" panose="020B0609020204030204" pitchFamily="49" charset="0"/>
              </a:rPr>
              <a:t>();</a:t>
            </a:r>
          </a:p>
          <a:p>
            <a:r>
              <a:rPr lang="en-US" sz="1600" b="0" dirty="0">
                <a:solidFill>
                  <a:srgbClr val="000000"/>
                </a:solidFill>
                <a:effectLst/>
                <a:latin typeface="Consolas" panose="020B0609020204030204" pitchFamily="49" charset="0"/>
              </a:rPr>
              <a:t>        </a:t>
            </a:r>
            <a:r>
              <a:rPr lang="en-US" sz="1600" b="0" dirty="0">
                <a:solidFill>
                  <a:srgbClr val="795E26"/>
                </a:solidFill>
                <a:effectLst/>
                <a:latin typeface="Consolas" panose="020B0609020204030204" pitchFamily="49" charset="0"/>
              </a:rPr>
              <a:t>alert</a:t>
            </a:r>
            <a:r>
              <a:rPr lang="en-US" sz="1600" b="0" dirty="0">
                <a:solidFill>
                  <a:srgbClr val="000000"/>
                </a:solidFill>
                <a:effectLst/>
                <a:latin typeface="Consolas" panose="020B0609020204030204" pitchFamily="49" charset="0"/>
              </a:rPr>
              <a:t>(</a:t>
            </a:r>
            <a:r>
              <a:rPr lang="en-US" sz="1600" b="0" dirty="0">
                <a:solidFill>
                  <a:srgbClr val="A31515"/>
                </a:solidFill>
                <a:effectLst/>
                <a:latin typeface="Consolas" panose="020B0609020204030204" pitchFamily="49" charset="0"/>
              </a:rPr>
              <a:t>"You have selected - "</a:t>
            </a:r>
            <a:r>
              <a:rPr lang="en-US" sz="1600" b="0" dirty="0">
                <a:solidFill>
                  <a:srgbClr val="000000"/>
                </a:solidFill>
                <a:effectLst/>
                <a:latin typeface="Consolas" panose="020B0609020204030204" pitchFamily="49" charset="0"/>
              </a:rPr>
              <a:t> + </a:t>
            </a:r>
            <a:r>
              <a:rPr lang="en-US" sz="1600" b="0" dirty="0" err="1">
                <a:solidFill>
                  <a:srgbClr val="001080"/>
                </a:solidFill>
                <a:effectLst/>
                <a:latin typeface="Consolas" panose="020B0609020204030204" pitchFamily="49" charset="0"/>
              </a:rPr>
              <a:t>selectedOption</a:t>
            </a:r>
            <a:r>
              <a:rPr lang="en-US" sz="1600" b="0" dirty="0">
                <a:solidFill>
                  <a:srgbClr val="000000"/>
                </a:solidFill>
                <a:effectLst/>
                <a:latin typeface="Consolas" panose="020B0609020204030204" pitchFamily="49" charset="0"/>
              </a:rPr>
              <a:t>);</a:t>
            </a:r>
          </a:p>
          <a:p>
            <a:r>
              <a:rPr lang="en-US" sz="1600" b="0" dirty="0">
                <a:solidFill>
                  <a:srgbClr val="000000"/>
                </a:solidFill>
                <a:effectLst/>
                <a:latin typeface="Consolas" panose="020B0609020204030204" pitchFamily="49" charset="0"/>
              </a:rPr>
              <a:t>    });</a:t>
            </a:r>
          </a:p>
          <a:p>
            <a:r>
              <a:rPr lang="en-US" sz="1600" b="0" dirty="0">
                <a:solidFill>
                  <a:srgbClr val="000000"/>
                </a:solidFill>
                <a:effectLst/>
                <a:latin typeface="Consolas" panose="020B0609020204030204" pitchFamily="49" charset="0"/>
              </a:rPr>
              <a:t>});</a:t>
            </a:r>
          </a:p>
          <a:p>
            <a:r>
              <a:rPr lang="en-US" sz="1600" b="0" dirty="0">
                <a:solidFill>
                  <a:srgbClr val="800000"/>
                </a:solidFill>
                <a:effectLst/>
                <a:latin typeface="Consolas" panose="020B0609020204030204" pitchFamily="49" charset="0"/>
              </a:rPr>
              <a:t>&lt;/script&gt;</a:t>
            </a:r>
            <a:endParaRPr lang="en-US" sz="1600" b="0" dirty="0">
              <a:solidFill>
                <a:srgbClr val="000000"/>
              </a:solidFill>
              <a:effectLst/>
              <a:latin typeface="Consolas" panose="020B0609020204030204" pitchFamily="49" charset="0"/>
            </a:endParaRPr>
          </a:p>
          <a:p>
            <a:r>
              <a:rPr lang="en-US" sz="1600" b="0" dirty="0">
                <a:solidFill>
                  <a:srgbClr val="800000"/>
                </a:solidFill>
                <a:effectLst/>
                <a:latin typeface="Consolas" panose="020B0609020204030204" pitchFamily="49" charset="0"/>
              </a:rPr>
              <a:t>&lt;/head&gt;&lt;body&gt;</a:t>
            </a:r>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&lt;form&gt;</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&lt;label&gt;</a:t>
            </a:r>
            <a:r>
              <a:rPr lang="en-US" sz="1600" b="0" dirty="0">
                <a:solidFill>
                  <a:srgbClr val="000000"/>
                </a:solidFill>
                <a:effectLst/>
                <a:latin typeface="Consolas" panose="020B0609020204030204" pitchFamily="49" charset="0"/>
              </a:rPr>
              <a:t>City:</a:t>
            </a:r>
            <a:r>
              <a:rPr lang="en-US" sz="1600" b="0" dirty="0">
                <a:solidFill>
                  <a:srgbClr val="800000"/>
                </a:solidFill>
                <a:effectLst/>
                <a:latin typeface="Consolas" panose="020B0609020204030204" pitchFamily="49" charset="0"/>
              </a:rPr>
              <a:t>&lt;/label&gt;</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&lt;select&gt;</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&lt;option&gt;</a:t>
            </a:r>
            <a:r>
              <a:rPr lang="en-US" sz="1600" b="0" dirty="0">
                <a:solidFill>
                  <a:srgbClr val="000000"/>
                </a:solidFill>
                <a:effectLst/>
                <a:latin typeface="Consolas" panose="020B0609020204030204" pitchFamily="49" charset="0"/>
              </a:rPr>
              <a:t>London</a:t>
            </a:r>
            <a:r>
              <a:rPr lang="en-US" sz="1600" b="0" dirty="0">
                <a:solidFill>
                  <a:srgbClr val="800000"/>
                </a:solidFill>
                <a:effectLst/>
                <a:latin typeface="Consolas" panose="020B0609020204030204" pitchFamily="49" charset="0"/>
              </a:rPr>
              <a:t>&lt;/option&gt;</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&lt;option&gt;</a:t>
            </a:r>
            <a:r>
              <a:rPr lang="en-US" sz="1600" b="0" dirty="0">
                <a:solidFill>
                  <a:srgbClr val="000000"/>
                </a:solidFill>
                <a:effectLst/>
                <a:latin typeface="Consolas" panose="020B0609020204030204" pitchFamily="49" charset="0"/>
              </a:rPr>
              <a:t>Paris</a:t>
            </a:r>
            <a:r>
              <a:rPr lang="en-US" sz="1600" b="0" dirty="0">
                <a:solidFill>
                  <a:srgbClr val="800000"/>
                </a:solidFill>
                <a:effectLst/>
                <a:latin typeface="Consolas" panose="020B0609020204030204" pitchFamily="49" charset="0"/>
              </a:rPr>
              <a:t>&lt;/option&gt;</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&lt;option&gt;</a:t>
            </a:r>
            <a:r>
              <a:rPr lang="en-US" sz="1600" b="0" dirty="0">
                <a:solidFill>
                  <a:srgbClr val="000000"/>
                </a:solidFill>
                <a:effectLst/>
                <a:latin typeface="Consolas" panose="020B0609020204030204" pitchFamily="49" charset="0"/>
              </a:rPr>
              <a:t>New York</a:t>
            </a:r>
            <a:r>
              <a:rPr lang="en-US" sz="1600" b="0" dirty="0">
                <a:solidFill>
                  <a:srgbClr val="800000"/>
                </a:solidFill>
                <a:effectLst/>
                <a:latin typeface="Consolas" panose="020B0609020204030204" pitchFamily="49" charset="0"/>
              </a:rPr>
              <a:t>&lt;/option&gt;</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&lt;/select&gt;</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&lt;/form&gt;</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&lt;p&gt;&lt;strong&gt;</a:t>
            </a:r>
            <a:r>
              <a:rPr lang="en-US" sz="1600" b="0" dirty="0">
                <a:solidFill>
                  <a:srgbClr val="000000"/>
                </a:solidFill>
                <a:effectLst/>
                <a:latin typeface="Consolas" panose="020B0609020204030204" pitchFamily="49" charset="0"/>
              </a:rPr>
              <a:t>Note:</a:t>
            </a:r>
            <a:r>
              <a:rPr lang="en-US" sz="1600" b="0" dirty="0">
                <a:solidFill>
                  <a:srgbClr val="800000"/>
                </a:solidFill>
                <a:effectLst/>
                <a:latin typeface="Consolas" panose="020B0609020204030204" pitchFamily="49" charset="0"/>
              </a:rPr>
              <a:t>&lt;/strong&gt;</a:t>
            </a:r>
            <a:r>
              <a:rPr lang="en-US" sz="1600" b="0" dirty="0">
                <a:solidFill>
                  <a:srgbClr val="000000"/>
                </a:solidFill>
                <a:effectLst/>
                <a:latin typeface="Consolas" panose="020B0609020204030204" pitchFamily="49" charset="0"/>
              </a:rPr>
              <a:t> Select any value from the dropdown select and see the result.</a:t>
            </a:r>
            <a:r>
              <a:rPr lang="en-US" sz="1600" b="0" dirty="0">
                <a:solidFill>
                  <a:srgbClr val="800000"/>
                </a:solidFill>
                <a:effectLst/>
                <a:latin typeface="Consolas" panose="020B0609020204030204" pitchFamily="49" charset="0"/>
              </a:rPr>
              <a:t>&lt;/p&gt;</a:t>
            </a:r>
            <a:endParaRPr lang="en-US" sz="1600" b="0" dirty="0">
              <a:solidFill>
                <a:srgbClr val="000000"/>
              </a:solidFill>
              <a:effectLst/>
              <a:latin typeface="Consolas" panose="020B0609020204030204" pitchFamily="49" charset="0"/>
            </a:endParaRPr>
          </a:p>
          <a:p>
            <a:r>
              <a:rPr lang="en-US" sz="1600" b="0" dirty="0">
                <a:solidFill>
                  <a:srgbClr val="800000"/>
                </a:solidFill>
                <a:effectLst/>
                <a:latin typeface="Consolas" panose="020B0609020204030204" pitchFamily="49" charset="0"/>
              </a:rPr>
              <a:t>&lt;/body&gt;&lt;/html&gt;</a:t>
            </a:r>
            <a:endParaRPr lang="en-US" sz="1600"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24456945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89F914A-008A-426B-9F82-EF53682C5C55}"/>
              </a:ext>
            </a:extLst>
          </p:cNvPr>
          <p:cNvSpPr txBox="1"/>
          <p:nvPr/>
        </p:nvSpPr>
        <p:spPr>
          <a:xfrm>
            <a:off x="0" y="721426"/>
            <a:ext cx="5584723" cy="1754326"/>
          </a:xfrm>
          <a:prstGeom prst="rect">
            <a:avLst/>
          </a:prstGeom>
          <a:noFill/>
        </p:spPr>
        <p:txBody>
          <a:bodyPr wrap="square">
            <a:spAutoFit/>
          </a:bodyPr>
          <a:lstStyle/>
          <a:p>
            <a:pPr algn="ctr"/>
            <a:r>
              <a:rPr lang="en-US" b="1" dirty="0"/>
              <a:t>The focus() Method</a:t>
            </a:r>
          </a:p>
          <a:p>
            <a:r>
              <a:rPr lang="en-US" dirty="0"/>
              <a:t>The jQuery focus() method attach an event handler function to the selected elements (typically form controls and links) that is executed when it gains focus. The following example will display a message when the text input receive focus.</a:t>
            </a:r>
            <a:endParaRPr lang="en-IN" dirty="0"/>
          </a:p>
        </p:txBody>
      </p:sp>
      <p:sp>
        <p:nvSpPr>
          <p:cNvPr id="7" name="TextBox 6">
            <a:extLst>
              <a:ext uri="{FF2B5EF4-FFF2-40B4-BE49-F238E27FC236}">
                <a16:creationId xmlns:a16="http://schemas.microsoft.com/office/drawing/2014/main" id="{FCEB92DC-4068-40F8-8085-30959AC97081}"/>
              </a:ext>
            </a:extLst>
          </p:cNvPr>
          <p:cNvSpPr txBox="1"/>
          <p:nvPr/>
        </p:nvSpPr>
        <p:spPr>
          <a:xfrm>
            <a:off x="78659" y="2767383"/>
            <a:ext cx="6135328" cy="2031325"/>
          </a:xfrm>
          <a:prstGeom prst="rect">
            <a:avLst/>
          </a:prstGeom>
          <a:noFill/>
        </p:spPr>
        <p:txBody>
          <a:bodyPr wrap="square">
            <a:spAutoFit/>
          </a:bodyPr>
          <a:lstStyle/>
          <a:p>
            <a:r>
              <a:rPr lang="en-US" b="0" i="0" dirty="0">
                <a:solidFill>
                  <a:srgbClr val="5F6364"/>
                </a:solidFill>
                <a:effectLst/>
                <a:latin typeface="Consolas" panose="020B0609020204030204" pitchFamily="49" charset="0"/>
              </a:rPr>
              <a:t>&lt;</a:t>
            </a:r>
            <a:r>
              <a:rPr lang="en-US" b="0" i="0" dirty="0">
                <a:solidFill>
                  <a:srgbClr val="990055"/>
                </a:solidFill>
                <a:effectLst/>
                <a:latin typeface="Consolas" panose="020B0609020204030204" pitchFamily="49" charset="0"/>
              </a:rPr>
              <a:t>script</a:t>
            </a:r>
            <a:r>
              <a:rPr lang="en-US" b="0" i="0" dirty="0">
                <a:solidFill>
                  <a:srgbClr val="5F6364"/>
                </a:solidFill>
                <a:effectLst/>
                <a:latin typeface="Consolas" panose="020B0609020204030204" pitchFamily="49" charset="0"/>
              </a:rPr>
              <a:t>&gt;</a:t>
            </a:r>
            <a:r>
              <a:rPr lang="en-US" b="0" i="0" dirty="0">
                <a:solidFill>
                  <a:srgbClr val="000000"/>
                </a:solidFill>
                <a:effectLst/>
                <a:latin typeface="Consolas" panose="020B0609020204030204" pitchFamily="49" charset="0"/>
              </a:rPr>
              <a:t> </a:t>
            </a:r>
          </a:p>
          <a:p>
            <a:r>
              <a:rPr lang="en-US" b="0" i="0" dirty="0">
                <a:solidFill>
                  <a:srgbClr val="DD4A68"/>
                </a:solidFill>
                <a:effectLst/>
                <a:latin typeface="Consolas" panose="020B0609020204030204" pitchFamily="49" charset="0"/>
              </a:rPr>
              <a:t>$</a:t>
            </a:r>
            <a:r>
              <a:rPr lang="en-US" b="0" i="0" dirty="0">
                <a:solidFill>
                  <a:srgbClr val="5F6364"/>
                </a:solidFill>
                <a:effectLst/>
                <a:latin typeface="Consolas" panose="020B0609020204030204" pitchFamily="49" charset="0"/>
              </a:rPr>
              <a:t>(</a:t>
            </a:r>
            <a:r>
              <a:rPr lang="en-US" b="0" i="0" dirty="0">
                <a:solidFill>
                  <a:srgbClr val="000000"/>
                </a:solidFill>
                <a:effectLst/>
                <a:latin typeface="Consolas" panose="020B0609020204030204" pitchFamily="49" charset="0"/>
              </a:rPr>
              <a:t>document</a:t>
            </a:r>
            <a:r>
              <a:rPr lang="en-US" b="0" i="0" dirty="0">
                <a:solidFill>
                  <a:srgbClr val="5F6364"/>
                </a:solidFill>
                <a:effectLst/>
                <a:latin typeface="Consolas" panose="020B0609020204030204" pitchFamily="49" charset="0"/>
              </a:rPr>
              <a:t>).</a:t>
            </a:r>
            <a:r>
              <a:rPr lang="en-US" b="0" i="0" dirty="0">
                <a:solidFill>
                  <a:srgbClr val="DD4A68"/>
                </a:solidFill>
                <a:effectLst/>
                <a:latin typeface="Consolas" panose="020B0609020204030204" pitchFamily="49" charset="0"/>
              </a:rPr>
              <a:t>ready</a:t>
            </a:r>
            <a:r>
              <a:rPr lang="en-US" b="0" i="0" dirty="0">
                <a:solidFill>
                  <a:srgbClr val="5F6364"/>
                </a:solidFill>
                <a:effectLst/>
                <a:latin typeface="Consolas" panose="020B0609020204030204" pitchFamily="49" charset="0"/>
              </a:rPr>
              <a:t>(</a:t>
            </a:r>
            <a:r>
              <a:rPr lang="en-US" b="0" i="0" dirty="0">
                <a:solidFill>
                  <a:srgbClr val="0077AA"/>
                </a:solidFill>
                <a:effectLst/>
                <a:latin typeface="Consolas" panose="020B0609020204030204" pitchFamily="49" charset="0"/>
              </a:rPr>
              <a:t>function</a:t>
            </a:r>
            <a:r>
              <a:rPr lang="en-US" b="0" i="0" dirty="0">
                <a:solidFill>
                  <a:srgbClr val="5F6364"/>
                </a:solidFill>
                <a:effectLst/>
                <a:latin typeface="Consolas" panose="020B0609020204030204" pitchFamily="49" charset="0"/>
              </a:rPr>
              <a:t>(){</a:t>
            </a:r>
          </a:p>
          <a:p>
            <a:endParaRPr lang="en-US" b="0" i="0" dirty="0">
              <a:solidFill>
                <a:srgbClr val="5F6364"/>
              </a:solidFill>
              <a:effectLst/>
              <a:latin typeface="Consolas" panose="020B0609020204030204" pitchFamily="49" charset="0"/>
            </a:endParaRPr>
          </a:p>
          <a:p>
            <a:r>
              <a:rPr lang="en-US" b="0" i="0" dirty="0">
                <a:solidFill>
                  <a:srgbClr val="000000"/>
                </a:solidFill>
                <a:effectLst/>
                <a:latin typeface="Consolas" panose="020B0609020204030204" pitchFamily="49" charset="0"/>
              </a:rPr>
              <a:t> </a:t>
            </a:r>
            <a:r>
              <a:rPr lang="en-US" b="0" i="0" dirty="0">
                <a:solidFill>
                  <a:srgbClr val="DD4A68"/>
                </a:solidFill>
                <a:effectLst/>
                <a:latin typeface="Consolas" panose="020B0609020204030204" pitchFamily="49" charset="0"/>
              </a:rPr>
              <a:t>$</a:t>
            </a:r>
            <a:r>
              <a:rPr lang="en-US" b="0" i="0" dirty="0">
                <a:solidFill>
                  <a:srgbClr val="5F6364"/>
                </a:solidFill>
                <a:effectLst/>
                <a:latin typeface="Consolas" panose="020B0609020204030204" pitchFamily="49" charset="0"/>
              </a:rPr>
              <a:t>(</a:t>
            </a:r>
            <a:r>
              <a:rPr lang="en-US" b="0" i="0" dirty="0">
                <a:solidFill>
                  <a:srgbClr val="669900"/>
                </a:solidFill>
                <a:effectLst/>
                <a:latin typeface="Consolas" panose="020B0609020204030204" pitchFamily="49" charset="0"/>
              </a:rPr>
              <a:t>"input"</a:t>
            </a:r>
            <a:r>
              <a:rPr lang="en-US" b="0" i="0" dirty="0">
                <a:solidFill>
                  <a:srgbClr val="5F6364"/>
                </a:solidFill>
                <a:effectLst/>
                <a:latin typeface="Consolas" panose="020B0609020204030204" pitchFamily="49" charset="0"/>
              </a:rPr>
              <a:t>).</a:t>
            </a:r>
            <a:r>
              <a:rPr lang="en-US" b="0" i="0" dirty="0">
                <a:solidFill>
                  <a:srgbClr val="DD4A68"/>
                </a:solidFill>
                <a:effectLst/>
                <a:latin typeface="Consolas" panose="020B0609020204030204" pitchFamily="49" charset="0"/>
              </a:rPr>
              <a:t>focus</a:t>
            </a:r>
            <a:r>
              <a:rPr lang="en-US" b="0" i="0" dirty="0">
                <a:solidFill>
                  <a:srgbClr val="5F6364"/>
                </a:solidFill>
                <a:effectLst/>
                <a:latin typeface="Consolas" panose="020B0609020204030204" pitchFamily="49" charset="0"/>
              </a:rPr>
              <a:t>(</a:t>
            </a:r>
            <a:r>
              <a:rPr lang="en-US" b="0" i="0" dirty="0">
                <a:solidFill>
                  <a:srgbClr val="0077AA"/>
                </a:solidFill>
                <a:effectLst/>
                <a:latin typeface="Consolas" panose="020B0609020204030204" pitchFamily="49" charset="0"/>
              </a:rPr>
              <a:t>function</a:t>
            </a:r>
            <a:r>
              <a:rPr lang="en-US" b="0" i="0" dirty="0">
                <a:solidFill>
                  <a:srgbClr val="5F6364"/>
                </a:solidFill>
                <a:effectLst/>
                <a:latin typeface="Consolas" panose="020B0609020204030204" pitchFamily="49" charset="0"/>
              </a:rPr>
              <a:t>(){</a:t>
            </a:r>
          </a:p>
          <a:p>
            <a:endParaRPr lang="en-US" b="0" i="0" dirty="0">
              <a:solidFill>
                <a:srgbClr val="5F6364"/>
              </a:solidFill>
              <a:effectLst/>
              <a:latin typeface="Consolas" panose="020B0609020204030204" pitchFamily="49" charset="0"/>
            </a:endParaRPr>
          </a:p>
          <a:p>
            <a:r>
              <a:rPr lang="en-US" b="0" i="0" dirty="0">
                <a:solidFill>
                  <a:srgbClr val="000000"/>
                </a:solidFill>
                <a:effectLst/>
                <a:latin typeface="Consolas" panose="020B0609020204030204" pitchFamily="49" charset="0"/>
              </a:rPr>
              <a:t> </a:t>
            </a:r>
            <a:r>
              <a:rPr lang="en-US" b="0" i="0" dirty="0">
                <a:solidFill>
                  <a:srgbClr val="DD4A68"/>
                </a:solidFill>
                <a:effectLst/>
                <a:latin typeface="Consolas" panose="020B0609020204030204" pitchFamily="49" charset="0"/>
              </a:rPr>
              <a:t>$</a:t>
            </a:r>
            <a:r>
              <a:rPr lang="en-US" b="0" i="0" dirty="0">
                <a:solidFill>
                  <a:srgbClr val="5F6364"/>
                </a:solidFill>
                <a:effectLst/>
                <a:latin typeface="Consolas" panose="020B0609020204030204" pitchFamily="49" charset="0"/>
              </a:rPr>
              <a:t>(</a:t>
            </a:r>
            <a:r>
              <a:rPr lang="en-US" b="0" i="0" dirty="0">
                <a:solidFill>
                  <a:srgbClr val="0077AA"/>
                </a:solidFill>
                <a:effectLst/>
                <a:latin typeface="Consolas" panose="020B0609020204030204" pitchFamily="49" charset="0"/>
              </a:rPr>
              <a:t>this</a:t>
            </a:r>
            <a:r>
              <a:rPr lang="en-US" b="0" i="0" dirty="0">
                <a:solidFill>
                  <a:srgbClr val="5F6364"/>
                </a:solidFill>
                <a:effectLst/>
                <a:latin typeface="Consolas" panose="020B0609020204030204" pitchFamily="49" charset="0"/>
              </a:rPr>
              <a:t>).</a:t>
            </a:r>
            <a:r>
              <a:rPr lang="en-US" b="0" i="0" dirty="0">
                <a:solidFill>
                  <a:srgbClr val="DD4A68"/>
                </a:solidFill>
                <a:effectLst/>
                <a:latin typeface="Consolas" panose="020B0609020204030204" pitchFamily="49" charset="0"/>
              </a:rPr>
              <a:t>next</a:t>
            </a:r>
            <a:r>
              <a:rPr lang="en-US" b="0" i="0" dirty="0">
                <a:solidFill>
                  <a:srgbClr val="5F6364"/>
                </a:solidFill>
                <a:effectLst/>
                <a:latin typeface="Consolas" panose="020B0609020204030204" pitchFamily="49" charset="0"/>
              </a:rPr>
              <a:t>(</a:t>
            </a:r>
            <a:r>
              <a:rPr lang="en-US" b="0" i="0" dirty="0">
                <a:solidFill>
                  <a:srgbClr val="669900"/>
                </a:solidFill>
                <a:effectLst/>
                <a:latin typeface="Consolas" panose="020B0609020204030204" pitchFamily="49" charset="0"/>
              </a:rPr>
              <a:t>"span"</a:t>
            </a:r>
            <a:r>
              <a:rPr lang="en-US" b="0" i="0" dirty="0">
                <a:solidFill>
                  <a:srgbClr val="5F6364"/>
                </a:solidFill>
                <a:effectLst/>
                <a:latin typeface="Consolas" panose="020B0609020204030204" pitchFamily="49" charset="0"/>
              </a:rPr>
              <a:t>).</a:t>
            </a:r>
            <a:r>
              <a:rPr lang="en-US" b="0" i="0" dirty="0">
                <a:solidFill>
                  <a:srgbClr val="DD4A68"/>
                </a:solidFill>
                <a:effectLst/>
                <a:latin typeface="Consolas" panose="020B0609020204030204" pitchFamily="49" charset="0"/>
              </a:rPr>
              <a:t>show</a:t>
            </a:r>
            <a:r>
              <a:rPr lang="en-US" b="0" i="0" dirty="0">
                <a:solidFill>
                  <a:srgbClr val="5F6364"/>
                </a:solidFill>
                <a:effectLst/>
                <a:latin typeface="Consolas" panose="020B0609020204030204" pitchFamily="49" charset="0"/>
              </a:rPr>
              <a:t>().</a:t>
            </a:r>
            <a:r>
              <a:rPr lang="en-US" b="0" i="0" dirty="0" err="1">
                <a:solidFill>
                  <a:srgbClr val="DD4A68"/>
                </a:solidFill>
                <a:effectLst/>
                <a:latin typeface="Consolas" panose="020B0609020204030204" pitchFamily="49" charset="0"/>
              </a:rPr>
              <a:t>fadeOut</a:t>
            </a:r>
            <a:r>
              <a:rPr lang="en-US" b="0" i="0" dirty="0">
                <a:solidFill>
                  <a:srgbClr val="5F6364"/>
                </a:solidFill>
                <a:effectLst/>
                <a:latin typeface="Consolas" panose="020B0609020204030204" pitchFamily="49" charset="0"/>
              </a:rPr>
              <a:t>(</a:t>
            </a:r>
            <a:r>
              <a:rPr lang="en-US" b="0" i="0" dirty="0">
                <a:solidFill>
                  <a:srgbClr val="669900"/>
                </a:solidFill>
                <a:effectLst/>
                <a:latin typeface="Consolas" panose="020B0609020204030204" pitchFamily="49" charset="0"/>
              </a:rPr>
              <a:t>"slow"</a:t>
            </a:r>
            <a:r>
              <a:rPr lang="en-US" b="0" i="0" dirty="0">
                <a:solidFill>
                  <a:srgbClr val="5F6364"/>
                </a:solidFill>
                <a:effectLst/>
                <a:latin typeface="Consolas" panose="020B0609020204030204" pitchFamily="49" charset="0"/>
              </a:rPr>
              <a:t>);</a:t>
            </a:r>
            <a:r>
              <a:rPr lang="en-US" b="0" i="0" dirty="0">
                <a:solidFill>
                  <a:srgbClr val="000000"/>
                </a:solidFill>
                <a:effectLst/>
                <a:latin typeface="Consolas" panose="020B0609020204030204" pitchFamily="49" charset="0"/>
              </a:rPr>
              <a:t> </a:t>
            </a:r>
            <a:r>
              <a:rPr lang="en-US" b="0" i="0" dirty="0">
                <a:solidFill>
                  <a:srgbClr val="5F6364"/>
                </a:solidFill>
                <a:effectLst/>
                <a:latin typeface="Consolas" panose="020B0609020204030204" pitchFamily="49" charset="0"/>
              </a:rPr>
              <a:t>});</a:t>
            </a:r>
            <a:r>
              <a:rPr lang="en-US" b="0" i="0" dirty="0">
                <a:solidFill>
                  <a:srgbClr val="000000"/>
                </a:solidFill>
                <a:effectLst/>
                <a:latin typeface="Consolas" panose="020B0609020204030204" pitchFamily="49" charset="0"/>
              </a:rPr>
              <a:t> </a:t>
            </a:r>
            <a:r>
              <a:rPr lang="en-US" b="0" i="0" dirty="0">
                <a:solidFill>
                  <a:srgbClr val="5F6364"/>
                </a:solidFill>
                <a:effectLst/>
                <a:latin typeface="Consolas" panose="020B0609020204030204" pitchFamily="49" charset="0"/>
              </a:rPr>
              <a:t>});</a:t>
            </a:r>
            <a:r>
              <a:rPr lang="en-US" b="0" i="0" dirty="0">
                <a:solidFill>
                  <a:srgbClr val="000000"/>
                </a:solidFill>
                <a:effectLst/>
                <a:latin typeface="Consolas" panose="020B0609020204030204" pitchFamily="49" charset="0"/>
              </a:rPr>
              <a:t> </a:t>
            </a:r>
            <a:r>
              <a:rPr lang="en-US" b="0" i="0" dirty="0">
                <a:solidFill>
                  <a:srgbClr val="5F6364"/>
                </a:solidFill>
                <a:effectLst/>
                <a:latin typeface="Consolas" panose="020B0609020204030204" pitchFamily="49" charset="0"/>
              </a:rPr>
              <a:t>&lt;/</a:t>
            </a:r>
            <a:r>
              <a:rPr lang="en-US" b="0" i="0" dirty="0">
                <a:solidFill>
                  <a:srgbClr val="990055"/>
                </a:solidFill>
                <a:effectLst/>
                <a:latin typeface="Consolas" panose="020B0609020204030204" pitchFamily="49" charset="0"/>
              </a:rPr>
              <a:t>script</a:t>
            </a:r>
            <a:r>
              <a:rPr lang="en-US" b="0" i="0" dirty="0">
                <a:solidFill>
                  <a:srgbClr val="5F6364"/>
                </a:solidFill>
                <a:effectLst/>
                <a:latin typeface="Consolas" panose="020B0609020204030204" pitchFamily="49" charset="0"/>
              </a:rPr>
              <a:t>&gt;</a:t>
            </a:r>
            <a:endParaRPr lang="en-IN" dirty="0"/>
          </a:p>
        </p:txBody>
      </p:sp>
      <p:sp>
        <p:nvSpPr>
          <p:cNvPr id="9" name="TextBox 8">
            <a:extLst>
              <a:ext uri="{FF2B5EF4-FFF2-40B4-BE49-F238E27FC236}">
                <a16:creationId xmlns:a16="http://schemas.microsoft.com/office/drawing/2014/main" id="{5C32F7D5-FEAD-46E8-AC00-8035B42B04E6}"/>
              </a:ext>
            </a:extLst>
          </p:cNvPr>
          <p:cNvSpPr txBox="1"/>
          <p:nvPr/>
        </p:nvSpPr>
        <p:spPr>
          <a:xfrm>
            <a:off x="5820697" y="1"/>
            <a:ext cx="6213986" cy="6555641"/>
          </a:xfrm>
          <a:prstGeom prst="rect">
            <a:avLst/>
          </a:prstGeom>
          <a:noFill/>
        </p:spPr>
        <p:txBody>
          <a:bodyPr wrap="square">
            <a:spAutoFit/>
          </a:bodyPr>
          <a:lstStyle/>
          <a:p>
            <a:r>
              <a:rPr lang="en-IN" sz="1400" b="0" dirty="0">
                <a:solidFill>
                  <a:srgbClr val="800000"/>
                </a:solidFill>
                <a:effectLst/>
                <a:latin typeface="Consolas" panose="020B0609020204030204" pitchFamily="49" charset="0"/>
              </a:rPr>
              <a:t>&lt;!DOCTYPE</a:t>
            </a:r>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html</a:t>
            </a:r>
            <a:r>
              <a:rPr lang="en-IN" sz="1400" b="0" dirty="0">
                <a:solidFill>
                  <a:srgbClr val="800000"/>
                </a:solidFill>
                <a:effectLst/>
                <a:latin typeface="Consolas" panose="020B0609020204030204" pitchFamily="49" charset="0"/>
              </a:rPr>
              <a:t>&gt;&lt;html</a:t>
            </a:r>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lang</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a:t>
            </a:r>
            <a:r>
              <a:rPr lang="en-IN" sz="1400" b="0" dirty="0" err="1">
                <a:solidFill>
                  <a:srgbClr val="0000FF"/>
                </a:solidFill>
                <a:effectLst/>
                <a:latin typeface="Consolas" panose="020B0609020204030204" pitchFamily="49" charset="0"/>
              </a:rPr>
              <a:t>en</a:t>
            </a:r>
            <a:r>
              <a:rPr lang="en-IN" sz="1400" b="0" dirty="0">
                <a:solidFill>
                  <a:srgbClr val="0000FF"/>
                </a:solidFill>
                <a:effectLst/>
                <a:latin typeface="Consolas" panose="020B0609020204030204" pitchFamily="49" charset="0"/>
              </a:rPr>
              <a:t>"</a:t>
            </a:r>
            <a:r>
              <a:rPr lang="en-IN" sz="1400" b="0" dirty="0">
                <a:solidFill>
                  <a:srgbClr val="800000"/>
                </a:solidFill>
                <a:effectLst/>
                <a:latin typeface="Consolas" panose="020B0609020204030204" pitchFamily="49" charset="0"/>
              </a:rPr>
              <a:t>&gt;&lt;head&gt;</a:t>
            </a:r>
            <a:endParaRPr lang="en-IN" sz="1400" b="0" dirty="0">
              <a:solidFill>
                <a:srgbClr val="000000"/>
              </a:solidFill>
              <a:effectLst/>
              <a:latin typeface="Consolas" panose="020B0609020204030204" pitchFamily="49" charset="0"/>
            </a:endParaRPr>
          </a:p>
          <a:p>
            <a:r>
              <a:rPr lang="en-IN" sz="1400" b="0" dirty="0">
                <a:solidFill>
                  <a:srgbClr val="800000"/>
                </a:solidFill>
                <a:effectLst/>
                <a:latin typeface="Consolas" panose="020B0609020204030204" pitchFamily="49" charset="0"/>
              </a:rPr>
              <a:t>&lt;meta</a:t>
            </a:r>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charset</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"utf-8"</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r>
              <a:rPr lang="en-IN" sz="1400" b="0" dirty="0">
                <a:solidFill>
                  <a:srgbClr val="800000"/>
                </a:solidFill>
                <a:effectLst/>
                <a:latin typeface="Consolas" panose="020B0609020204030204" pitchFamily="49" charset="0"/>
              </a:rPr>
              <a:t>&lt;title&gt;</a:t>
            </a:r>
            <a:r>
              <a:rPr lang="en-IN" sz="1400" b="0" dirty="0">
                <a:solidFill>
                  <a:srgbClr val="000000"/>
                </a:solidFill>
                <a:effectLst/>
                <a:latin typeface="Consolas" panose="020B0609020204030204" pitchFamily="49" charset="0"/>
              </a:rPr>
              <a:t>Executing a Function on Focus Event in jQuery</a:t>
            </a:r>
            <a:r>
              <a:rPr lang="en-IN" sz="1400" b="0" dirty="0">
                <a:solidFill>
                  <a:srgbClr val="800000"/>
                </a:solidFill>
                <a:effectLst/>
                <a:latin typeface="Consolas" panose="020B0609020204030204" pitchFamily="49" charset="0"/>
              </a:rPr>
              <a:t>&lt;/title&gt;</a:t>
            </a:r>
            <a:endParaRPr lang="en-IN" sz="1400" b="0" dirty="0">
              <a:solidFill>
                <a:srgbClr val="000000"/>
              </a:solidFill>
              <a:effectLst/>
              <a:latin typeface="Consolas" panose="020B0609020204030204" pitchFamily="49" charset="0"/>
            </a:endParaRPr>
          </a:p>
          <a:p>
            <a:r>
              <a:rPr lang="en-IN" sz="1400" b="0" dirty="0">
                <a:solidFill>
                  <a:srgbClr val="800000"/>
                </a:solidFill>
                <a:effectLst/>
                <a:latin typeface="Consolas" panose="020B0609020204030204" pitchFamily="49" charset="0"/>
              </a:rPr>
              <a:t>&lt;script</a:t>
            </a:r>
            <a:r>
              <a:rPr lang="en-IN" sz="1400" b="0" dirty="0">
                <a:solidFill>
                  <a:srgbClr val="000000"/>
                </a:solidFill>
                <a:effectLst/>
                <a:latin typeface="Consolas" panose="020B0609020204030204" pitchFamily="49" charset="0"/>
              </a:rPr>
              <a:t> </a:t>
            </a:r>
            <a:r>
              <a:rPr lang="en-IN" sz="1400" b="0" dirty="0" err="1">
                <a:solidFill>
                  <a:srgbClr val="FF0000"/>
                </a:solidFill>
                <a:effectLst/>
                <a:latin typeface="Consolas" panose="020B0609020204030204" pitchFamily="49" charset="0"/>
              </a:rPr>
              <a:t>src</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"../jquery-3.5.0.js"</a:t>
            </a:r>
            <a:r>
              <a:rPr lang="en-IN" sz="1400" b="0" dirty="0">
                <a:solidFill>
                  <a:srgbClr val="800000"/>
                </a:solidFill>
                <a:effectLst/>
                <a:latin typeface="Consolas" panose="020B0609020204030204" pitchFamily="49" charset="0"/>
              </a:rPr>
              <a:t>&gt;&lt;/script&gt;</a:t>
            </a:r>
            <a:endParaRPr lang="en-IN" sz="1400" b="0" dirty="0">
              <a:solidFill>
                <a:srgbClr val="000000"/>
              </a:solidFill>
              <a:effectLst/>
              <a:latin typeface="Consolas" panose="020B0609020204030204" pitchFamily="49" charset="0"/>
            </a:endParaRPr>
          </a:p>
          <a:p>
            <a:r>
              <a:rPr lang="en-IN" sz="1400" b="0" dirty="0">
                <a:solidFill>
                  <a:srgbClr val="800000"/>
                </a:solidFill>
                <a:effectLst/>
                <a:latin typeface="Consolas" panose="020B0609020204030204" pitchFamily="49" charset="0"/>
              </a:rPr>
              <a:t>&lt;style&gt;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label</a:t>
            </a:r>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display</a:t>
            </a:r>
            <a:r>
              <a:rPr lang="en-IN" sz="1400" b="0" dirty="0">
                <a:solidFill>
                  <a:srgbClr val="000000"/>
                </a:solidFill>
                <a:effectLst/>
                <a:latin typeface="Consolas" panose="020B0609020204030204" pitchFamily="49" charset="0"/>
              </a:rPr>
              <a:t>: </a:t>
            </a:r>
            <a:r>
              <a:rPr lang="en-IN" sz="1400" b="0" dirty="0">
                <a:solidFill>
                  <a:srgbClr val="0451A5"/>
                </a:solidFill>
                <a:effectLst/>
                <a:latin typeface="Consolas" panose="020B0609020204030204" pitchFamily="49" charset="0"/>
              </a:rPr>
              <a:t>block</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margin</a:t>
            </a:r>
            <a:r>
              <a:rPr lang="en-IN" sz="1400" b="0" dirty="0">
                <a:solidFill>
                  <a:srgbClr val="000000"/>
                </a:solidFill>
                <a:effectLst/>
                <a:latin typeface="Consolas" panose="020B0609020204030204" pitchFamily="49" charset="0"/>
              </a:rPr>
              <a:t>: </a:t>
            </a:r>
            <a:r>
              <a:rPr lang="en-IN" sz="1400" b="0" dirty="0">
                <a:solidFill>
                  <a:srgbClr val="098658"/>
                </a:solidFill>
                <a:effectLst/>
                <a:latin typeface="Consolas" panose="020B0609020204030204" pitchFamily="49" charset="0"/>
              </a:rPr>
              <a:t>5px</a:t>
            </a:r>
            <a:r>
              <a:rPr lang="en-IN" sz="1400" b="0" dirty="0">
                <a:solidFill>
                  <a:srgbClr val="000000"/>
                </a:solidFill>
                <a:effectLst/>
                <a:latin typeface="Consolas" panose="020B0609020204030204" pitchFamily="49" charset="0"/>
              </a:rPr>
              <a:t> </a:t>
            </a:r>
            <a:r>
              <a:rPr lang="en-IN" sz="1400" b="0" dirty="0">
                <a:solidFill>
                  <a:srgbClr val="098658"/>
                </a:solidFill>
                <a:effectLst/>
                <a:latin typeface="Consolas" panose="020B0609020204030204" pitchFamily="49" charset="0"/>
              </a:rPr>
              <a:t>0</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label</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span</a:t>
            </a:r>
            <a:r>
              <a:rPr lang="en-IN" sz="1400" b="0" dirty="0">
                <a:solidFill>
                  <a:srgbClr val="000000"/>
                </a:solidFill>
                <a:effectLst/>
                <a:latin typeface="Consolas" panose="020B0609020204030204" pitchFamily="49" charset="0"/>
              </a:rPr>
              <a:t>{</a:t>
            </a:r>
            <a:r>
              <a:rPr lang="en-IN" sz="1400" b="0" dirty="0">
                <a:solidFill>
                  <a:srgbClr val="FF0000"/>
                </a:solidFill>
                <a:effectLst/>
                <a:latin typeface="Consolas" panose="020B0609020204030204" pitchFamily="49" charset="0"/>
              </a:rPr>
              <a:t>display</a:t>
            </a:r>
            <a:r>
              <a:rPr lang="en-IN" sz="1400" b="0" dirty="0">
                <a:solidFill>
                  <a:srgbClr val="000000"/>
                </a:solidFill>
                <a:effectLst/>
                <a:latin typeface="Consolas" panose="020B0609020204030204" pitchFamily="49" charset="0"/>
              </a:rPr>
              <a:t>: </a:t>
            </a:r>
            <a:r>
              <a:rPr lang="en-IN" sz="1400" b="0" dirty="0">
                <a:solidFill>
                  <a:srgbClr val="0451A5"/>
                </a:solidFill>
                <a:effectLst/>
                <a:latin typeface="Consolas" panose="020B0609020204030204" pitchFamily="49" charset="0"/>
              </a:rPr>
              <a:t>none</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p>
          <a:p>
            <a:r>
              <a:rPr lang="en-IN" sz="1400" b="0" dirty="0">
                <a:solidFill>
                  <a:srgbClr val="800000"/>
                </a:solidFill>
                <a:effectLst/>
                <a:latin typeface="Consolas" panose="020B0609020204030204" pitchFamily="49" charset="0"/>
              </a:rPr>
              <a:t>&lt;/style&gt;</a:t>
            </a:r>
            <a:endParaRPr lang="en-IN" sz="1400" b="0" dirty="0">
              <a:solidFill>
                <a:srgbClr val="000000"/>
              </a:solidFill>
              <a:effectLst/>
              <a:latin typeface="Consolas" panose="020B0609020204030204" pitchFamily="49" charset="0"/>
            </a:endParaRPr>
          </a:p>
          <a:p>
            <a:r>
              <a:rPr lang="en-IN" sz="1400" b="0" dirty="0">
                <a:solidFill>
                  <a:srgbClr val="800000"/>
                </a:solidFill>
                <a:effectLst/>
                <a:latin typeface="Consolas" panose="020B0609020204030204" pitchFamily="49" charset="0"/>
              </a:rPr>
              <a:t>&lt;script&gt;</a:t>
            </a:r>
            <a:endParaRPr lang="en-IN" sz="1400" b="0" dirty="0">
              <a:solidFill>
                <a:srgbClr val="000000"/>
              </a:solidFill>
              <a:effectLst/>
              <a:latin typeface="Consolas" panose="020B0609020204030204" pitchFamily="49" charset="0"/>
            </a:endParaRPr>
          </a:p>
          <a:p>
            <a:r>
              <a:rPr lang="en-IN" sz="1400" b="0" dirty="0">
                <a:solidFill>
                  <a:srgbClr val="0070C1"/>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document</a:t>
            </a:r>
            <a:r>
              <a:rPr lang="en-IN" sz="1400" b="0" dirty="0">
                <a:solidFill>
                  <a:srgbClr val="000000"/>
                </a:solidFill>
                <a:effectLst/>
                <a:latin typeface="Consolas" panose="020B0609020204030204" pitchFamily="49" charset="0"/>
              </a:rPr>
              <a:t>).</a:t>
            </a:r>
            <a:r>
              <a:rPr lang="en-IN" sz="1400" b="0" dirty="0">
                <a:solidFill>
                  <a:srgbClr val="795E26"/>
                </a:solidFill>
                <a:effectLst/>
                <a:latin typeface="Consolas" panose="020B0609020204030204" pitchFamily="49" charset="0"/>
              </a:rPr>
              <a:t>ready</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r>
              <a:rPr lang="en-IN" sz="1400" b="0" dirty="0">
                <a:solidFill>
                  <a:srgbClr val="0070C1"/>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"input"</a:t>
            </a:r>
            <a:r>
              <a:rPr lang="en-IN" sz="1400" b="0" dirty="0">
                <a:solidFill>
                  <a:srgbClr val="000000"/>
                </a:solidFill>
                <a:effectLst/>
                <a:latin typeface="Consolas" panose="020B0609020204030204" pitchFamily="49" charset="0"/>
              </a:rPr>
              <a:t>).</a:t>
            </a:r>
            <a:r>
              <a:rPr lang="en-IN" sz="1400" b="0" dirty="0">
                <a:solidFill>
                  <a:srgbClr val="795E26"/>
                </a:solidFill>
                <a:effectLst/>
                <a:latin typeface="Consolas" panose="020B0609020204030204" pitchFamily="49" charset="0"/>
              </a:rPr>
              <a:t>focus</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r>
              <a:rPr lang="en-IN" sz="1400" b="0" dirty="0">
                <a:solidFill>
                  <a:srgbClr val="0070C1"/>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this</a:t>
            </a:r>
            <a:r>
              <a:rPr lang="en-IN" sz="1400" b="0" dirty="0">
                <a:solidFill>
                  <a:srgbClr val="000000"/>
                </a:solidFill>
                <a:effectLst/>
                <a:latin typeface="Consolas" panose="020B0609020204030204" pitchFamily="49" charset="0"/>
              </a:rPr>
              <a:t>).</a:t>
            </a:r>
            <a:r>
              <a:rPr lang="en-IN" sz="1400" b="0" dirty="0">
                <a:solidFill>
                  <a:srgbClr val="795E26"/>
                </a:solidFill>
                <a:effectLst/>
                <a:latin typeface="Consolas" panose="020B0609020204030204" pitchFamily="49" charset="0"/>
              </a:rPr>
              <a:t>next</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"span"</a:t>
            </a:r>
            <a:r>
              <a:rPr lang="en-IN" sz="1400" b="0" dirty="0">
                <a:solidFill>
                  <a:srgbClr val="000000"/>
                </a:solidFill>
                <a:effectLst/>
                <a:latin typeface="Consolas" panose="020B0609020204030204" pitchFamily="49" charset="0"/>
              </a:rPr>
              <a:t>).</a:t>
            </a:r>
            <a:r>
              <a:rPr lang="en-IN" sz="1400" b="0" dirty="0">
                <a:solidFill>
                  <a:srgbClr val="795E26"/>
                </a:solidFill>
                <a:effectLst/>
                <a:latin typeface="Consolas" panose="020B0609020204030204" pitchFamily="49" charset="0"/>
              </a:rPr>
              <a:t>show</a:t>
            </a:r>
            <a:r>
              <a:rPr lang="en-IN" sz="1400" b="0" dirty="0">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fadeOut</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"slow"</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a:t>
            </a:r>
          </a:p>
          <a:p>
            <a:r>
              <a:rPr lang="en-IN" sz="1400" b="0" dirty="0">
                <a:solidFill>
                  <a:srgbClr val="800000"/>
                </a:solidFill>
                <a:effectLst/>
                <a:latin typeface="Consolas" panose="020B0609020204030204" pitchFamily="49" charset="0"/>
              </a:rPr>
              <a:t>&lt;/script&gt;&lt;/head&gt;&lt;body&gt;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&lt;form&gt;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&lt;label&gt;</a:t>
            </a:r>
            <a:r>
              <a:rPr lang="en-IN" sz="1400" b="0" dirty="0">
                <a:solidFill>
                  <a:srgbClr val="000000"/>
                </a:solidFill>
                <a:effectLst/>
                <a:latin typeface="Consolas" panose="020B0609020204030204" pitchFamily="49" charset="0"/>
              </a:rPr>
              <a:t>Email: </a:t>
            </a:r>
            <a:r>
              <a:rPr lang="en-IN" sz="1400" b="0" dirty="0">
                <a:solidFill>
                  <a:srgbClr val="800000"/>
                </a:solidFill>
                <a:effectLst/>
                <a:latin typeface="Consolas" panose="020B0609020204030204" pitchFamily="49" charset="0"/>
              </a:rPr>
              <a:t>&lt;input</a:t>
            </a:r>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type</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"text"</a:t>
            </a:r>
            <a:r>
              <a:rPr lang="en-IN" sz="1400" b="0" dirty="0">
                <a:solidFill>
                  <a:srgbClr val="800000"/>
                </a:solidFill>
                <a:effectLst/>
                <a:latin typeface="Consolas" panose="020B0609020204030204" pitchFamily="49" charset="0"/>
              </a:rPr>
              <a:t>&gt;</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&lt;span&gt;</a:t>
            </a:r>
            <a:r>
              <a:rPr lang="en-IN" sz="1400" b="0" dirty="0">
                <a:solidFill>
                  <a:srgbClr val="000000"/>
                </a:solidFill>
                <a:effectLst/>
                <a:latin typeface="Consolas" panose="020B0609020204030204" pitchFamily="49" charset="0"/>
              </a:rPr>
              <a:t>focus fire</a:t>
            </a:r>
            <a:r>
              <a:rPr lang="en-IN" sz="1400" b="0" dirty="0">
                <a:solidFill>
                  <a:srgbClr val="800000"/>
                </a:solidFill>
                <a:effectLst/>
                <a:latin typeface="Consolas" panose="020B0609020204030204" pitchFamily="49" charset="0"/>
              </a:rPr>
              <a:t>&lt;/span&gt;&lt;/label&gt;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&lt;label&gt;</a:t>
            </a:r>
            <a:r>
              <a:rPr lang="en-IN" sz="1400" b="0" dirty="0">
                <a:solidFill>
                  <a:srgbClr val="000000"/>
                </a:solidFill>
                <a:effectLst/>
                <a:latin typeface="Consolas" panose="020B0609020204030204" pitchFamily="49" charset="0"/>
              </a:rPr>
              <a:t>Password: </a:t>
            </a:r>
            <a:r>
              <a:rPr lang="en-IN" sz="1400" b="0" dirty="0">
                <a:solidFill>
                  <a:srgbClr val="800000"/>
                </a:solidFill>
                <a:effectLst/>
                <a:latin typeface="Consolas" panose="020B0609020204030204" pitchFamily="49" charset="0"/>
              </a:rPr>
              <a:t>&lt;input</a:t>
            </a:r>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type</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"password"</a:t>
            </a:r>
            <a:r>
              <a:rPr lang="en-IN" sz="1400" b="0" dirty="0">
                <a:solidFill>
                  <a:srgbClr val="800000"/>
                </a:solidFill>
                <a:effectLst/>
                <a:latin typeface="Consolas" panose="020B0609020204030204" pitchFamily="49" charset="0"/>
              </a:rPr>
              <a:t>&gt;</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&lt;span&gt;</a:t>
            </a:r>
            <a:r>
              <a:rPr lang="en-IN" sz="1400" b="0" dirty="0">
                <a:solidFill>
                  <a:srgbClr val="000000"/>
                </a:solidFill>
                <a:effectLst/>
                <a:latin typeface="Consolas" panose="020B0609020204030204" pitchFamily="49" charset="0"/>
              </a:rPr>
              <a:t>focus fire</a:t>
            </a:r>
            <a:r>
              <a:rPr lang="en-IN" sz="1400" b="0" dirty="0">
                <a:solidFill>
                  <a:srgbClr val="800000"/>
                </a:solidFill>
                <a:effectLst/>
                <a:latin typeface="Consolas" panose="020B0609020204030204" pitchFamily="49" charset="0"/>
              </a:rPr>
              <a:t>&lt;/span&gt;&lt;/label&gt;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&lt;label&gt;&lt;input</a:t>
            </a:r>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type</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"submit"</a:t>
            </a:r>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value</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"Sign In"</a:t>
            </a:r>
            <a:r>
              <a:rPr lang="en-IN" sz="1400" b="0" dirty="0">
                <a:solidFill>
                  <a:srgbClr val="800000"/>
                </a:solidFill>
                <a:effectLst/>
                <a:latin typeface="Consolas" panose="020B0609020204030204" pitchFamily="49" charset="0"/>
              </a:rPr>
              <a:t>&gt;</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&lt;span&gt;</a:t>
            </a:r>
            <a:r>
              <a:rPr lang="en-IN" sz="1400" b="0" dirty="0">
                <a:solidFill>
                  <a:srgbClr val="000000"/>
                </a:solidFill>
                <a:effectLst/>
                <a:latin typeface="Consolas" panose="020B0609020204030204" pitchFamily="49" charset="0"/>
              </a:rPr>
              <a:t>focus fire</a:t>
            </a:r>
            <a:r>
              <a:rPr lang="en-IN" sz="1400" b="0" dirty="0">
                <a:solidFill>
                  <a:srgbClr val="800000"/>
                </a:solidFill>
                <a:effectLst/>
                <a:latin typeface="Consolas" panose="020B0609020204030204" pitchFamily="49" charset="0"/>
              </a:rPr>
              <a:t>&lt;/span&gt;&lt;/label&gt;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&lt;/form&gt;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&lt;p&gt;&lt;strong&gt;</a:t>
            </a:r>
            <a:r>
              <a:rPr lang="en-IN" sz="1400" b="0" dirty="0">
                <a:solidFill>
                  <a:srgbClr val="000000"/>
                </a:solidFill>
                <a:effectLst/>
                <a:latin typeface="Consolas" panose="020B0609020204030204" pitchFamily="49" charset="0"/>
              </a:rPr>
              <a:t>Note:</a:t>
            </a:r>
            <a:r>
              <a:rPr lang="en-IN" sz="1400" b="0" dirty="0">
                <a:solidFill>
                  <a:srgbClr val="800000"/>
                </a:solidFill>
                <a:effectLst/>
                <a:latin typeface="Consolas" panose="020B0609020204030204" pitchFamily="49" charset="0"/>
              </a:rPr>
              <a:t>&lt;/strong&gt;</a:t>
            </a:r>
            <a:r>
              <a:rPr lang="en-IN" sz="1400" b="0" dirty="0">
                <a:solidFill>
                  <a:srgbClr val="000000"/>
                </a:solidFill>
                <a:effectLst/>
                <a:latin typeface="Consolas" panose="020B0609020204030204" pitchFamily="49" charset="0"/>
              </a:rPr>
              <a:t> Click on the form control or press the "Tab" key to set focus.</a:t>
            </a:r>
            <a:r>
              <a:rPr lang="en-IN" sz="1400" b="0" dirty="0">
                <a:solidFill>
                  <a:srgbClr val="800000"/>
                </a:solidFill>
                <a:effectLst/>
                <a:latin typeface="Consolas" panose="020B0609020204030204" pitchFamily="49" charset="0"/>
              </a:rPr>
              <a:t>&lt;/p&gt;</a:t>
            </a:r>
            <a:endParaRPr lang="en-IN" sz="1400" b="0" dirty="0">
              <a:solidFill>
                <a:srgbClr val="000000"/>
              </a:solidFill>
              <a:effectLst/>
              <a:latin typeface="Consolas" panose="020B0609020204030204" pitchFamily="49" charset="0"/>
            </a:endParaRPr>
          </a:p>
          <a:p>
            <a:r>
              <a:rPr lang="en-IN" sz="1400" b="0" dirty="0">
                <a:solidFill>
                  <a:srgbClr val="800000"/>
                </a:solidFill>
                <a:effectLst/>
                <a:latin typeface="Consolas" panose="020B0609020204030204" pitchFamily="49" charset="0"/>
              </a:rPr>
              <a:t>&lt;/body&gt;</a:t>
            </a:r>
            <a:endParaRPr lang="en-IN" sz="1400" b="0" dirty="0">
              <a:solidFill>
                <a:srgbClr val="000000"/>
              </a:solidFill>
              <a:effectLst/>
              <a:latin typeface="Consolas" panose="020B0609020204030204" pitchFamily="49" charset="0"/>
            </a:endParaRPr>
          </a:p>
          <a:p>
            <a:r>
              <a:rPr lang="en-IN" sz="1400" b="0" dirty="0">
                <a:solidFill>
                  <a:srgbClr val="800000"/>
                </a:solidFill>
                <a:effectLst/>
                <a:latin typeface="Consolas" panose="020B0609020204030204" pitchFamily="49" charset="0"/>
              </a:rPr>
              <a:t>&lt;/html&gt;</a:t>
            </a:r>
            <a:endParaRPr lang="en-IN" sz="1400" b="0" dirty="0">
              <a:solidFill>
                <a:srgbClr val="000000"/>
              </a:solidFill>
              <a:effectLst/>
              <a:latin typeface="Consolas" panose="020B0609020204030204" pitchFamily="49" charset="0"/>
            </a:endParaRPr>
          </a:p>
        </p:txBody>
      </p:sp>
      <p:sp>
        <p:nvSpPr>
          <p:cNvPr id="11" name="TextBox 10">
            <a:extLst>
              <a:ext uri="{FF2B5EF4-FFF2-40B4-BE49-F238E27FC236}">
                <a16:creationId xmlns:a16="http://schemas.microsoft.com/office/drawing/2014/main" id="{19D57ED4-6710-495F-AEB0-1D8A149B2B68}"/>
              </a:ext>
            </a:extLst>
          </p:cNvPr>
          <p:cNvSpPr txBox="1"/>
          <p:nvPr/>
        </p:nvSpPr>
        <p:spPr>
          <a:xfrm>
            <a:off x="0" y="5572118"/>
            <a:ext cx="6135328" cy="1200329"/>
          </a:xfrm>
          <a:prstGeom prst="rect">
            <a:avLst/>
          </a:prstGeom>
          <a:noFill/>
        </p:spPr>
        <p:txBody>
          <a:bodyPr wrap="square">
            <a:spAutoFit/>
          </a:bodyPr>
          <a:lstStyle/>
          <a:p>
            <a:r>
              <a:rPr lang="en-US" b="1" dirty="0"/>
              <a:t>next:</a:t>
            </a:r>
          </a:p>
          <a:p>
            <a:r>
              <a:rPr lang="en-US" dirty="0"/>
              <a:t>Get the immediately following sibling of each element in the set of matched elements. If a selector is provided, it retrieves the next sibling only if it matches that selector.</a:t>
            </a:r>
            <a:endParaRPr lang="en-IN" dirty="0"/>
          </a:p>
        </p:txBody>
      </p:sp>
    </p:spTree>
    <p:extLst>
      <p:ext uri="{BB962C8B-B14F-4D97-AF65-F5344CB8AC3E}">
        <p14:creationId xmlns:p14="http://schemas.microsoft.com/office/powerpoint/2010/main" val="39467298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DA175E0-9CA7-4F37-8CBF-5380B10BB310}"/>
              </a:ext>
            </a:extLst>
          </p:cNvPr>
          <p:cNvSpPr txBox="1"/>
          <p:nvPr/>
        </p:nvSpPr>
        <p:spPr>
          <a:xfrm>
            <a:off x="0" y="675754"/>
            <a:ext cx="5751871" cy="1477328"/>
          </a:xfrm>
          <a:prstGeom prst="rect">
            <a:avLst/>
          </a:prstGeom>
          <a:noFill/>
        </p:spPr>
        <p:txBody>
          <a:bodyPr wrap="square">
            <a:spAutoFit/>
          </a:bodyPr>
          <a:lstStyle/>
          <a:p>
            <a:pPr algn="ctr"/>
            <a:r>
              <a:rPr lang="en-US" b="1" dirty="0"/>
              <a:t>The blur() Method</a:t>
            </a:r>
          </a:p>
          <a:p>
            <a:r>
              <a:rPr lang="en-US" dirty="0"/>
              <a:t>The jQuery blur() method attach an event handler function to the form elements such as &lt;input&gt;, &lt;</a:t>
            </a:r>
            <a:r>
              <a:rPr lang="en-US" dirty="0" err="1"/>
              <a:t>textarea</a:t>
            </a:r>
            <a:r>
              <a:rPr lang="en-US" dirty="0"/>
              <a:t>&gt;, &lt;select&gt; that is executed when it loses focus. The following example will display a message when the text input loses focus.</a:t>
            </a:r>
            <a:endParaRPr lang="en-IN" dirty="0"/>
          </a:p>
        </p:txBody>
      </p:sp>
      <p:sp>
        <p:nvSpPr>
          <p:cNvPr id="7" name="TextBox 6">
            <a:extLst>
              <a:ext uri="{FF2B5EF4-FFF2-40B4-BE49-F238E27FC236}">
                <a16:creationId xmlns:a16="http://schemas.microsoft.com/office/drawing/2014/main" id="{CADECE0F-0BBD-4262-862E-396176B1ECB7}"/>
              </a:ext>
            </a:extLst>
          </p:cNvPr>
          <p:cNvSpPr txBox="1"/>
          <p:nvPr/>
        </p:nvSpPr>
        <p:spPr>
          <a:xfrm>
            <a:off x="206478" y="2828835"/>
            <a:ext cx="6135328" cy="2031325"/>
          </a:xfrm>
          <a:prstGeom prst="rect">
            <a:avLst/>
          </a:prstGeom>
          <a:noFill/>
        </p:spPr>
        <p:txBody>
          <a:bodyPr wrap="square">
            <a:spAutoFit/>
          </a:bodyPr>
          <a:lstStyle/>
          <a:p>
            <a:r>
              <a:rPr lang="en-US" b="0" i="0" dirty="0">
                <a:solidFill>
                  <a:srgbClr val="5F6364"/>
                </a:solidFill>
                <a:effectLst/>
                <a:latin typeface="Consolas" panose="020B0609020204030204" pitchFamily="49" charset="0"/>
              </a:rPr>
              <a:t>&lt;</a:t>
            </a:r>
            <a:r>
              <a:rPr lang="en-US" b="0" i="0" dirty="0">
                <a:solidFill>
                  <a:srgbClr val="990055"/>
                </a:solidFill>
                <a:effectLst/>
                <a:latin typeface="Consolas" panose="020B0609020204030204" pitchFamily="49" charset="0"/>
              </a:rPr>
              <a:t>script</a:t>
            </a:r>
            <a:r>
              <a:rPr lang="en-US" b="0" i="0" dirty="0">
                <a:solidFill>
                  <a:srgbClr val="5F6364"/>
                </a:solidFill>
                <a:effectLst/>
                <a:latin typeface="Consolas" panose="020B0609020204030204" pitchFamily="49" charset="0"/>
              </a:rPr>
              <a:t>&gt;</a:t>
            </a:r>
          </a:p>
          <a:p>
            <a:r>
              <a:rPr lang="en-US" b="0" i="0" dirty="0">
                <a:solidFill>
                  <a:srgbClr val="000000"/>
                </a:solidFill>
                <a:effectLst/>
                <a:latin typeface="Consolas" panose="020B0609020204030204" pitchFamily="49" charset="0"/>
              </a:rPr>
              <a:t> </a:t>
            </a:r>
            <a:r>
              <a:rPr lang="en-US" b="0" i="0" dirty="0">
                <a:solidFill>
                  <a:srgbClr val="DD4A68"/>
                </a:solidFill>
                <a:effectLst/>
                <a:latin typeface="Consolas" panose="020B0609020204030204" pitchFamily="49" charset="0"/>
              </a:rPr>
              <a:t>$</a:t>
            </a:r>
            <a:r>
              <a:rPr lang="en-US" b="0" i="0" dirty="0">
                <a:solidFill>
                  <a:srgbClr val="5F6364"/>
                </a:solidFill>
                <a:effectLst/>
                <a:latin typeface="Consolas" panose="020B0609020204030204" pitchFamily="49" charset="0"/>
              </a:rPr>
              <a:t>(</a:t>
            </a:r>
            <a:r>
              <a:rPr lang="en-US" b="0" i="0" dirty="0">
                <a:solidFill>
                  <a:srgbClr val="000000"/>
                </a:solidFill>
                <a:effectLst/>
                <a:latin typeface="Consolas" panose="020B0609020204030204" pitchFamily="49" charset="0"/>
              </a:rPr>
              <a:t>document</a:t>
            </a:r>
            <a:r>
              <a:rPr lang="en-US" b="0" i="0" dirty="0">
                <a:solidFill>
                  <a:srgbClr val="5F6364"/>
                </a:solidFill>
                <a:effectLst/>
                <a:latin typeface="Consolas" panose="020B0609020204030204" pitchFamily="49" charset="0"/>
              </a:rPr>
              <a:t>).</a:t>
            </a:r>
            <a:r>
              <a:rPr lang="en-US" b="0" i="0" dirty="0">
                <a:solidFill>
                  <a:srgbClr val="DD4A68"/>
                </a:solidFill>
                <a:effectLst/>
                <a:latin typeface="Consolas" panose="020B0609020204030204" pitchFamily="49" charset="0"/>
              </a:rPr>
              <a:t>ready</a:t>
            </a:r>
            <a:r>
              <a:rPr lang="en-US" b="0" i="0" dirty="0">
                <a:solidFill>
                  <a:srgbClr val="5F6364"/>
                </a:solidFill>
                <a:effectLst/>
                <a:latin typeface="Consolas" panose="020B0609020204030204" pitchFamily="49" charset="0"/>
              </a:rPr>
              <a:t>(</a:t>
            </a:r>
            <a:r>
              <a:rPr lang="en-US" b="0" i="0" dirty="0">
                <a:solidFill>
                  <a:srgbClr val="0077AA"/>
                </a:solidFill>
                <a:effectLst/>
                <a:latin typeface="Consolas" panose="020B0609020204030204" pitchFamily="49" charset="0"/>
              </a:rPr>
              <a:t>function</a:t>
            </a:r>
            <a:r>
              <a:rPr lang="en-US" b="0" i="0" dirty="0">
                <a:solidFill>
                  <a:srgbClr val="5F6364"/>
                </a:solidFill>
                <a:effectLst/>
                <a:latin typeface="Consolas" panose="020B0609020204030204" pitchFamily="49" charset="0"/>
              </a:rPr>
              <a:t>(){</a:t>
            </a:r>
          </a:p>
          <a:p>
            <a:endParaRPr lang="en-US" b="0" i="0" dirty="0">
              <a:solidFill>
                <a:srgbClr val="5F6364"/>
              </a:solidFill>
              <a:effectLst/>
              <a:latin typeface="Consolas" panose="020B0609020204030204" pitchFamily="49" charset="0"/>
            </a:endParaRPr>
          </a:p>
          <a:p>
            <a:r>
              <a:rPr lang="en-US" b="0" i="0" dirty="0">
                <a:solidFill>
                  <a:srgbClr val="000000"/>
                </a:solidFill>
                <a:effectLst/>
                <a:latin typeface="Consolas" panose="020B0609020204030204" pitchFamily="49" charset="0"/>
              </a:rPr>
              <a:t> </a:t>
            </a:r>
            <a:r>
              <a:rPr lang="en-US" b="0" i="0" dirty="0">
                <a:solidFill>
                  <a:srgbClr val="DD4A68"/>
                </a:solidFill>
                <a:effectLst/>
                <a:latin typeface="Consolas" panose="020B0609020204030204" pitchFamily="49" charset="0"/>
              </a:rPr>
              <a:t>$</a:t>
            </a:r>
            <a:r>
              <a:rPr lang="en-US" b="0" i="0" dirty="0">
                <a:solidFill>
                  <a:srgbClr val="5F6364"/>
                </a:solidFill>
                <a:effectLst/>
                <a:latin typeface="Consolas" panose="020B0609020204030204" pitchFamily="49" charset="0"/>
              </a:rPr>
              <a:t>(</a:t>
            </a:r>
            <a:r>
              <a:rPr lang="en-US" b="0" i="0" dirty="0">
                <a:solidFill>
                  <a:srgbClr val="669900"/>
                </a:solidFill>
                <a:effectLst/>
                <a:latin typeface="Consolas" panose="020B0609020204030204" pitchFamily="49" charset="0"/>
              </a:rPr>
              <a:t>"input"</a:t>
            </a:r>
            <a:r>
              <a:rPr lang="en-US" b="0" i="0" dirty="0">
                <a:solidFill>
                  <a:srgbClr val="5F6364"/>
                </a:solidFill>
                <a:effectLst/>
                <a:latin typeface="Consolas" panose="020B0609020204030204" pitchFamily="49" charset="0"/>
              </a:rPr>
              <a:t>).</a:t>
            </a:r>
            <a:r>
              <a:rPr lang="en-US" b="0" i="0" dirty="0">
                <a:solidFill>
                  <a:srgbClr val="DD4A68"/>
                </a:solidFill>
                <a:effectLst/>
                <a:latin typeface="Consolas" panose="020B0609020204030204" pitchFamily="49" charset="0"/>
              </a:rPr>
              <a:t>blur</a:t>
            </a:r>
            <a:r>
              <a:rPr lang="en-US" b="0" i="0" dirty="0">
                <a:solidFill>
                  <a:srgbClr val="5F6364"/>
                </a:solidFill>
                <a:effectLst/>
                <a:latin typeface="Consolas" panose="020B0609020204030204" pitchFamily="49" charset="0"/>
              </a:rPr>
              <a:t>(</a:t>
            </a:r>
            <a:r>
              <a:rPr lang="en-US" b="0" i="0" dirty="0">
                <a:solidFill>
                  <a:srgbClr val="0077AA"/>
                </a:solidFill>
                <a:effectLst/>
                <a:latin typeface="Consolas" panose="020B0609020204030204" pitchFamily="49" charset="0"/>
              </a:rPr>
              <a:t>function</a:t>
            </a:r>
            <a:r>
              <a:rPr lang="en-US" b="0" i="0" dirty="0">
                <a:solidFill>
                  <a:srgbClr val="5F6364"/>
                </a:solidFill>
                <a:effectLst/>
                <a:latin typeface="Consolas" panose="020B0609020204030204" pitchFamily="49" charset="0"/>
              </a:rPr>
              <a:t>(){</a:t>
            </a:r>
          </a:p>
          <a:p>
            <a:endParaRPr lang="en-US" b="0" i="0" dirty="0">
              <a:solidFill>
                <a:srgbClr val="5F6364"/>
              </a:solidFill>
              <a:effectLst/>
              <a:latin typeface="Consolas" panose="020B0609020204030204" pitchFamily="49" charset="0"/>
            </a:endParaRPr>
          </a:p>
          <a:p>
            <a:r>
              <a:rPr lang="en-US" b="0" i="0" dirty="0">
                <a:solidFill>
                  <a:srgbClr val="000000"/>
                </a:solidFill>
                <a:effectLst/>
                <a:latin typeface="Consolas" panose="020B0609020204030204" pitchFamily="49" charset="0"/>
              </a:rPr>
              <a:t> </a:t>
            </a:r>
            <a:r>
              <a:rPr lang="en-US" b="0" i="0" dirty="0">
                <a:solidFill>
                  <a:srgbClr val="DD4A68"/>
                </a:solidFill>
                <a:effectLst/>
                <a:latin typeface="Consolas" panose="020B0609020204030204" pitchFamily="49" charset="0"/>
              </a:rPr>
              <a:t>$</a:t>
            </a:r>
            <a:r>
              <a:rPr lang="en-US" b="0" i="0" dirty="0">
                <a:solidFill>
                  <a:srgbClr val="5F6364"/>
                </a:solidFill>
                <a:effectLst/>
                <a:latin typeface="Consolas" panose="020B0609020204030204" pitchFamily="49" charset="0"/>
              </a:rPr>
              <a:t>(</a:t>
            </a:r>
            <a:r>
              <a:rPr lang="en-US" b="0" i="0" dirty="0">
                <a:solidFill>
                  <a:srgbClr val="0077AA"/>
                </a:solidFill>
                <a:effectLst/>
                <a:latin typeface="Consolas" panose="020B0609020204030204" pitchFamily="49" charset="0"/>
              </a:rPr>
              <a:t>this</a:t>
            </a:r>
            <a:r>
              <a:rPr lang="en-US" b="0" i="0" dirty="0">
                <a:solidFill>
                  <a:srgbClr val="5F6364"/>
                </a:solidFill>
                <a:effectLst/>
                <a:latin typeface="Consolas" panose="020B0609020204030204" pitchFamily="49" charset="0"/>
              </a:rPr>
              <a:t>).</a:t>
            </a:r>
            <a:r>
              <a:rPr lang="en-US" b="0" i="0" dirty="0">
                <a:solidFill>
                  <a:srgbClr val="DD4A68"/>
                </a:solidFill>
                <a:effectLst/>
                <a:latin typeface="Consolas" panose="020B0609020204030204" pitchFamily="49" charset="0"/>
              </a:rPr>
              <a:t>next</a:t>
            </a:r>
            <a:r>
              <a:rPr lang="en-US" b="0" i="0" dirty="0">
                <a:solidFill>
                  <a:srgbClr val="5F6364"/>
                </a:solidFill>
                <a:effectLst/>
                <a:latin typeface="Consolas" panose="020B0609020204030204" pitchFamily="49" charset="0"/>
              </a:rPr>
              <a:t>(</a:t>
            </a:r>
            <a:r>
              <a:rPr lang="en-US" b="0" i="0" dirty="0">
                <a:solidFill>
                  <a:srgbClr val="669900"/>
                </a:solidFill>
                <a:effectLst/>
                <a:latin typeface="Consolas" panose="020B0609020204030204" pitchFamily="49" charset="0"/>
              </a:rPr>
              <a:t>"span"</a:t>
            </a:r>
            <a:r>
              <a:rPr lang="en-US" b="0" i="0" dirty="0">
                <a:solidFill>
                  <a:srgbClr val="5F6364"/>
                </a:solidFill>
                <a:effectLst/>
                <a:latin typeface="Consolas" panose="020B0609020204030204" pitchFamily="49" charset="0"/>
              </a:rPr>
              <a:t>).</a:t>
            </a:r>
            <a:r>
              <a:rPr lang="en-US" b="0" i="0" dirty="0">
                <a:solidFill>
                  <a:srgbClr val="DD4A68"/>
                </a:solidFill>
                <a:effectLst/>
                <a:latin typeface="Consolas" panose="020B0609020204030204" pitchFamily="49" charset="0"/>
              </a:rPr>
              <a:t>show</a:t>
            </a:r>
            <a:r>
              <a:rPr lang="en-US" b="0" i="0" dirty="0">
                <a:solidFill>
                  <a:srgbClr val="5F6364"/>
                </a:solidFill>
                <a:effectLst/>
                <a:latin typeface="Consolas" panose="020B0609020204030204" pitchFamily="49" charset="0"/>
              </a:rPr>
              <a:t>().</a:t>
            </a:r>
            <a:r>
              <a:rPr lang="en-US" b="0" i="0" dirty="0" err="1">
                <a:solidFill>
                  <a:srgbClr val="DD4A68"/>
                </a:solidFill>
                <a:effectLst/>
                <a:latin typeface="Consolas" panose="020B0609020204030204" pitchFamily="49" charset="0"/>
              </a:rPr>
              <a:t>fadeOut</a:t>
            </a:r>
            <a:r>
              <a:rPr lang="en-US" b="0" i="0" dirty="0">
                <a:solidFill>
                  <a:srgbClr val="5F6364"/>
                </a:solidFill>
                <a:effectLst/>
                <a:latin typeface="Consolas" panose="020B0609020204030204" pitchFamily="49" charset="0"/>
              </a:rPr>
              <a:t>(</a:t>
            </a:r>
            <a:r>
              <a:rPr lang="en-US" b="0" i="0" dirty="0">
                <a:solidFill>
                  <a:srgbClr val="669900"/>
                </a:solidFill>
                <a:effectLst/>
                <a:latin typeface="Consolas" panose="020B0609020204030204" pitchFamily="49" charset="0"/>
              </a:rPr>
              <a:t>"slow"</a:t>
            </a:r>
            <a:r>
              <a:rPr lang="en-US" b="0" i="0" dirty="0">
                <a:solidFill>
                  <a:srgbClr val="5F6364"/>
                </a:solidFill>
                <a:effectLst/>
                <a:latin typeface="Consolas" panose="020B0609020204030204" pitchFamily="49" charset="0"/>
              </a:rPr>
              <a:t>);</a:t>
            </a:r>
          </a:p>
          <a:p>
            <a:r>
              <a:rPr lang="en-US" b="0" i="0" dirty="0">
                <a:solidFill>
                  <a:srgbClr val="000000"/>
                </a:solidFill>
                <a:effectLst/>
                <a:latin typeface="Consolas" panose="020B0609020204030204" pitchFamily="49" charset="0"/>
              </a:rPr>
              <a:t> </a:t>
            </a:r>
            <a:r>
              <a:rPr lang="en-US" b="0" i="0" dirty="0">
                <a:solidFill>
                  <a:srgbClr val="5F6364"/>
                </a:solidFill>
                <a:effectLst/>
                <a:latin typeface="Consolas" panose="020B0609020204030204" pitchFamily="49" charset="0"/>
              </a:rPr>
              <a:t>});</a:t>
            </a:r>
            <a:r>
              <a:rPr lang="en-US" b="0" i="0" dirty="0">
                <a:solidFill>
                  <a:srgbClr val="000000"/>
                </a:solidFill>
                <a:effectLst/>
                <a:latin typeface="Consolas" panose="020B0609020204030204" pitchFamily="49" charset="0"/>
              </a:rPr>
              <a:t> </a:t>
            </a:r>
            <a:r>
              <a:rPr lang="en-US" b="0" i="0" dirty="0">
                <a:solidFill>
                  <a:srgbClr val="5F6364"/>
                </a:solidFill>
                <a:effectLst/>
                <a:latin typeface="Consolas" panose="020B0609020204030204" pitchFamily="49" charset="0"/>
              </a:rPr>
              <a:t>});</a:t>
            </a:r>
            <a:r>
              <a:rPr lang="en-US" b="0" i="0" dirty="0">
                <a:solidFill>
                  <a:srgbClr val="000000"/>
                </a:solidFill>
                <a:effectLst/>
                <a:latin typeface="Consolas" panose="020B0609020204030204" pitchFamily="49" charset="0"/>
              </a:rPr>
              <a:t> </a:t>
            </a:r>
            <a:r>
              <a:rPr lang="en-US" b="0" i="0" dirty="0">
                <a:solidFill>
                  <a:srgbClr val="5F6364"/>
                </a:solidFill>
                <a:effectLst/>
                <a:latin typeface="Consolas" panose="020B0609020204030204" pitchFamily="49" charset="0"/>
              </a:rPr>
              <a:t>&lt;/</a:t>
            </a:r>
            <a:r>
              <a:rPr lang="en-US" b="0" i="0" dirty="0">
                <a:solidFill>
                  <a:srgbClr val="990055"/>
                </a:solidFill>
                <a:effectLst/>
                <a:latin typeface="Consolas" panose="020B0609020204030204" pitchFamily="49" charset="0"/>
              </a:rPr>
              <a:t>script</a:t>
            </a:r>
            <a:r>
              <a:rPr lang="en-US" b="0" i="0" dirty="0">
                <a:solidFill>
                  <a:srgbClr val="5F6364"/>
                </a:solidFill>
                <a:effectLst/>
                <a:latin typeface="Consolas" panose="020B0609020204030204" pitchFamily="49" charset="0"/>
              </a:rPr>
              <a:t>&gt;</a:t>
            </a:r>
            <a:endParaRPr lang="en-IN" dirty="0"/>
          </a:p>
        </p:txBody>
      </p:sp>
      <p:sp>
        <p:nvSpPr>
          <p:cNvPr id="9" name="TextBox 8">
            <a:extLst>
              <a:ext uri="{FF2B5EF4-FFF2-40B4-BE49-F238E27FC236}">
                <a16:creationId xmlns:a16="http://schemas.microsoft.com/office/drawing/2014/main" id="{CF55BF34-6748-4FF7-8B2C-F24D77A6470B}"/>
              </a:ext>
            </a:extLst>
          </p:cNvPr>
          <p:cNvSpPr txBox="1"/>
          <p:nvPr/>
        </p:nvSpPr>
        <p:spPr>
          <a:xfrm>
            <a:off x="5938684" y="0"/>
            <a:ext cx="6135328" cy="6555641"/>
          </a:xfrm>
          <a:prstGeom prst="rect">
            <a:avLst/>
          </a:prstGeom>
          <a:noFill/>
        </p:spPr>
        <p:txBody>
          <a:bodyPr wrap="square">
            <a:spAutoFit/>
          </a:bodyPr>
          <a:lstStyle/>
          <a:p>
            <a:r>
              <a:rPr lang="en-IN" sz="1400" b="0" dirty="0">
                <a:solidFill>
                  <a:srgbClr val="800000"/>
                </a:solidFill>
                <a:effectLst/>
                <a:latin typeface="Consolas" panose="020B0609020204030204" pitchFamily="49" charset="0"/>
              </a:rPr>
              <a:t>&lt;!DOCTYPE</a:t>
            </a:r>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html</a:t>
            </a:r>
            <a:r>
              <a:rPr lang="en-IN" sz="1400" b="0" dirty="0">
                <a:solidFill>
                  <a:srgbClr val="800000"/>
                </a:solidFill>
                <a:effectLst/>
                <a:latin typeface="Consolas" panose="020B0609020204030204" pitchFamily="49" charset="0"/>
              </a:rPr>
              <a:t>&gt;&lt;html</a:t>
            </a:r>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lang</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a:t>
            </a:r>
            <a:r>
              <a:rPr lang="en-IN" sz="1400" b="0" dirty="0" err="1">
                <a:solidFill>
                  <a:srgbClr val="0000FF"/>
                </a:solidFill>
                <a:effectLst/>
                <a:latin typeface="Consolas" panose="020B0609020204030204" pitchFamily="49" charset="0"/>
              </a:rPr>
              <a:t>en</a:t>
            </a:r>
            <a:r>
              <a:rPr lang="en-IN" sz="1400" b="0" dirty="0">
                <a:solidFill>
                  <a:srgbClr val="0000FF"/>
                </a:solidFill>
                <a:effectLst/>
                <a:latin typeface="Consolas" panose="020B0609020204030204" pitchFamily="49" charset="0"/>
              </a:rPr>
              <a:t>"</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r>
              <a:rPr lang="en-IN" sz="1400" b="0" dirty="0">
                <a:solidFill>
                  <a:srgbClr val="800000"/>
                </a:solidFill>
                <a:effectLst/>
                <a:latin typeface="Consolas" panose="020B0609020204030204" pitchFamily="49" charset="0"/>
              </a:rPr>
              <a:t>&lt;head&gt;&lt;meta</a:t>
            </a:r>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charset</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"utf-8"</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r>
              <a:rPr lang="en-IN" sz="1400" b="0" dirty="0">
                <a:solidFill>
                  <a:srgbClr val="800000"/>
                </a:solidFill>
                <a:effectLst/>
                <a:latin typeface="Consolas" panose="020B0609020204030204" pitchFamily="49" charset="0"/>
              </a:rPr>
              <a:t>&lt;title&gt;</a:t>
            </a:r>
            <a:r>
              <a:rPr lang="en-IN" sz="1400" b="0" dirty="0">
                <a:solidFill>
                  <a:srgbClr val="000000"/>
                </a:solidFill>
                <a:effectLst/>
                <a:latin typeface="Consolas" panose="020B0609020204030204" pitchFamily="49" charset="0"/>
              </a:rPr>
              <a:t>Executing a Function on Blur Event in jQuery</a:t>
            </a:r>
            <a:r>
              <a:rPr lang="en-IN" sz="1400" b="0" dirty="0">
                <a:solidFill>
                  <a:srgbClr val="800000"/>
                </a:solidFill>
                <a:effectLst/>
                <a:latin typeface="Consolas" panose="020B0609020204030204" pitchFamily="49" charset="0"/>
              </a:rPr>
              <a:t>&lt;/title&gt;</a:t>
            </a:r>
            <a:endParaRPr lang="en-IN" sz="1400" b="0" dirty="0">
              <a:solidFill>
                <a:srgbClr val="000000"/>
              </a:solidFill>
              <a:effectLst/>
              <a:latin typeface="Consolas" panose="020B0609020204030204" pitchFamily="49" charset="0"/>
            </a:endParaRPr>
          </a:p>
          <a:p>
            <a:r>
              <a:rPr lang="en-IN" sz="1400" b="0" dirty="0">
                <a:solidFill>
                  <a:srgbClr val="800000"/>
                </a:solidFill>
                <a:effectLst/>
                <a:latin typeface="Consolas" panose="020B0609020204030204" pitchFamily="49" charset="0"/>
              </a:rPr>
              <a:t>&lt;script</a:t>
            </a:r>
            <a:r>
              <a:rPr lang="en-IN" sz="1400" b="0" dirty="0">
                <a:solidFill>
                  <a:srgbClr val="000000"/>
                </a:solidFill>
                <a:effectLst/>
                <a:latin typeface="Consolas" panose="020B0609020204030204" pitchFamily="49" charset="0"/>
              </a:rPr>
              <a:t> </a:t>
            </a:r>
            <a:r>
              <a:rPr lang="en-IN" sz="1400" b="0" dirty="0" err="1">
                <a:solidFill>
                  <a:srgbClr val="FF0000"/>
                </a:solidFill>
                <a:effectLst/>
                <a:latin typeface="Consolas" panose="020B0609020204030204" pitchFamily="49" charset="0"/>
              </a:rPr>
              <a:t>src</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"../jquery-3.6.0.min.js"</a:t>
            </a:r>
            <a:r>
              <a:rPr lang="en-IN" sz="1400" b="0" dirty="0">
                <a:solidFill>
                  <a:srgbClr val="800000"/>
                </a:solidFill>
                <a:effectLst/>
                <a:latin typeface="Consolas" panose="020B0609020204030204" pitchFamily="49" charset="0"/>
              </a:rPr>
              <a:t>&gt;&lt;/script&gt;</a:t>
            </a:r>
            <a:endParaRPr lang="en-IN" sz="1400" b="0" dirty="0">
              <a:solidFill>
                <a:srgbClr val="000000"/>
              </a:solidFill>
              <a:effectLst/>
              <a:latin typeface="Consolas" panose="020B0609020204030204" pitchFamily="49" charset="0"/>
            </a:endParaRPr>
          </a:p>
          <a:p>
            <a:r>
              <a:rPr lang="en-IN" sz="1400" b="0" dirty="0">
                <a:solidFill>
                  <a:srgbClr val="800000"/>
                </a:solidFill>
                <a:effectLst/>
                <a:latin typeface="Consolas" panose="020B0609020204030204" pitchFamily="49" charset="0"/>
              </a:rPr>
              <a:t>&lt;style&gt;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label</a:t>
            </a:r>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display</a:t>
            </a:r>
            <a:r>
              <a:rPr lang="en-IN" sz="1400" b="0" dirty="0">
                <a:solidFill>
                  <a:srgbClr val="000000"/>
                </a:solidFill>
                <a:effectLst/>
                <a:latin typeface="Consolas" panose="020B0609020204030204" pitchFamily="49" charset="0"/>
              </a:rPr>
              <a:t>: </a:t>
            </a:r>
            <a:r>
              <a:rPr lang="en-IN" sz="1400" b="0" dirty="0">
                <a:solidFill>
                  <a:srgbClr val="0451A5"/>
                </a:solidFill>
                <a:effectLst/>
                <a:latin typeface="Consolas" panose="020B0609020204030204" pitchFamily="49" charset="0"/>
              </a:rPr>
              <a:t>block</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margin</a:t>
            </a:r>
            <a:r>
              <a:rPr lang="en-IN" sz="1400" b="0" dirty="0">
                <a:solidFill>
                  <a:srgbClr val="000000"/>
                </a:solidFill>
                <a:effectLst/>
                <a:latin typeface="Consolas" panose="020B0609020204030204" pitchFamily="49" charset="0"/>
              </a:rPr>
              <a:t>: </a:t>
            </a:r>
            <a:r>
              <a:rPr lang="en-IN" sz="1400" b="0" dirty="0">
                <a:solidFill>
                  <a:srgbClr val="098658"/>
                </a:solidFill>
                <a:effectLst/>
                <a:latin typeface="Consolas" panose="020B0609020204030204" pitchFamily="49" charset="0"/>
              </a:rPr>
              <a:t>5px</a:t>
            </a:r>
            <a:r>
              <a:rPr lang="en-IN" sz="1400" b="0" dirty="0">
                <a:solidFill>
                  <a:srgbClr val="000000"/>
                </a:solidFill>
                <a:effectLst/>
                <a:latin typeface="Consolas" panose="020B0609020204030204" pitchFamily="49" charset="0"/>
              </a:rPr>
              <a:t> </a:t>
            </a:r>
            <a:r>
              <a:rPr lang="en-IN" sz="1400" b="0" dirty="0">
                <a:solidFill>
                  <a:srgbClr val="098658"/>
                </a:solidFill>
                <a:effectLst/>
                <a:latin typeface="Consolas" panose="020B0609020204030204" pitchFamily="49" charset="0"/>
              </a:rPr>
              <a:t>0</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label</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span</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display</a:t>
            </a:r>
            <a:r>
              <a:rPr lang="en-IN" sz="1400" b="0" dirty="0">
                <a:solidFill>
                  <a:srgbClr val="000000"/>
                </a:solidFill>
                <a:effectLst/>
                <a:latin typeface="Consolas" panose="020B0609020204030204" pitchFamily="49" charset="0"/>
              </a:rPr>
              <a:t>: </a:t>
            </a:r>
            <a:r>
              <a:rPr lang="en-IN" sz="1400" b="0" dirty="0">
                <a:solidFill>
                  <a:srgbClr val="0451A5"/>
                </a:solidFill>
                <a:effectLst/>
                <a:latin typeface="Consolas" panose="020B0609020204030204" pitchFamily="49" charset="0"/>
              </a:rPr>
              <a:t>none</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p>
          <a:p>
            <a:r>
              <a:rPr lang="en-IN" sz="1400" b="0" dirty="0">
                <a:solidFill>
                  <a:srgbClr val="800000"/>
                </a:solidFill>
                <a:effectLst/>
                <a:latin typeface="Consolas" panose="020B0609020204030204" pitchFamily="49" charset="0"/>
              </a:rPr>
              <a:t>&lt;/style&gt;&lt;script&gt;</a:t>
            </a:r>
            <a:endParaRPr lang="en-IN" sz="1400" b="0" dirty="0">
              <a:solidFill>
                <a:srgbClr val="000000"/>
              </a:solidFill>
              <a:effectLst/>
              <a:latin typeface="Consolas" panose="020B0609020204030204" pitchFamily="49" charset="0"/>
            </a:endParaRPr>
          </a:p>
          <a:p>
            <a:r>
              <a:rPr lang="en-IN" sz="1400" b="0" dirty="0">
                <a:solidFill>
                  <a:srgbClr val="0070C1"/>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document</a:t>
            </a:r>
            <a:r>
              <a:rPr lang="en-IN" sz="1400" b="0" dirty="0">
                <a:solidFill>
                  <a:srgbClr val="000000"/>
                </a:solidFill>
                <a:effectLst/>
                <a:latin typeface="Consolas" panose="020B0609020204030204" pitchFamily="49" charset="0"/>
              </a:rPr>
              <a:t>).</a:t>
            </a:r>
            <a:r>
              <a:rPr lang="en-IN" sz="1400" b="0" dirty="0">
                <a:solidFill>
                  <a:srgbClr val="795E26"/>
                </a:solidFill>
                <a:effectLst/>
                <a:latin typeface="Consolas" panose="020B0609020204030204" pitchFamily="49" charset="0"/>
              </a:rPr>
              <a:t>ready</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r>
              <a:rPr lang="en-IN" sz="1400" b="0" dirty="0">
                <a:solidFill>
                  <a:srgbClr val="0070C1"/>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"input"</a:t>
            </a:r>
            <a:r>
              <a:rPr lang="en-IN" sz="1400" b="0" dirty="0">
                <a:solidFill>
                  <a:srgbClr val="000000"/>
                </a:solidFill>
                <a:effectLst/>
                <a:latin typeface="Consolas" panose="020B0609020204030204" pitchFamily="49" charset="0"/>
              </a:rPr>
              <a:t>).</a:t>
            </a:r>
            <a:r>
              <a:rPr lang="en-IN" sz="1400" b="0" dirty="0">
                <a:solidFill>
                  <a:srgbClr val="795E26"/>
                </a:solidFill>
                <a:effectLst/>
                <a:latin typeface="Consolas" panose="020B0609020204030204" pitchFamily="49" charset="0"/>
              </a:rPr>
              <a:t>blur</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r>
              <a:rPr lang="en-IN" sz="1400" b="0" dirty="0">
                <a:solidFill>
                  <a:srgbClr val="0070C1"/>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this</a:t>
            </a:r>
            <a:r>
              <a:rPr lang="en-IN" sz="1400" b="0" dirty="0">
                <a:solidFill>
                  <a:srgbClr val="000000"/>
                </a:solidFill>
                <a:effectLst/>
                <a:latin typeface="Consolas" panose="020B0609020204030204" pitchFamily="49" charset="0"/>
              </a:rPr>
              <a:t>).</a:t>
            </a:r>
            <a:r>
              <a:rPr lang="en-IN" sz="1400" b="0" dirty="0">
                <a:solidFill>
                  <a:srgbClr val="795E26"/>
                </a:solidFill>
                <a:effectLst/>
                <a:latin typeface="Consolas" panose="020B0609020204030204" pitchFamily="49" charset="0"/>
              </a:rPr>
              <a:t>next</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"span"</a:t>
            </a:r>
            <a:r>
              <a:rPr lang="en-IN" sz="1400" b="0" dirty="0">
                <a:solidFill>
                  <a:srgbClr val="000000"/>
                </a:solidFill>
                <a:effectLst/>
                <a:latin typeface="Consolas" panose="020B0609020204030204" pitchFamily="49" charset="0"/>
              </a:rPr>
              <a:t>).</a:t>
            </a:r>
            <a:r>
              <a:rPr lang="en-IN" sz="1400" b="0" dirty="0">
                <a:solidFill>
                  <a:srgbClr val="795E26"/>
                </a:solidFill>
                <a:effectLst/>
                <a:latin typeface="Consolas" panose="020B0609020204030204" pitchFamily="49" charset="0"/>
              </a:rPr>
              <a:t>show</a:t>
            </a:r>
            <a:r>
              <a:rPr lang="en-IN" sz="1400" b="0" dirty="0">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fadeOut</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"slow"</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a:t>
            </a:r>
          </a:p>
          <a:p>
            <a:r>
              <a:rPr lang="en-IN" sz="1400" b="0" dirty="0">
                <a:solidFill>
                  <a:srgbClr val="800000"/>
                </a:solidFill>
                <a:effectLst/>
                <a:latin typeface="Consolas" panose="020B0609020204030204" pitchFamily="49" charset="0"/>
              </a:rPr>
              <a:t>&lt;/script&gt;&lt;/head&gt;&lt;body&gt;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&lt;form&gt;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&lt;label&gt;</a:t>
            </a:r>
            <a:r>
              <a:rPr lang="en-IN" sz="1400" b="0" dirty="0">
                <a:solidFill>
                  <a:srgbClr val="000000"/>
                </a:solidFill>
                <a:effectLst/>
                <a:latin typeface="Consolas" panose="020B0609020204030204" pitchFamily="49" charset="0"/>
              </a:rPr>
              <a:t>Email: </a:t>
            </a:r>
            <a:r>
              <a:rPr lang="en-IN" sz="1400" b="0" dirty="0">
                <a:solidFill>
                  <a:srgbClr val="800000"/>
                </a:solidFill>
                <a:effectLst/>
                <a:latin typeface="Consolas" panose="020B0609020204030204" pitchFamily="49" charset="0"/>
              </a:rPr>
              <a:t>&lt;input</a:t>
            </a:r>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type</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"text"</a:t>
            </a:r>
            <a:r>
              <a:rPr lang="en-IN" sz="1400" b="0" dirty="0">
                <a:solidFill>
                  <a:srgbClr val="800000"/>
                </a:solidFill>
                <a:effectLst/>
                <a:latin typeface="Consolas" panose="020B0609020204030204" pitchFamily="49" charset="0"/>
              </a:rPr>
              <a:t>&gt;</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&lt;span&gt;</a:t>
            </a:r>
            <a:r>
              <a:rPr lang="en-IN" sz="1400" b="0" dirty="0">
                <a:solidFill>
                  <a:srgbClr val="000000"/>
                </a:solidFill>
                <a:effectLst/>
                <a:latin typeface="Consolas" panose="020B0609020204030204" pitchFamily="49" charset="0"/>
              </a:rPr>
              <a:t>blur fire</a:t>
            </a:r>
            <a:r>
              <a:rPr lang="en-IN" sz="1400" b="0" dirty="0">
                <a:solidFill>
                  <a:srgbClr val="800000"/>
                </a:solidFill>
                <a:effectLst/>
                <a:latin typeface="Consolas" panose="020B0609020204030204" pitchFamily="49" charset="0"/>
              </a:rPr>
              <a:t>&lt;/span&gt;&lt;/label&gt;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&lt;label&gt;</a:t>
            </a:r>
            <a:r>
              <a:rPr lang="en-IN" sz="1400" b="0" dirty="0">
                <a:solidFill>
                  <a:srgbClr val="000000"/>
                </a:solidFill>
                <a:effectLst/>
                <a:latin typeface="Consolas" panose="020B0609020204030204" pitchFamily="49" charset="0"/>
              </a:rPr>
              <a:t>Password: </a:t>
            </a:r>
            <a:r>
              <a:rPr lang="en-IN" sz="1400" b="0" dirty="0">
                <a:solidFill>
                  <a:srgbClr val="800000"/>
                </a:solidFill>
                <a:effectLst/>
                <a:latin typeface="Consolas" panose="020B0609020204030204" pitchFamily="49" charset="0"/>
              </a:rPr>
              <a:t>&lt;input</a:t>
            </a:r>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type</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"password"</a:t>
            </a:r>
            <a:r>
              <a:rPr lang="en-IN" sz="1400" b="0" dirty="0">
                <a:solidFill>
                  <a:srgbClr val="800000"/>
                </a:solidFill>
                <a:effectLst/>
                <a:latin typeface="Consolas" panose="020B0609020204030204" pitchFamily="49" charset="0"/>
              </a:rPr>
              <a:t>&gt;</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&lt;span&gt;</a:t>
            </a:r>
            <a:r>
              <a:rPr lang="en-IN" sz="1400" b="0" dirty="0">
                <a:solidFill>
                  <a:srgbClr val="000000"/>
                </a:solidFill>
                <a:effectLst/>
                <a:latin typeface="Consolas" panose="020B0609020204030204" pitchFamily="49" charset="0"/>
              </a:rPr>
              <a:t>blur fire</a:t>
            </a:r>
            <a:r>
              <a:rPr lang="en-IN" sz="1400" b="0" dirty="0">
                <a:solidFill>
                  <a:srgbClr val="800000"/>
                </a:solidFill>
                <a:effectLst/>
                <a:latin typeface="Consolas" panose="020B0609020204030204" pitchFamily="49" charset="0"/>
              </a:rPr>
              <a:t>&lt;/span&gt;&lt;/label&gt;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&lt;label&gt;&lt;input</a:t>
            </a:r>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type</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"submit"</a:t>
            </a:r>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value</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"Sign In"</a:t>
            </a:r>
            <a:r>
              <a:rPr lang="en-IN" sz="1400" b="0" dirty="0">
                <a:solidFill>
                  <a:srgbClr val="800000"/>
                </a:solidFill>
                <a:effectLst/>
                <a:latin typeface="Consolas" panose="020B0609020204030204" pitchFamily="49" charset="0"/>
              </a:rPr>
              <a:t>&gt;</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&lt;span&gt;</a:t>
            </a:r>
            <a:r>
              <a:rPr lang="en-IN" sz="1400" b="0" dirty="0">
                <a:solidFill>
                  <a:srgbClr val="000000"/>
                </a:solidFill>
                <a:effectLst/>
                <a:latin typeface="Consolas" panose="020B0609020204030204" pitchFamily="49" charset="0"/>
              </a:rPr>
              <a:t>blur fire</a:t>
            </a:r>
            <a:r>
              <a:rPr lang="en-IN" sz="1400" b="0" dirty="0">
                <a:solidFill>
                  <a:srgbClr val="800000"/>
                </a:solidFill>
                <a:effectLst/>
                <a:latin typeface="Consolas" panose="020B0609020204030204" pitchFamily="49" charset="0"/>
              </a:rPr>
              <a:t>&lt;/span&gt;&lt;/label&gt;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&lt;/form&gt;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&lt;p&gt;&lt;strong&gt;</a:t>
            </a:r>
            <a:r>
              <a:rPr lang="en-IN" sz="1400" b="0" dirty="0">
                <a:solidFill>
                  <a:srgbClr val="000000"/>
                </a:solidFill>
                <a:effectLst/>
                <a:latin typeface="Consolas" panose="020B0609020204030204" pitchFamily="49" charset="0"/>
              </a:rPr>
              <a:t>Note:</a:t>
            </a:r>
            <a:r>
              <a:rPr lang="en-IN" sz="1400" b="0" dirty="0">
                <a:solidFill>
                  <a:srgbClr val="800000"/>
                </a:solidFill>
                <a:effectLst/>
                <a:latin typeface="Consolas" panose="020B0609020204030204" pitchFamily="49" charset="0"/>
              </a:rPr>
              <a:t>&lt;/strong&gt;</a:t>
            </a:r>
            <a:r>
              <a:rPr lang="en-IN" sz="1400" b="0" dirty="0">
                <a:solidFill>
                  <a:srgbClr val="000000"/>
                </a:solidFill>
                <a:effectLst/>
                <a:latin typeface="Consolas" panose="020B0609020204030204" pitchFamily="49" charset="0"/>
              </a:rPr>
              <a:t> Click away from the form control or press the "Tab" key to remove focus.</a:t>
            </a:r>
            <a:r>
              <a:rPr lang="en-IN" sz="1400" b="0" dirty="0">
                <a:solidFill>
                  <a:srgbClr val="800000"/>
                </a:solidFill>
                <a:effectLst/>
                <a:latin typeface="Consolas" panose="020B0609020204030204" pitchFamily="49" charset="0"/>
              </a:rPr>
              <a:t>&lt;/p&gt;</a:t>
            </a:r>
            <a:endParaRPr lang="en-IN" sz="1400" b="0" dirty="0">
              <a:solidFill>
                <a:srgbClr val="000000"/>
              </a:solidFill>
              <a:effectLst/>
              <a:latin typeface="Consolas" panose="020B0609020204030204" pitchFamily="49" charset="0"/>
            </a:endParaRPr>
          </a:p>
          <a:p>
            <a:r>
              <a:rPr lang="en-IN" sz="1400" b="0" dirty="0">
                <a:solidFill>
                  <a:srgbClr val="800000"/>
                </a:solidFill>
                <a:effectLst/>
                <a:latin typeface="Consolas" panose="020B0609020204030204" pitchFamily="49" charset="0"/>
              </a:rPr>
              <a:t>&lt;/body&gt;</a:t>
            </a:r>
            <a:endParaRPr lang="en-IN" sz="1400" b="0" dirty="0">
              <a:solidFill>
                <a:srgbClr val="000000"/>
              </a:solidFill>
              <a:effectLst/>
              <a:latin typeface="Consolas" panose="020B0609020204030204" pitchFamily="49" charset="0"/>
            </a:endParaRPr>
          </a:p>
          <a:p>
            <a:r>
              <a:rPr lang="en-IN" sz="1400" b="0" dirty="0">
                <a:solidFill>
                  <a:srgbClr val="800000"/>
                </a:solidFill>
                <a:effectLst/>
                <a:latin typeface="Consolas" panose="020B0609020204030204" pitchFamily="49" charset="0"/>
              </a:rPr>
              <a:t>&lt;/html&gt;</a:t>
            </a:r>
            <a:endParaRPr lang="en-IN" sz="1400"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3268484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DA8BDCA-09BD-43FC-A6CA-5A07C32E5915}"/>
              </a:ext>
            </a:extLst>
          </p:cNvPr>
          <p:cNvSpPr txBox="1"/>
          <p:nvPr/>
        </p:nvSpPr>
        <p:spPr>
          <a:xfrm>
            <a:off x="0" y="37883"/>
            <a:ext cx="6135328" cy="1754326"/>
          </a:xfrm>
          <a:prstGeom prst="rect">
            <a:avLst/>
          </a:prstGeom>
          <a:noFill/>
        </p:spPr>
        <p:txBody>
          <a:bodyPr wrap="square">
            <a:spAutoFit/>
          </a:bodyPr>
          <a:lstStyle/>
          <a:p>
            <a:pPr algn="ctr"/>
            <a:r>
              <a:rPr lang="en-US" b="1" dirty="0"/>
              <a:t>The submit() Method</a:t>
            </a:r>
          </a:p>
          <a:p>
            <a:r>
              <a:rPr lang="en-US" dirty="0"/>
              <a:t>		The jQuery submit() method attach an event handler function to the &lt;form&gt; elements that is executed when the user is attempting to submit a form. The following example will display a message depending on the value entered when you try to submit the form.</a:t>
            </a:r>
            <a:endParaRPr lang="en-IN" dirty="0"/>
          </a:p>
        </p:txBody>
      </p:sp>
      <p:sp>
        <p:nvSpPr>
          <p:cNvPr id="7" name="TextBox 6">
            <a:extLst>
              <a:ext uri="{FF2B5EF4-FFF2-40B4-BE49-F238E27FC236}">
                <a16:creationId xmlns:a16="http://schemas.microsoft.com/office/drawing/2014/main" id="{753E0D1A-3FBC-4138-A877-CD2F32007A87}"/>
              </a:ext>
            </a:extLst>
          </p:cNvPr>
          <p:cNvSpPr txBox="1"/>
          <p:nvPr/>
        </p:nvSpPr>
        <p:spPr>
          <a:xfrm>
            <a:off x="0" y="1765450"/>
            <a:ext cx="6135328" cy="4204036"/>
          </a:xfrm>
          <a:prstGeom prst="rect">
            <a:avLst/>
          </a:prstGeom>
          <a:noFill/>
        </p:spPr>
        <p:txBody>
          <a:bodyPr wrap="square">
            <a:spAutoFit/>
          </a:bodyPr>
          <a:lstStyle/>
          <a:p>
            <a:pPr>
              <a:lnSpc>
                <a:spcPct val="150000"/>
              </a:lnSpc>
            </a:pPr>
            <a:r>
              <a:rPr lang="en-IN" b="0" i="0" dirty="0">
                <a:solidFill>
                  <a:srgbClr val="5F6364"/>
                </a:solidFill>
                <a:effectLst/>
                <a:latin typeface="Consolas" panose="020B0609020204030204" pitchFamily="49" charset="0"/>
              </a:rPr>
              <a:t>&lt;</a:t>
            </a:r>
            <a:r>
              <a:rPr lang="en-IN" b="0" i="0" dirty="0">
                <a:solidFill>
                  <a:srgbClr val="990055"/>
                </a:solidFill>
                <a:effectLst/>
                <a:latin typeface="Consolas" panose="020B0609020204030204" pitchFamily="49" charset="0"/>
              </a:rPr>
              <a:t>script</a:t>
            </a:r>
            <a:r>
              <a:rPr lang="en-IN" b="0" i="0" dirty="0">
                <a:solidFill>
                  <a:srgbClr val="5F6364"/>
                </a:solidFill>
                <a:effectLst/>
                <a:latin typeface="Consolas" panose="020B0609020204030204" pitchFamily="49" charset="0"/>
              </a:rPr>
              <a:t>&gt;</a:t>
            </a:r>
          </a:p>
          <a:p>
            <a:pPr>
              <a:lnSpc>
                <a:spcPct val="150000"/>
              </a:lnSpc>
            </a:pPr>
            <a:r>
              <a:rPr lang="en-IN" b="0" i="0" dirty="0">
                <a:solidFill>
                  <a:srgbClr val="000000"/>
                </a:solidFill>
                <a:effectLst/>
                <a:latin typeface="Consolas" panose="020B0609020204030204" pitchFamily="49" charset="0"/>
              </a:rPr>
              <a:t> </a:t>
            </a:r>
            <a:r>
              <a:rPr lang="en-IN" b="0" i="0" dirty="0">
                <a:solidFill>
                  <a:srgbClr val="DD4A68"/>
                </a:solidFill>
                <a:effectLst/>
                <a:latin typeface="Consolas" panose="020B0609020204030204" pitchFamily="49" charset="0"/>
              </a:rPr>
              <a:t>$</a:t>
            </a:r>
            <a:r>
              <a:rPr lang="en-IN" b="0" i="0" dirty="0">
                <a:solidFill>
                  <a:srgbClr val="5F6364"/>
                </a:solidFill>
                <a:effectLst/>
                <a:latin typeface="Consolas" panose="020B0609020204030204" pitchFamily="49" charset="0"/>
              </a:rPr>
              <a:t>(</a:t>
            </a:r>
            <a:r>
              <a:rPr lang="en-IN" b="0" i="0" dirty="0">
                <a:solidFill>
                  <a:srgbClr val="000000"/>
                </a:solidFill>
                <a:effectLst/>
                <a:latin typeface="Consolas" panose="020B0609020204030204" pitchFamily="49" charset="0"/>
              </a:rPr>
              <a:t>document</a:t>
            </a:r>
            <a:r>
              <a:rPr lang="en-IN" b="0" i="0" dirty="0">
                <a:solidFill>
                  <a:srgbClr val="5F6364"/>
                </a:solidFill>
                <a:effectLst/>
                <a:latin typeface="Consolas" panose="020B0609020204030204" pitchFamily="49" charset="0"/>
              </a:rPr>
              <a:t>).</a:t>
            </a:r>
            <a:r>
              <a:rPr lang="en-IN" b="0" i="0" dirty="0">
                <a:solidFill>
                  <a:srgbClr val="DD4A68"/>
                </a:solidFill>
                <a:effectLst/>
                <a:latin typeface="Consolas" panose="020B0609020204030204" pitchFamily="49" charset="0"/>
              </a:rPr>
              <a:t>ready</a:t>
            </a:r>
            <a:r>
              <a:rPr lang="en-IN" b="0" i="0" dirty="0">
                <a:solidFill>
                  <a:srgbClr val="5F6364"/>
                </a:solidFill>
                <a:effectLst/>
                <a:latin typeface="Consolas" panose="020B0609020204030204" pitchFamily="49" charset="0"/>
              </a:rPr>
              <a:t>(</a:t>
            </a:r>
            <a:r>
              <a:rPr lang="en-IN" b="0" i="0" dirty="0">
                <a:solidFill>
                  <a:srgbClr val="0077AA"/>
                </a:solidFill>
                <a:effectLst/>
                <a:latin typeface="Consolas" panose="020B0609020204030204" pitchFamily="49" charset="0"/>
              </a:rPr>
              <a:t>function</a:t>
            </a:r>
            <a:r>
              <a:rPr lang="en-IN" b="0" i="0" dirty="0">
                <a:solidFill>
                  <a:srgbClr val="5F6364"/>
                </a:solidFill>
                <a:effectLst/>
                <a:latin typeface="Consolas" panose="020B0609020204030204" pitchFamily="49" charset="0"/>
              </a:rPr>
              <a:t>(){</a:t>
            </a:r>
          </a:p>
          <a:p>
            <a:pPr>
              <a:lnSpc>
                <a:spcPct val="150000"/>
              </a:lnSpc>
            </a:pPr>
            <a:r>
              <a:rPr lang="en-IN" b="0" i="0" dirty="0">
                <a:solidFill>
                  <a:srgbClr val="000000"/>
                </a:solidFill>
                <a:effectLst/>
                <a:latin typeface="Consolas" panose="020B0609020204030204" pitchFamily="49" charset="0"/>
              </a:rPr>
              <a:t> </a:t>
            </a:r>
            <a:r>
              <a:rPr lang="en-IN" b="0" i="0" dirty="0">
                <a:solidFill>
                  <a:srgbClr val="DD4A68"/>
                </a:solidFill>
                <a:effectLst/>
                <a:latin typeface="Consolas" panose="020B0609020204030204" pitchFamily="49" charset="0"/>
              </a:rPr>
              <a:t>$</a:t>
            </a:r>
            <a:r>
              <a:rPr lang="en-IN" b="0" i="0" dirty="0">
                <a:solidFill>
                  <a:srgbClr val="5F6364"/>
                </a:solidFill>
                <a:effectLst/>
                <a:latin typeface="Consolas" panose="020B0609020204030204" pitchFamily="49" charset="0"/>
              </a:rPr>
              <a:t>(</a:t>
            </a:r>
            <a:r>
              <a:rPr lang="en-IN" b="0" i="0" dirty="0">
                <a:solidFill>
                  <a:srgbClr val="669900"/>
                </a:solidFill>
                <a:effectLst/>
                <a:latin typeface="Consolas" panose="020B0609020204030204" pitchFamily="49" charset="0"/>
              </a:rPr>
              <a:t>"form"</a:t>
            </a:r>
            <a:r>
              <a:rPr lang="en-IN" b="0" i="0" dirty="0">
                <a:solidFill>
                  <a:srgbClr val="5F6364"/>
                </a:solidFill>
                <a:effectLst/>
                <a:latin typeface="Consolas" panose="020B0609020204030204" pitchFamily="49" charset="0"/>
              </a:rPr>
              <a:t>).</a:t>
            </a:r>
            <a:r>
              <a:rPr lang="en-IN" b="0" i="0" dirty="0">
                <a:solidFill>
                  <a:srgbClr val="DD4A68"/>
                </a:solidFill>
                <a:effectLst/>
                <a:latin typeface="Consolas" panose="020B0609020204030204" pitchFamily="49" charset="0"/>
              </a:rPr>
              <a:t>submit</a:t>
            </a:r>
            <a:r>
              <a:rPr lang="en-IN" b="0" i="0" dirty="0">
                <a:solidFill>
                  <a:srgbClr val="5F6364"/>
                </a:solidFill>
                <a:effectLst/>
                <a:latin typeface="Consolas" panose="020B0609020204030204" pitchFamily="49" charset="0"/>
              </a:rPr>
              <a:t>(</a:t>
            </a:r>
            <a:r>
              <a:rPr lang="en-IN" b="0" i="0" dirty="0">
                <a:solidFill>
                  <a:srgbClr val="0077AA"/>
                </a:solidFill>
                <a:effectLst/>
                <a:latin typeface="Consolas" panose="020B0609020204030204" pitchFamily="49" charset="0"/>
              </a:rPr>
              <a:t>function</a:t>
            </a:r>
            <a:r>
              <a:rPr lang="en-IN" b="0" i="0" dirty="0">
                <a:solidFill>
                  <a:srgbClr val="5F6364"/>
                </a:solidFill>
                <a:effectLst/>
                <a:latin typeface="Consolas" panose="020B0609020204030204" pitchFamily="49" charset="0"/>
              </a:rPr>
              <a:t>(</a:t>
            </a:r>
            <a:r>
              <a:rPr lang="en-IN" b="0" i="0" dirty="0">
                <a:solidFill>
                  <a:srgbClr val="000000"/>
                </a:solidFill>
                <a:effectLst/>
                <a:latin typeface="Consolas" panose="020B0609020204030204" pitchFamily="49" charset="0"/>
              </a:rPr>
              <a:t>event</a:t>
            </a:r>
            <a:r>
              <a:rPr lang="en-IN" b="0" i="0" dirty="0">
                <a:solidFill>
                  <a:srgbClr val="5F6364"/>
                </a:solidFill>
                <a:effectLst/>
                <a:latin typeface="Consolas" panose="020B0609020204030204" pitchFamily="49" charset="0"/>
              </a:rPr>
              <a:t>){</a:t>
            </a:r>
          </a:p>
          <a:p>
            <a:pPr>
              <a:lnSpc>
                <a:spcPct val="150000"/>
              </a:lnSpc>
            </a:pPr>
            <a:r>
              <a:rPr lang="en-IN" b="0" i="0" dirty="0">
                <a:solidFill>
                  <a:srgbClr val="000000"/>
                </a:solidFill>
                <a:effectLst/>
                <a:latin typeface="Consolas" panose="020B0609020204030204" pitchFamily="49" charset="0"/>
              </a:rPr>
              <a:t> </a:t>
            </a:r>
            <a:r>
              <a:rPr lang="en-IN" b="0" i="0" dirty="0">
                <a:solidFill>
                  <a:srgbClr val="0077AA"/>
                </a:solidFill>
                <a:effectLst/>
                <a:latin typeface="Consolas" panose="020B0609020204030204" pitchFamily="49" charset="0"/>
              </a:rPr>
              <a:t>var</a:t>
            </a:r>
            <a:r>
              <a:rPr lang="en-IN" b="0" i="0" dirty="0">
                <a:solidFill>
                  <a:srgbClr val="000000"/>
                </a:solidFill>
                <a:effectLst/>
                <a:latin typeface="Consolas" panose="020B0609020204030204" pitchFamily="49" charset="0"/>
              </a:rPr>
              <a:t> regex </a:t>
            </a:r>
            <a:r>
              <a:rPr lang="en-IN" b="0" i="0" dirty="0">
                <a:solidFill>
                  <a:srgbClr val="A67F59"/>
                </a:solidFill>
                <a:effectLst/>
                <a:latin typeface="Consolas" panose="020B0609020204030204" pitchFamily="49" charset="0"/>
              </a:rPr>
              <a:t>=</a:t>
            </a:r>
            <a:r>
              <a:rPr lang="en-IN" b="0" i="0" dirty="0">
                <a:solidFill>
                  <a:srgbClr val="000000"/>
                </a:solidFill>
                <a:effectLst/>
                <a:latin typeface="Consolas" panose="020B0609020204030204" pitchFamily="49" charset="0"/>
              </a:rPr>
              <a:t> </a:t>
            </a:r>
            <a:r>
              <a:rPr lang="en-IN" b="0" i="0" dirty="0">
                <a:solidFill>
                  <a:srgbClr val="EE9900"/>
                </a:solidFill>
                <a:effectLst/>
                <a:latin typeface="Consolas" panose="020B0609020204030204" pitchFamily="49" charset="0"/>
              </a:rPr>
              <a:t>/^[a-</a:t>
            </a:r>
            <a:r>
              <a:rPr lang="en-IN" b="0" i="0" dirty="0" err="1">
                <a:solidFill>
                  <a:srgbClr val="EE9900"/>
                </a:solidFill>
                <a:effectLst/>
                <a:latin typeface="Consolas" panose="020B0609020204030204" pitchFamily="49" charset="0"/>
              </a:rPr>
              <a:t>zA</a:t>
            </a:r>
            <a:r>
              <a:rPr lang="en-IN" b="0" i="0" dirty="0">
                <a:solidFill>
                  <a:srgbClr val="EE9900"/>
                </a:solidFill>
                <a:effectLst/>
                <a:latin typeface="Consolas" panose="020B0609020204030204" pitchFamily="49" charset="0"/>
              </a:rPr>
              <a:t>-Z]+$/</a:t>
            </a:r>
            <a:r>
              <a:rPr lang="en-IN" b="0" i="0" dirty="0">
                <a:solidFill>
                  <a:srgbClr val="5F6364"/>
                </a:solidFill>
                <a:effectLst/>
                <a:latin typeface="Consolas" panose="020B0609020204030204" pitchFamily="49" charset="0"/>
              </a:rPr>
              <a:t>;</a:t>
            </a:r>
          </a:p>
          <a:p>
            <a:pPr>
              <a:lnSpc>
                <a:spcPct val="150000"/>
              </a:lnSpc>
            </a:pPr>
            <a:r>
              <a:rPr lang="en-IN" b="0" i="0" dirty="0">
                <a:solidFill>
                  <a:srgbClr val="000000"/>
                </a:solidFill>
                <a:effectLst/>
                <a:latin typeface="Consolas" panose="020B0609020204030204" pitchFamily="49" charset="0"/>
              </a:rPr>
              <a:t> </a:t>
            </a:r>
            <a:r>
              <a:rPr lang="en-IN" b="0" i="0" dirty="0">
                <a:solidFill>
                  <a:srgbClr val="0077AA"/>
                </a:solidFill>
                <a:effectLst/>
                <a:latin typeface="Consolas" panose="020B0609020204030204" pitchFamily="49" charset="0"/>
              </a:rPr>
              <a:t>var</a:t>
            </a:r>
            <a:r>
              <a:rPr lang="en-IN" b="0" i="0" dirty="0">
                <a:solidFill>
                  <a:srgbClr val="000000"/>
                </a:solidFill>
                <a:effectLst/>
                <a:latin typeface="Consolas" panose="020B0609020204030204" pitchFamily="49" charset="0"/>
              </a:rPr>
              <a:t> </a:t>
            </a:r>
            <a:r>
              <a:rPr lang="en-IN" b="0" i="0" dirty="0" err="1">
                <a:solidFill>
                  <a:srgbClr val="000000"/>
                </a:solidFill>
                <a:effectLst/>
                <a:latin typeface="Consolas" panose="020B0609020204030204" pitchFamily="49" charset="0"/>
              </a:rPr>
              <a:t>currentValue</a:t>
            </a:r>
            <a:r>
              <a:rPr lang="en-IN" b="0" i="0" dirty="0">
                <a:solidFill>
                  <a:srgbClr val="000000"/>
                </a:solidFill>
                <a:effectLst/>
                <a:latin typeface="Consolas" panose="020B0609020204030204" pitchFamily="49" charset="0"/>
              </a:rPr>
              <a:t> </a:t>
            </a:r>
            <a:r>
              <a:rPr lang="en-IN" b="0" i="0" dirty="0">
                <a:solidFill>
                  <a:srgbClr val="A67F59"/>
                </a:solidFill>
                <a:effectLst/>
                <a:latin typeface="Consolas" panose="020B0609020204030204" pitchFamily="49" charset="0"/>
              </a:rPr>
              <a:t>=</a:t>
            </a:r>
            <a:r>
              <a:rPr lang="en-IN" b="0" i="0" dirty="0">
                <a:solidFill>
                  <a:srgbClr val="000000"/>
                </a:solidFill>
                <a:effectLst/>
                <a:latin typeface="Consolas" panose="020B0609020204030204" pitchFamily="49" charset="0"/>
              </a:rPr>
              <a:t> </a:t>
            </a:r>
            <a:r>
              <a:rPr lang="en-IN" b="0" i="0" dirty="0">
                <a:solidFill>
                  <a:srgbClr val="DD4A68"/>
                </a:solidFill>
                <a:effectLst/>
                <a:latin typeface="Consolas" panose="020B0609020204030204" pitchFamily="49" charset="0"/>
              </a:rPr>
              <a:t>$</a:t>
            </a:r>
            <a:r>
              <a:rPr lang="en-IN" b="0" i="0" dirty="0">
                <a:solidFill>
                  <a:srgbClr val="5F6364"/>
                </a:solidFill>
                <a:effectLst/>
                <a:latin typeface="Consolas" panose="020B0609020204030204" pitchFamily="49" charset="0"/>
              </a:rPr>
              <a:t>(</a:t>
            </a:r>
            <a:r>
              <a:rPr lang="en-IN" b="0" i="0" dirty="0">
                <a:solidFill>
                  <a:srgbClr val="669900"/>
                </a:solidFill>
                <a:effectLst/>
                <a:latin typeface="Consolas" panose="020B0609020204030204" pitchFamily="49" charset="0"/>
              </a:rPr>
              <a:t>"#</a:t>
            </a:r>
            <a:r>
              <a:rPr lang="en-IN" b="0" i="0" dirty="0" err="1">
                <a:solidFill>
                  <a:srgbClr val="669900"/>
                </a:solidFill>
                <a:effectLst/>
                <a:latin typeface="Consolas" panose="020B0609020204030204" pitchFamily="49" charset="0"/>
              </a:rPr>
              <a:t>firstName</a:t>
            </a:r>
            <a:r>
              <a:rPr lang="en-IN" b="0" i="0" dirty="0">
                <a:solidFill>
                  <a:srgbClr val="669900"/>
                </a:solidFill>
                <a:effectLst/>
                <a:latin typeface="Consolas" panose="020B0609020204030204" pitchFamily="49" charset="0"/>
              </a:rPr>
              <a:t>"</a:t>
            </a:r>
            <a:r>
              <a:rPr lang="en-IN" b="0" i="0" dirty="0">
                <a:solidFill>
                  <a:srgbClr val="5F6364"/>
                </a:solidFill>
                <a:effectLst/>
                <a:latin typeface="Consolas" panose="020B0609020204030204" pitchFamily="49" charset="0"/>
              </a:rPr>
              <a:t>).</a:t>
            </a:r>
            <a:r>
              <a:rPr lang="en-IN" b="0" i="0" dirty="0" err="1">
                <a:solidFill>
                  <a:srgbClr val="DD4A68"/>
                </a:solidFill>
                <a:effectLst/>
                <a:latin typeface="Consolas" panose="020B0609020204030204" pitchFamily="49" charset="0"/>
              </a:rPr>
              <a:t>val</a:t>
            </a:r>
            <a:r>
              <a:rPr lang="en-IN" b="0" i="0" dirty="0">
                <a:solidFill>
                  <a:srgbClr val="5F6364"/>
                </a:solidFill>
                <a:effectLst/>
                <a:latin typeface="Consolas" panose="020B0609020204030204" pitchFamily="49" charset="0"/>
              </a:rPr>
              <a:t>();</a:t>
            </a:r>
          </a:p>
          <a:p>
            <a:pPr>
              <a:lnSpc>
                <a:spcPct val="150000"/>
              </a:lnSpc>
            </a:pPr>
            <a:r>
              <a:rPr lang="en-IN" b="0" i="0" dirty="0">
                <a:solidFill>
                  <a:srgbClr val="000000"/>
                </a:solidFill>
                <a:effectLst/>
                <a:latin typeface="Consolas" panose="020B0609020204030204" pitchFamily="49" charset="0"/>
              </a:rPr>
              <a:t> </a:t>
            </a:r>
            <a:r>
              <a:rPr lang="en-IN" b="0" i="0" dirty="0">
                <a:solidFill>
                  <a:srgbClr val="0077AA"/>
                </a:solidFill>
                <a:effectLst/>
                <a:latin typeface="Consolas" panose="020B0609020204030204" pitchFamily="49" charset="0"/>
              </a:rPr>
              <a:t>if</a:t>
            </a:r>
            <a:r>
              <a:rPr lang="en-IN" b="0" i="0" dirty="0">
                <a:solidFill>
                  <a:srgbClr val="5F6364"/>
                </a:solidFill>
                <a:effectLst/>
                <a:latin typeface="Consolas" panose="020B0609020204030204" pitchFamily="49" charset="0"/>
              </a:rPr>
              <a:t>(</a:t>
            </a:r>
            <a:r>
              <a:rPr lang="en-IN" b="0" i="0" dirty="0" err="1">
                <a:solidFill>
                  <a:srgbClr val="000000"/>
                </a:solidFill>
                <a:effectLst/>
                <a:latin typeface="Consolas" panose="020B0609020204030204" pitchFamily="49" charset="0"/>
              </a:rPr>
              <a:t>regex</a:t>
            </a:r>
            <a:r>
              <a:rPr lang="en-IN" b="0" i="0" dirty="0" err="1">
                <a:solidFill>
                  <a:srgbClr val="5F6364"/>
                </a:solidFill>
                <a:effectLst/>
                <a:latin typeface="Consolas" panose="020B0609020204030204" pitchFamily="49" charset="0"/>
              </a:rPr>
              <a:t>.</a:t>
            </a:r>
            <a:r>
              <a:rPr lang="en-IN" b="0" i="0" dirty="0" err="1">
                <a:solidFill>
                  <a:srgbClr val="DD4A68"/>
                </a:solidFill>
                <a:effectLst/>
                <a:latin typeface="Consolas" panose="020B0609020204030204" pitchFamily="49" charset="0"/>
              </a:rPr>
              <a:t>test</a:t>
            </a:r>
            <a:r>
              <a:rPr lang="en-IN" b="0" i="0" dirty="0">
                <a:solidFill>
                  <a:srgbClr val="5F6364"/>
                </a:solidFill>
                <a:effectLst/>
                <a:latin typeface="Consolas" panose="020B0609020204030204" pitchFamily="49" charset="0"/>
              </a:rPr>
              <a:t>(</a:t>
            </a:r>
            <a:r>
              <a:rPr lang="en-IN" b="0" i="0" dirty="0" err="1">
                <a:solidFill>
                  <a:srgbClr val="000000"/>
                </a:solidFill>
                <a:effectLst/>
                <a:latin typeface="Consolas" panose="020B0609020204030204" pitchFamily="49" charset="0"/>
              </a:rPr>
              <a:t>currentValue</a:t>
            </a:r>
            <a:r>
              <a:rPr lang="en-IN" b="0" i="0" dirty="0">
                <a:solidFill>
                  <a:srgbClr val="5F6364"/>
                </a:solidFill>
                <a:effectLst/>
                <a:latin typeface="Consolas" panose="020B0609020204030204" pitchFamily="49" charset="0"/>
              </a:rPr>
              <a:t>)</a:t>
            </a:r>
            <a:r>
              <a:rPr lang="en-IN" b="0" i="0" dirty="0">
                <a:solidFill>
                  <a:srgbClr val="000000"/>
                </a:solidFill>
                <a:effectLst/>
                <a:latin typeface="Consolas" panose="020B0609020204030204" pitchFamily="49" charset="0"/>
              </a:rPr>
              <a:t> </a:t>
            </a:r>
            <a:r>
              <a:rPr lang="en-IN" b="0" i="0" dirty="0">
                <a:solidFill>
                  <a:srgbClr val="A67F59"/>
                </a:solidFill>
                <a:effectLst/>
                <a:latin typeface="Consolas" panose="020B0609020204030204" pitchFamily="49" charset="0"/>
              </a:rPr>
              <a:t>==</a:t>
            </a:r>
            <a:r>
              <a:rPr lang="en-IN" b="0" i="0" dirty="0">
                <a:solidFill>
                  <a:srgbClr val="000000"/>
                </a:solidFill>
                <a:effectLst/>
                <a:latin typeface="Consolas" panose="020B0609020204030204" pitchFamily="49" charset="0"/>
              </a:rPr>
              <a:t> </a:t>
            </a:r>
            <a:r>
              <a:rPr lang="en-IN" b="0" i="0" dirty="0">
                <a:solidFill>
                  <a:srgbClr val="990055"/>
                </a:solidFill>
                <a:effectLst/>
                <a:latin typeface="Consolas" panose="020B0609020204030204" pitchFamily="49" charset="0"/>
              </a:rPr>
              <a:t>false</a:t>
            </a:r>
            <a:r>
              <a:rPr lang="en-IN" b="0" i="0" dirty="0">
                <a:solidFill>
                  <a:srgbClr val="5F6364"/>
                </a:solidFill>
                <a:effectLst/>
                <a:latin typeface="Consolas" panose="020B0609020204030204" pitchFamily="49" charset="0"/>
              </a:rPr>
              <a:t>){</a:t>
            </a:r>
          </a:p>
          <a:p>
            <a:pPr>
              <a:lnSpc>
                <a:spcPct val="150000"/>
              </a:lnSpc>
            </a:pPr>
            <a:r>
              <a:rPr lang="en-IN" b="0" i="0" dirty="0">
                <a:solidFill>
                  <a:srgbClr val="000000"/>
                </a:solidFill>
                <a:effectLst/>
                <a:latin typeface="Consolas" panose="020B0609020204030204" pitchFamily="49" charset="0"/>
              </a:rPr>
              <a:t> </a:t>
            </a:r>
            <a:r>
              <a:rPr lang="en-IN" b="0" i="0" dirty="0">
                <a:solidFill>
                  <a:srgbClr val="DD4A68"/>
                </a:solidFill>
                <a:effectLst/>
                <a:latin typeface="Consolas" panose="020B0609020204030204" pitchFamily="49" charset="0"/>
              </a:rPr>
              <a:t>$</a:t>
            </a:r>
            <a:r>
              <a:rPr lang="en-IN" b="0" i="0" dirty="0">
                <a:solidFill>
                  <a:srgbClr val="5F6364"/>
                </a:solidFill>
                <a:effectLst/>
                <a:latin typeface="Consolas" panose="020B0609020204030204" pitchFamily="49" charset="0"/>
              </a:rPr>
              <a:t>(</a:t>
            </a:r>
            <a:r>
              <a:rPr lang="en-IN" b="0" i="0" dirty="0">
                <a:solidFill>
                  <a:srgbClr val="669900"/>
                </a:solidFill>
                <a:effectLst/>
                <a:latin typeface="Consolas" panose="020B0609020204030204" pitchFamily="49" charset="0"/>
              </a:rPr>
              <a:t>"#result"</a:t>
            </a:r>
            <a:r>
              <a:rPr lang="en-IN" b="0" i="0" dirty="0">
                <a:solidFill>
                  <a:srgbClr val="5F6364"/>
                </a:solidFill>
                <a:effectLst/>
                <a:latin typeface="Consolas" panose="020B0609020204030204" pitchFamily="49" charset="0"/>
              </a:rPr>
              <a:t>).</a:t>
            </a:r>
            <a:r>
              <a:rPr lang="en-IN" b="0" i="0" dirty="0">
                <a:solidFill>
                  <a:srgbClr val="DD4A68"/>
                </a:solidFill>
                <a:effectLst/>
                <a:latin typeface="Consolas" panose="020B0609020204030204" pitchFamily="49" charset="0"/>
              </a:rPr>
              <a:t>html</a:t>
            </a:r>
            <a:r>
              <a:rPr lang="en-IN" b="0" i="0" dirty="0">
                <a:solidFill>
                  <a:srgbClr val="5F6364"/>
                </a:solidFill>
                <a:effectLst/>
                <a:latin typeface="Consolas" panose="020B0609020204030204" pitchFamily="49" charset="0"/>
              </a:rPr>
              <a:t>(</a:t>
            </a:r>
            <a:r>
              <a:rPr lang="en-IN" b="0" i="0" dirty="0">
                <a:solidFill>
                  <a:srgbClr val="669900"/>
                </a:solidFill>
                <a:effectLst/>
                <a:latin typeface="Consolas" panose="020B0609020204030204" pitchFamily="49" charset="0"/>
              </a:rPr>
              <a:t>'&lt;p class="error"&gt;Not valid!&lt;/p&gt;'</a:t>
            </a:r>
            <a:r>
              <a:rPr lang="en-IN" b="0" i="0" dirty="0">
                <a:solidFill>
                  <a:srgbClr val="5F6364"/>
                </a:solidFill>
                <a:effectLst/>
                <a:latin typeface="Consolas" panose="020B0609020204030204" pitchFamily="49" charset="0"/>
              </a:rPr>
              <a:t>).</a:t>
            </a:r>
            <a:r>
              <a:rPr lang="en-IN" b="0" i="0" dirty="0">
                <a:solidFill>
                  <a:srgbClr val="DD4A68"/>
                </a:solidFill>
                <a:effectLst/>
                <a:latin typeface="Consolas" panose="020B0609020204030204" pitchFamily="49" charset="0"/>
              </a:rPr>
              <a:t>show</a:t>
            </a:r>
            <a:r>
              <a:rPr lang="en-IN" b="0" i="0" dirty="0">
                <a:solidFill>
                  <a:srgbClr val="5F6364"/>
                </a:solidFill>
                <a:effectLst/>
                <a:latin typeface="Consolas" panose="020B0609020204030204" pitchFamily="49" charset="0"/>
              </a:rPr>
              <a:t>().</a:t>
            </a:r>
            <a:r>
              <a:rPr lang="en-IN" b="0" i="0" dirty="0" err="1">
                <a:solidFill>
                  <a:srgbClr val="DD4A68"/>
                </a:solidFill>
                <a:effectLst/>
                <a:latin typeface="Consolas" panose="020B0609020204030204" pitchFamily="49" charset="0"/>
              </a:rPr>
              <a:t>fadeOut</a:t>
            </a:r>
            <a:r>
              <a:rPr lang="en-IN" b="0" i="0" dirty="0">
                <a:solidFill>
                  <a:srgbClr val="5F6364"/>
                </a:solidFill>
                <a:effectLst/>
                <a:latin typeface="Consolas" panose="020B0609020204030204" pitchFamily="49" charset="0"/>
              </a:rPr>
              <a:t>(</a:t>
            </a:r>
            <a:r>
              <a:rPr lang="en-IN" b="0" i="0" dirty="0">
                <a:solidFill>
                  <a:srgbClr val="990055"/>
                </a:solidFill>
                <a:effectLst/>
                <a:latin typeface="Consolas" panose="020B0609020204030204" pitchFamily="49" charset="0"/>
              </a:rPr>
              <a:t>1000</a:t>
            </a:r>
            <a:r>
              <a:rPr lang="en-IN" b="0" i="0" dirty="0">
                <a:solidFill>
                  <a:srgbClr val="5F6364"/>
                </a:solidFill>
                <a:effectLst/>
                <a:latin typeface="Consolas" panose="020B0609020204030204" pitchFamily="49" charset="0"/>
              </a:rPr>
              <a:t>);</a:t>
            </a:r>
            <a:r>
              <a:rPr lang="en-IN" b="0" i="0" dirty="0">
                <a:solidFill>
                  <a:srgbClr val="000000"/>
                </a:solidFill>
                <a:effectLst/>
                <a:latin typeface="Consolas" panose="020B0609020204030204" pitchFamily="49" charset="0"/>
              </a:rPr>
              <a:t> </a:t>
            </a:r>
          </a:p>
          <a:p>
            <a:pPr>
              <a:lnSpc>
                <a:spcPct val="150000"/>
              </a:lnSpc>
            </a:pPr>
            <a:r>
              <a:rPr lang="en-IN" b="0" i="0" dirty="0">
                <a:solidFill>
                  <a:srgbClr val="999999"/>
                </a:solidFill>
                <a:effectLst/>
                <a:latin typeface="Consolas" panose="020B0609020204030204" pitchFamily="49" charset="0"/>
              </a:rPr>
              <a:t>// Preventing form submission</a:t>
            </a:r>
            <a:r>
              <a:rPr lang="en-IN" b="0" i="0" dirty="0">
                <a:solidFill>
                  <a:srgbClr val="000000"/>
                </a:solidFill>
                <a:effectLst/>
                <a:latin typeface="Consolas" panose="020B0609020204030204" pitchFamily="49" charset="0"/>
              </a:rPr>
              <a:t> </a:t>
            </a:r>
            <a:r>
              <a:rPr lang="en-IN" b="0" i="0" dirty="0" err="1">
                <a:solidFill>
                  <a:srgbClr val="000000"/>
                </a:solidFill>
                <a:effectLst/>
                <a:latin typeface="Consolas" panose="020B0609020204030204" pitchFamily="49" charset="0"/>
              </a:rPr>
              <a:t>event</a:t>
            </a:r>
            <a:r>
              <a:rPr lang="en-IN" b="0" i="0" dirty="0" err="1">
                <a:solidFill>
                  <a:srgbClr val="5F6364"/>
                </a:solidFill>
                <a:effectLst/>
                <a:latin typeface="Consolas" panose="020B0609020204030204" pitchFamily="49" charset="0"/>
              </a:rPr>
              <a:t>.</a:t>
            </a:r>
            <a:r>
              <a:rPr lang="en-IN" b="0" i="0" dirty="0" err="1">
                <a:solidFill>
                  <a:srgbClr val="DD4A68"/>
                </a:solidFill>
                <a:effectLst/>
                <a:latin typeface="Consolas" panose="020B0609020204030204" pitchFamily="49" charset="0"/>
              </a:rPr>
              <a:t>preventDefault</a:t>
            </a:r>
            <a:r>
              <a:rPr lang="en-IN" b="0" i="0" dirty="0">
                <a:solidFill>
                  <a:srgbClr val="5F6364"/>
                </a:solidFill>
                <a:effectLst/>
                <a:latin typeface="Consolas" panose="020B0609020204030204" pitchFamily="49" charset="0"/>
              </a:rPr>
              <a:t>();</a:t>
            </a:r>
            <a:r>
              <a:rPr lang="en-IN" b="0" i="0" dirty="0">
                <a:solidFill>
                  <a:srgbClr val="000000"/>
                </a:solidFill>
                <a:effectLst/>
                <a:latin typeface="Consolas" panose="020B0609020204030204" pitchFamily="49" charset="0"/>
              </a:rPr>
              <a:t> </a:t>
            </a:r>
            <a:r>
              <a:rPr lang="en-IN" b="0" i="0" dirty="0">
                <a:solidFill>
                  <a:srgbClr val="5F6364"/>
                </a:solidFill>
                <a:effectLst/>
                <a:latin typeface="Consolas" panose="020B0609020204030204" pitchFamily="49" charset="0"/>
              </a:rPr>
              <a:t>}</a:t>
            </a:r>
            <a:r>
              <a:rPr lang="en-IN" b="0" i="0" dirty="0">
                <a:solidFill>
                  <a:srgbClr val="000000"/>
                </a:solidFill>
                <a:effectLst/>
                <a:latin typeface="Consolas" panose="020B0609020204030204" pitchFamily="49" charset="0"/>
              </a:rPr>
              <a:t> </a:t>
            </a:r>
            <a:r>
              <a:rPr lang="en-IN" b="0" i="0" dirty="0">
                <a:solidFill>
                  <a:srgbClr val="5F6364"/>
                </a:solidFill>
                <a:effectLst/>
                <a:latin typeface="Consolas" panose="020B0609020204030204" pitchFamily="49" charset="0"/>
              </a:rPr>
              <a:t>});</a:t>
            </a:r>
            <a:r>
              <a:rPr lang="en-IN" b="0" i="0" dirty="0">
                <a:solidFill>
                  <a:srgbClr val="000000"/>
                </a:solidFill>
                <a:effectLst/>
                <a:latin typeface="Consolas" panose="020B0609020204030204" pitchFamily="49" charset="0"/>
              </a:rPr>
              <a:t> </a:t>
            </a:r>
            <a:r>
              <a:rPr lang="en-IN" b="0" i="0" dirty="0">
                <a:solidFill>
                  <a:srgbClr val="5F6364"/>
                </a:solidFill>
                <a:effectLst/>
                <a:latin typeface="Consolas" panose="020B0609020204030204" pitchFamily="49" charset="0"/>
              </a:rPr>
              <a:t>});</a:t>
            </a:r>
            <a:r>
              <a:rPr lang="en-IN" b="0" i="0" dirty="0">
                <a:solidFill>
                  <a:srgbClr val="000000"/>
                </a:solidFill>
                <a:effectLst/>
                <a:latin typeface="Consolas" panose="020B0609020204030204" pitchFamily="49" charset="0"/>
              </a:rPr>
              <a:t> </a:t>
            </a:r>
            <a:r>
              <a:rPr lang="en-IN" b="0" i="0" dirty="0">
                <a:solidFill>
                  <a:srgbClr val="5F6364"/>
                </a:solidFill>
                <a:effectLst/>
                <a:latin typeface="Consolas" panose="020B0609020204030204" pitchFamily="49" charset="0"/>
              </a:rPr>
              <a:t>&lt;/</a:t>
            </a:r>
            <a:r>
              <a:rPr lang="en-IN" b="0" i="0" dirty="0">
                <a:solidFill>
                  <a:srgbClr val="990055"/>
                </a:solidFill>
                <a:effectLst/>
                <a:latin typeface="Consolas" panose="020B0609020204030204" pitchFamily="49" charset="0"/>
              </a:rPr>
              <a:t>script</a:t>
            </a:r>
            <a:r>
              <a:rPr lang="en-IN" b="0" i="0" dirty="0">
                <a:solidFill>
                  <a:srgbClr val="5F6364"/>
                </a:solidFill>
                <a:effectLst/>
                <a:latin typeface="Consolas" panose="020B0609020204030204" pitchFamily="49" charset="0"/>
              </a:rPr>
              <a:t>&gt;</a:t>
            </a:r>
            <a:endParaRPr lang="en-IN" dirty="0"/>
          </a:p>
        </p:txBody>
      </p:sp>
      <p:sp>
        <p:nvSpPr>
          <p:cNvPr id="9" name="TextBox 8">
            <a:extLst>
              <a:ext uri="{FF2B5EF4-FFF2-40B4-BE49-F238E27FC236}">
                <a16:creationId xmlns:a16="http://schemas.microsoft.com/office/drawing/2014/main" id="{384133F7-327D-4F82-9CBC-27D0AED44AA3}"/>
              </a:ext>
            </a:extLst>
          </p:cNvPr>
          <p:cNvSpPr txBox="1"/>
          <p:nvPr/>
        </p:nvSpPr>
        <p:spPr>
          <a:xfrm>
            <a:off x="5771537" y="1944469"/>
            <a:ext cx="6135328" cy="646331"/>
          </a:xfrm>
          <a:prstGeom prst="rect">
            <a:avLst/>
          </a:prstGeom>
          <a:noFill/>
        </p:spPr>
        <p:txBody>
          <a:bodyPr wrap="square">
            <a:spAutoFit/>
          </a:bodyPr>
          <a:lstStyle/>
          <a:p>
            <a:r>
              <a:rPr lang="en-US" dirty="0"/>
              <a:t>Tip: A form can be submitted either by clicking a submit button, or by pressing Enter when certain form elements have focus.</a:t>
            </a:r>
            <a:endParaRPr lang="en-IN" dirty="0"/>
          </a:p>
        </p:txBody>
      </p:sp>
    </p:spTree>
    <p:extLst>
      <p:ext uri="{BB962C8B-B14F-4D97-AF65-F5344CB8AC3E}">
        <p14:creationId xmlns:p14="http://schemas.microsoft.com/office/powerpoint/2010/main" val="2221582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7663FC9-FCAC-4D66-9B74-FAAE4F14E23A}"/>
              </a:ext>
            </a:extLst>
          </p:cNvPr>
          <p:cNvSpPr txBox="1"/>
          <p:nvPr/>
        </p:nvSpPr>
        <p:spPr>
          <a:xfrm>
            <a:off x="993058" y="89441"/>
            <a:ext cx="11198941" cy="7478970"/>
          </a:xfrm>
          <a:prstGeom prst="rect">
            <a:avLst/>
          </a:prstGeom>
          <a:noFill/>
        </p:spPr>
        <p:txBody>
          <a:bodyPr wrap="square">
            <a:spAutoFit/>
          </a:bodyPr>
          <a:lstStyle/>
          <a:p>
            <a:r>
              <a:rPr lang="en-IN" sz="1600" b="0" dirty="0">
                <a:solidFill>
                  <a:srgbClr val="800000"/>
                </a:solidFill>
                <a:effectLst/>
                <a:latin typeface="Consolas" panose="020B0609020204030204" pitchFamily="49" charset="0"/>
              </a:rPr>
              <a:t>&lt;!DOCTYPE</a:t>
            </a:r>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html</a:t>
            </a:r>
            <a:r>
              <a:rPr lang="en-IN" sz="1600" b="0" dirty="0">
                <a:solidFill>
                  <a:srgbClr val="800000"/>
                </a:solidFill>
                <a:effectLst/>
                <a:latin typeface="Consolas" panose="020B0609020204030204" pitchFamily="49" charset="0"/>
              </a:rPr>
              <a:t>&gt;</a:t>
            </a:r>
            <a:endParaRPr lang="en-IN" sz="1600" b="0" dirty="0">
              <a:solidFill>
                <a:srgbClr val="000000"/>
              </a:solidFill>
              <a:effectLst/>
              <a:latin typeface="Consolas" panose="020B0609020204030204" pitchFamily="49" charset="0"/>
            </a:endParaRPr>
          </a:p>
          <a:p>
            <a:r>
              <a:rPr lang="en-IN" sz="1600" b="0" dirty="0">
                <a:solidFill>
                  <a:srgbClr val="800000"/>
                </a:solidFill>
                <a:effectLst/>
                <a:latin typeface="Consolas" panose="020B0609020204030204" pitchFamily="49" charset="0"/>
              </a:rPr>
              <a:t>&lt;html</a:t>
            </a:r>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lang</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a:t>
            </a:r>
            <a:r>
              <a:rPr lang="en-IN" sz="1600" b="0" dirty="0" err="1">
                <a:solidFill>
                  <a:srgbClr val="0000FF"/>
                </a:solidFill>
                <a:effectLst/>
                <a:latin typeface="Consolas" panose="020B0609020204030204" pitchFamily="49" charset="0"/>
              </a:rPr>
              <a:t>en</a:t>
            </a:r>
            <a:r>
              <a:rPr lang="en-IN" sz="1600" b="0" dirty="0">
                <a:solidFill>
                  <a:srgbClr val="0000FF"/>
                </a:solidFill>
                <a:effectLst/>
                <a:latin typeface="Consolas" panose="020B0609020204030204" pitchFamily="49" charset="0"/>
              </a:rPr>
              <a:t>"</a:t>
            </a:r>
            <a:r>
              <a:rPr lang="en-IN" sz="1600" b="0" dirty="0">
                <a:solidFill>
                  <a:srgbClr val="800000"/>
                </a:solidFill>
                <a:effectLst/>
                <a:latin typeface="Consolas" panose="020B0609020204030204" pitchFamily="49" charset="0"/>
              </a:rPr>
              <a:t>&gt;&lt;head&gt;&lt;meta</a:t>
            </a:r>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charset</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"utf-8"</a:t>
            </a:r>
            <a:r>
              <a:rPr lang="en-IN" sz="1600" b="0" dirty="0">
                <a:solidFill>
                  <a:srgbClr val="800000"/>
                </a:solidFill>
                <a:effectLst/>
                <a:latin typeface="Consolas" panose="020B0609020204030204" pitchFamily="49" charset="0"/>
              </a:rPr>
              <a:t>&gt;</a:t>
            </a:r>
            <a:endParaRPr lang="en-IN" sz="1600" b="0" dirty="0">
              <a:solidFill>
                <a:srgbClr val="000000"/>
              </a:solidFill>
              <a:effectLst/>
              <a:latin typeface="Consolas" panose="020B0609020204030204" pitchFamily="49" charset="0"/>
            </a:endParaRPr>
          </a:p>
          <a:p>
            <a:r>
              <a:rPr lang="en-IN" sz="1600" b="0" dirty="0">
                <a:solidFill>
                  <a:srgbClr val="800000"/>
                </a:solidFill>
                <a:effectLst/>
                <a:latin typeface="Consolas" panose="020B0609020204030204" pitchFamily="49" charset="0"/>
              </a:rPr>
              <a:t>&lt;title&gt;</a:t>
            </a:r>
            <a:r>
              <a:rPr lang="en-IN" sz="1600" b="0" dirty="0">
                <a:solidFill>
                  <a:srgbClr val="000000"/>
                </a:solidFill>
                <a:effectLst/>
                <a:latin typeface="Consolas" panose="020B0609020204030204" pitchFamily="49" charset="0"/>
              </a:rPr>
              <a:t>Executing a Function on Form Submit Event in jQuery</a:t>
            </a:r>
            <a:r>
              <a:rPr lang="en-IN" sz="1600" b="0" dirty="0">
                <a:solidFill>
                  <a:srgbClr val="800000"/>
                </a:solidFill>
                <a:effectLst/>
                <a:latin typeface="Consolas" panose="020B0609020204030204" pitchFamily="49" charset="0"/>
              </a:rPr>
              <a:t>&lt;/title&gt;</a:t>
            </a:r>
            <a:endParaRPr lang="en-IN" sz="1600" b="0" dirty="0">
              <a:solidFill>
                <a:srgbClr val="000000"/>
              </a:solidFill>
              <a:effectLst/>
              <a:latin typeface="Consolas" panose="020B0609020204030204" pitchFamily="49" charset="0"/>
            </a:endParaRPr>
          </a:p>
          <a:p>
            <a:r>
              <a:rPr lang="en-IN" sz="1600" b="0" dirty="0">
                <a:solidFill>
                  <a:srgbClr val="800000"/>
                </a:solidFill>
                <a:effectLst/>
                <a:latin typeface="Consolas" panose="020B0609020204030204" pitchFamily="49" charset="0"/>
              </a:rPr>
              <a:t>&lt;script</a:t>
            </a:r>
            <a:r>
              <a:rPr lang="en-IN" sz="1600" b="0" dirty="0">
                <a:solidFill>
                  <a:srgbClr val="000000"/>
                </a:solidFill>
                <a:effectLst/>
                <a:latin typeface="Consolas" panose="020B0609020204030204" pitchFamily="49" charset="0"/>
              </a:rPr>
              <a:t> </a:t>
            </a:r>
            <a:r>
              <a:rPr lang="en-IN" sz="1600" b="0" dirty="0" err="1">
                <a:solidFill>
                  <a:srgbClr val="FF0000"/>
                </a:solidFill>
                <a:effectLst/>
                <a:latin typeface="Consolas" panose="020B0609020204030204" pitchFamily="49" charset="0"/>
              </a:rPr>
              <a:t>src</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"../jquery-3.6.0.js"</a:t>
            </a:r>
            <a:r>
              <a:rPr lang="en-IN" sz="1600" b="0" dirty="0">
                <a:solidFill>
                  <a:srgbClr val="800000"/>
                </a:solidFill>
                <a:effectLst/>
                <a:latin typeface="Consolas" panose="020B0609020204030204" pitchFamily="49" charset="0"/>
              </a:rPr>
              <a:t>&gt;&lt;/script&gt;</a:t>
            </a:r>
            <a:endParaRPr lang="en-IN" sz="1600" b="0" dirty="0">
              <a:solidFill>
                <a:srgbClr val="000000"/>
              </a:solidFill>
              <a:effectLst/>
              <a:latin typeface="Consolas" panose="020B0609020204030204" pitchFamily="49" charset="0"/>
            </a:endParaRPr>
          </a:p>
          <a:p>
            <a:r>
              <a:rPr lang="en-IN" sz="1600" b="0" dirty="0">
                <a:solidFill>
                  <a:srgbClr val="800000"/>
                </a:solidFill>
                <a:effectLst/>
                <a:latin typeface="Consolas" panose="020B0609020204030204" pitchFamily="49" charset="0"/>
              </a:rPr>
              <a:t>&lt;style&gt;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.error</a:t>
            </a:r>
            <a:r>
              <a:rPr lang="en-IN" sz="1600" b="0" dirty="0">
                <a:solidFill>
                  <a:srgbClr val="000000"/>
                </a:solidFill>
                <a:effectLst/>
                <a:latin typeface="Consolas" panose="020B0609020204030204" pitchFamily="49" charset="0"/>
              </a:rPr>
              <a:t>{        </a:t>
            </a:r>
            <a:r>
              <a:rPr lang="en-IN" sz="1600" b="0" dirty="0" err="1">
                <a:solidFill>
                  <a:srgbClr val="FF0000"/>
                </a:solidFill>
                <a:effectLst/>
                <a:latin typeface="Consolas" panose="020B0609020204030204" pitchFamily="49" charset="0"/>
              </a:rPr>
              <a:t>color</a:t>
            </a:r>
            <a:r>
              <a:rPr lang="en-IN" sz="1600" b="0" dirty="0">
                <a:solidFill>
                  <a:srgbClr val="000000"/>
                </a:solidFill>
                <a:effectLst/>
                <a:latin typeface="Consolas" panose="020B0609020204030204" pitchFamily="49" charset="0"/>
              </a:rPr>
              <a:t>: </a:t>
            </a:r>
            <a:r>
              <a:rPr lang="en-IN" sz="1600" b="0" dirty="0">
                <a:solidFill>
                  <a:srgbClr val="0451A5"/>
                </a:solidFill>
                <a:effectLst/>
                <a:latin typeface="Consolas" panose="020B0609020204030204" pitchFamily="49" charset="0"/>
              </a:rPr>
              <a:t>red</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p>
          <a:p>
            <a:r>
              <a:rPr lang="en-IN" sz="1600" b="0" dirty="0">
                <a:solidFill>
                  <a:srgbClr val="800000"/>
                </a:solidFill>
                <a:effectLst/>
                <a:latin typeface="Consolas" panose="020B0609020204030204" pitchFamily="49" charset="0"/>
              </a:rPr>
              <a:t>&lt;/style&gt;&lt;script&gt;</a:t>
            </a:r>
            <a:endParaRPr lang="en-IN" sz="1600" b="0" dirty="0">
              <a:solidFill>
                <a:srgbClr val="000000"/>
              </a:solidFill>
              <a:effectLst/>
              <a:latin typeface="Consolas" panose="020B0609020204030204" pitchFamily="49" charset="0"/>
            </a:endParaRPr>
          </a:p>
          <a:p>
            <a:r>
              <a:rPr lang="en-IN" sz="1600" b="0" dirty="0">
                <a:solidFill>
                  <a:srgbClr val="0070C1"/>
                </a:solidFill>
                <a:effectLst/>
                <a:latin typeface="Consolas" panose="020B0609020204030204" pitchFamily="49" charset="0"/>
              </a:rPr>
              <a:t>$</a:t>
            </a:r>
            <a:r>
              <a:rPr lang="en-IN" sz="1600" b="0" dirty="0">
                <a:solidFill>
                  <a:srgbClr val="000000"/>
                </a:solidFill>
                <a:effectLst/>
                <a:latin typeface="Consolas" panose="020B0609020204030204" pitchFamily="49" charset="0"/>
              </a:rPr>
              <a:t>(</a:t>
            </a:r>
            <a:r>
              <a:rPr lang="en-IN" sz="1600" b="0" dirty="0">
                <a:solidFill>
                  <a:srgbClr val="001080"/>
                </a:solidFill>
                <a:effectLst/>
                <a:latin typeface="Consolas" panose="020B0609020204030204" pitchFamily="49" charset="0"/>
              </a:rPr>
              <a:t>document</a:t>
            </a:r>
            <a:r>
              <a:rPr lang="en-IN" sz="1600" b="0" dirty="0">
                <a:solidFill>
                  <a:srgbClr val="000000"/>
                </a:solidFill>
                <a:effectLst/>
                <a:latin typeface="Consolas" panose="020B0609020204030204" pitchFamily="49" charset="0"/>
              </a:rPr>
              <a:t>).</a:t>
            </a:r>
            <a:r>
              <a:rPr lang="en-IN" sz="1600" b="0" dirty="0">
                <a:solidFill>
                  <a:srgbClr val="795E26"/>
                </a:solidFill>
                <a:effectLst/>
                <a:latin typeface="Consolas" panose="020B0609020204030204" pitchFamily="49" charset="0"/>
              </a:rPr>
              <a:t>ready</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function</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a:solidFill>
                  <a:srgbClr val="0070C1"/>
                </a:solidFill>
                <a:effectLst/>
                <a:latin typeface="Consolas" panose="020B0609020204030204" pitchFamily="49" charset="0"/>
              </a:rPr>
              <a:t>$</a:t>
            </a:r>
            <a:r>
              <a:rPr lang="en-IN" sz="1600" b="0" dirty="0">
                <a:solidFill>
                  <a:srgbClr val="000000"/>
                </a:solidFill>
                <a:effectLst/>
                <a:latin typeface="Consolas" panose="020B0609020204030204" pitchFamily="49" charset="0"/>
              </a:rPr>
              <a:t>(</a:t>
            </a:r>
            <a:r>
              <a:rPr lang="en-IN" sz="1600" b="0" dirty="0">
                <a:solidFill>
                  <a:srgbClr val="A31515"/>
                </a:solidFill>
                <a:effectLst/>
                <a:latin typeface="Consolas" panose="020B0609020204030204" pitchFamily="49" charset="0"/>
              </a:rPr>
              <a:t>"form"</a:t>
            </a:r>
            <a:r>
              <a:rPr lang="en-IN" sz="1600" b="0" dirty="0">
                <a:solidFill>
                  <a:srgbClr val="000000"/>
                </a:solidFill>
                <a:effectLst/>
                <a:latin typeface="Consolas" panose="020B0609020204030204" pitchFamily="49" charset="0"/>
              </a:rPr>
              <a:t>).</a:t>
            </a:r>
            <a:r>
              <a:rPr lang="en-IN" sz="1600" b="0" dirty="0">
                <a:solidFill>
                  <a:srgbClr val="795E26"/>
                </a:solidFill>
                <a:effectLst/>
                <a:latin typeface="Consolas" panose="020B0609020204030204" pitchFamily="49" charset="0"/>
              </a:rPr>
              <a:t>submit</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function</a:t>
            </a:r>
            <a:r>
              <a:rPr lang="en-IN" sz="1600" b="0" dirty="0">
                <a:solidFill>
                  <a:srgbClr val="000000"/>
                </a:solidFill>
                <a:effectLst/>
                <a:latin typeface="Consolas" panose="020B0609020204030204" pitchFamily="49" charset="0"/>
              </a:rPr>
              <a:t>(</a:t>
            </a:r>
            <a:r>
              <a:rPr lang="en-IN" sz="1600" b="0" dirty="0">
                <a:solidFill>
                  <a:srgbClr val="001080"/>
                </a:solidFill>
                <a:effectLst/>
                <a:latin typeface="Consolas" panose="020B0609020204030204" pitchFamily="49" charset="0"/>
              </a:rPr>
              <a:t>event</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var</a:t>
            </a:r>
            <a:r>
              <a:rPr lang="en-IN" sz="1600" b="0" dirty="0">
                <a:solidFill>
                  <a:srgbClr val="000000"/>
                </a:solidFill>
                <a:effectLst/>
                <a:latin typeface="Consolas" panose="020B0609020204030204" pitchFamily="49" charset="0"/>
              </a:rPr>
              <a:t> </a:t>
            </a:r>
            <a:r>
              <a:rPr lang="en-IN" sz="1600" b="0" dirty="0">
                <a:solidFill>
                  <a:srgbClr val="001080"/>
                </a:solidFill>
                <a:effectLst/>
                <a:latin typeface="Consolas" panose="020B0609020204030204" pitchFamily="49" charset="0"/>
              </a:rPr>
              <a:t>regex</a:t>
            </a:r>
            <a:r>
              <a:rPr lang="en-IN" sz="1600" b="0" dirty="0">
                <a:solidFill>
                  <a:srgbClr val="000000"/>
                </a:solidFill>
                <a:effectLst/>
                <a:latin typeface="Consolas" panose="020B0609020204030204" pitchFamily="49" charset="0"/>
              </a:rPr>
              <a:t> =</a:t>
            </a:r>
            <a:r>
              <a:rPr lang="en-IN" sz="1600" b="0" dirty="0">
                <a:solidFill>
                  <a:srgbClr val="811F3F"/>
                </a:solidFill>
                <a:effectLst/>
                <a:latin typeface="Consolas" panose="020B0609020204030204" pitchFamily="49" charset="0"/>
              </a:rPr>
              <a:t> /</a:t>
            </a:r>
            <a:r>
              <a:rPr lang="en-IN" sz="1600" b="0" dirty="0">
                <a:solidFill>
                  <a:srgbClr val="EE0000"/>
                </a:solidFill>
                <a:effectLst/>
                <a:latin typeface="Consolas" panose="020B0609020204030204" pitchFamily="49" charset="0"/>
              </a:rPr>
              <a:t>^</a:t>
            </a:r>
            <a:r>
              <a:rPr lang="en-IN" sz="1600" b="0" dirty="0">
                <a:solidFill>
                  <a:srgbClr val="D16969"/>
                </a:solidFill>
                <a:effectLst/>
                <a:latin typeface="Consolas" panose="020B0609020204030204" pitchFamily="49" charset="0"/>
              </a:rPr>
              <a:t>[</a:t>
            </a:r>
            <a:r>
              <a:rPr lang="en-IN" sz="1600" b="0" dirty="0">
                <a:solidFill>
                  <a:srgbClr val="811F3F"/>
                </a:solidFill>
                <a:effectLst/>
                <a:latin typeface="Consolas" panose="020B0609020204030204" pitchFamily="49" charset="0"/>
              </a:rPr>
              <a:t>a-</a:t>
            </a:r>
            <a:r>
              <a:rPr lang="en-IN" sz="1600" b="0" dirty="0" err="1">
                <a:solidFill>
                  <a:srgbClr val="811F3F"/>
                </a:solidFill>
                <a:effectLst/>
                <a:latin typeface="Consolas" panose="020B0609020204030204" pitchFamily="49" charset="0"/>
              </a:rPr>
              <a:t>zA</a:t>
            </a:r>
            <a:r>
              <a:rPr lang="en-IN" sz="1600" b="0" dirty="0">
                <a:solidFill>
                  <a:srgbClr val="811F3F"/>
                </a:solidFill>
                <a:effectLst/>
                <a:latin typeface="Consolas" panose="020B0609020204030204" pitchFamily="49" charset="0"/>
              </a:rPr>
              <a:t>-Z</a:t>
            </a:r>
            <a:r>
              <a:rPr lang="en-IN" sz="1600" b="0" dirty="0">
                <a:solidFill>
                  <a:srgbClr val="D16969"/>
                </a:solidFill>
                <a:effectLst/>
                <a:latin typeface="Consolas" panose="020B0609020204030204" pitchFamily="49" charset="0"/>
              </a:rPr>
              <a:t>]</a:t>
            </a:r>
            <a:r>
              <a:rPr lang="en-IN" sz="1600" b="0" dirty="0">
                <a:solidFill>
                  <a:srgbClr val="000000"/>
                </a:solidFill>
                <a:effectLst/>
                <a:latin typeface="Consolas" panose="020B0609020204030204" pitchFamily="49" charset="0"/>
              </a:rPr>
              <a:t>+</a:t>
            </a:r>
            <a:r>
              <a:rPr lang="en-IN" sz="1600" b="0" dirty="0">
                <a:solidFill>
                  <a:srgbClr val="EE0000"/>
                </a:solidFill>
                <a:effectLst/>
                <a:latin typeface="Consolas" panose="020B0609020204030204" pitchFamily="49" charset="0"/>
              </a:rPr>
              <a:t>$</a:t>
            </a:r>
            <a:r>
              <a:rPr lang="en-IN" sz="1600" b="0" dirty="0">
                <a:solidFill>
                  <a:srgbClr val="811F3F"/>
                </a:solidFill>
                <a:effectLst/>
                <a:latin typeface="Consolas" panose="020B0609020204030204" pitchFamily="49" charset="0"/>
              </a:rPr>
              <a:t>/</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var</a:t>
            </a:r>
            <a:r>
              <a:rPr lang="en-IN" sz="1600" b="0" dirty="0">
                <a:solidFill>
                  <a:srgbClr val="000000"/>
                </a:solidFill>
                <a:effectLst/>
                <a:latin typeface="Consolas" panose="020B0609020204030204" pitchFamily="49" charset="0"/>
              </a:rPr>
              <a:t> </a:t>
            </a:r>
            <a:r>
              <a:rPr lang="en-IN" sz="1600" b="0" dirty="0" err="1">
                <a:solidFill>
                  <a:srgbClr val="001080"/>
                </a:solidFill>
                <a:effectLst/>
                <a:latin typeface="Consolas" panose="020B0609020204030204" pitchFamily="49" charset="0"/>
              </a:rPr>
              <a:t>currentValue</a:t>
            </a:r>
            <a:r>
              <a:rPr lang="en-IN" sz="1600" b="0" dirty="0">
                <a:solidFill>
                  <a:srgbClr val="000000"/>
                </a:solidFill>
                <a:effectLst/>
                <a:latin typeface="Consolas" panose="020B0609020204030204" pitchFamily="49" charset="0"/>
              </a:rPr>
              <a:t> = </a:t>
            </a:r>
            <a:r>
              <a:rPr lang="en-IN" sz="1600" b="0" dirty="0">
                <a:solidFill>
                  <a:srgbClr val="0070C1"/>
                </a:solidFill>
                <a:effectLst/>
                <a:latin typeface="Consolas" panose="020B0609020204030204" pitchFamily="49" charset="0"/>
              </a:rPr>
              <a:t>$</a:t>
            </a:r>
            <a:r>
              <a:rPr lang="en-IN" sz="1600" b="0" dirty="0">
                <a:solidFill>
                  <a:srgbClr val="000000"/>
                </a:solidFill>
                <a:effectLst/>
                <a:latin typeface="Consolas" panose="020B0609020204030204" pitchFamily="49" charset="0"/>
              </a:rPr>
              <a:t>(</a:t>
            </a:r>
            <a:r>
              <a:rPr lang="en-IN" sz="1600" b="0" dirty="0">
                <a:solidFill>
                  <a:srgbClr val="A31515"/>
                </a:solidFill>
                <a:effectLst/>
                <a:latin typeface="Consolas" panose="020B0609020204030204" pitchFamily="49" charset="0"/>
              </a:rPr>
              <a:t>"#</a:t>
            </a:r>
            <a:r>
              <a:rPr lang="en-IN" sz="1600" b="0" dirty="0" err="1">
                <a:solidFill>
                  <a:srgbClr val="A31515"/>
                </a:solidFill>
                <a:effectLst/>
                <a:latin typeface="Consolas" panose="020B0609020204030204" pitchFamily="49" charset="0"/>
              </a:rPr>
              <a:t>firstName</a:t>
            </a:r>
            <a:r>
              <a:rPr lang="en-IN" sz="1600" b="0" dirty="0">
                <a:solidFill>
                  <a:srgbClr val="A31515"/>
                </a:solidFill>
                <a:effectLst/>
                <a:latin typeface="Consolas" panose="020B0609020204030204" pitchFamily="49" charset="0"/>
              </a:rPr>
              <a:t>"</a:t>
            </a:r>
            <a:r>
              <a:rPr lang="en-IN" sz="1600" b="0" dirty="0">
                <a:solidFill>
                  <a:srgbClr val="000000"/>
                </a:solidFill>
                <a:effectLst/>
                <a:latin typeface="Consolas" panose="020B0609020204030204" pitchFamily="49" charset="0"/>
              </a:rPr>
              <a:t>).</a:t>
            </a:r>
            <a:r>
              <a:rPr lang="en-IN" sz="1600" b="0" dirty="0" err="1">
                <a:solidFill>
                  <a:srgbClr val="795E26"/>
                </a:solidFill>
                <a:effectLst/>
                <a:latin typeface="Consolas" panose="020B0609020204030204" pitchFamily="49" charset="0"/>
              </a:rPr>
              <a:t>val</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a:solidFill>
                  <a:srgbClr val="AF00DB"/>
                </a:solidFill>
                <a:effectLst/>
                <a:latin typeface="Consolas" panose="020B0609020204030204" pitchFamily="49" charset="0"/>
              </a:rPr>
              <a:t>if</a:t>
            </a:r>
            <a:r>
              <a:rPr lang="en-IN" sz="1600" b="0" dirty="0">
                <a:solidFill>
                  <a:srgbClr val="000000"/>
                </a:solidFill>
                <a:effectLst/>
                <a:latin typeface="Consolas" panose="020B0609020204030204" pitchFamily="49" charset="0"/>
              </a:rPr>
              <a:t>(</a:t>
            </a:r>
            <a:r>
              <a:rPr lang="en-IN" sz="1600" b="0" dirty="0" err="1">
                <a:solidFill>
                  <a:srgbClr val="001080"/>
                </a:solidFill>
                <a:effectLst/>
                <a:latin typeface="Consolas" panose="020B0609020204030204" pitchFamily="49" charset="0"/>
              </a:rPr>
              <a:t>regex</a:t>
            </a:r>
            <a:r>
              <a:rPr lang="en-IN" sz="1600" b="0" dirty="0" err="1">
                <a:solidFill>
                  <a:srgbClr val="000000"/>
                </a:solidFill>
                <a:effectLst/>
                <a:latin typeface="Consolas" panose="020B0609020204030204" pitchFamily="49" charset="0"/>
              </a:rPr>
              <a:t>.</a:t>
            </a:r>
            <a:r>
              <a:rPr lang="en-IN" sz="1600" b="0" dirty="0" err="1">
                <a:solidFill>
                  <a:srgbClr val="795E26"/>
                </a:solidFill>
                <a:effectLst/>
                <a:latin typeface="Consolas" panose="020B0609020204030204" pitchFamily="49" charset="0"/>
              </a:rPr>
              <a:t>test</a:t>
            </a:r>
            <a:r>
              <a:rPr lang="en-IN" sz="1600" b="0" dirty="0">
                <a:solidFill>
                  <a:srgbClr val="000000"/>
                </a:solidFill>
                <a:effectLst/>
                <a:latin typeface="Consolas" panose="020B0609020204030204" pitchFamily="49" charset="0"/>
              </a:rPr>
              <a:t>(</a:t>
            </a:r>
            <a:r>
              <a:rPr lang="en-IN" sz="1600" b="0" dirty="0" err="1">
                <a:solidFill>
                  <a:srgbClr val="001080"/>
                </a:solidFill>
                <a:effectLst/>
                <a:latin typeface="Consolas" panose="020B0609020204030204" pitchFamily="49" charset="0"/>
              </a:rPr>
              <a:t>currentValue</a:t>
            </a:r>
            <a:r>
              <a:rPr lang="en-IN" sz="1600" b="0" dirty="0">
                <a:solidFill>
                  <a:srgbClr val="000000"/>
                </a:solidFill>
                <a:effectLst/>
                <a:latin typeface="Consolas" panose="020B0609020204030204" pitchFamily="49" charset="0"/>
              </a:rPr>
              <a:t>) == </a:t>
            </a:r>
            <a:r>
              <a:rPr lang="en-IN" sz="1600" b="0" dirty="0">
                <a:solidFill>
                  <a:srgbClr val="0000FF"/>
                </a:solidFill>
                <a:effectLst/>
                <a:latin typeface="Consolas" panose="020B0609020204030204" pitchFamily="49" charset="0"/>
              </a:rPr>
              <a:t>false</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a:solidFill>
                  <a:srgbClr val="0070C1"/>
                </a:solidFill>
                <a:effectLst/>
                <a:latin typeface="Consolas" panose="020B0609020204030204" pitchFamily="49" charset="0"/>
              </a:rPr>
              <a:t>$</a:t>
            </a:r>
            <a:r>
              <a:rPr lang="en-IN" sz="1600" b="0" dirty="0">
                <a:solidFill>
                  <a:srgbClr val="000000"/>
                </a:solidFill>
                <a:effectLst/>
                <a:latin typeface="Consolas" panose="020B0609020204030204" pitchFamily="49" charset="0"/>
              </a:rPr>
              <a:t>(</a:t>
            </a:r>
            <a:r>
              <a:rPr lang="en-IN" sz="1600" b="0" dirty="0">
                <a:solidFill>
                  <a:srgbClr val="A31515"/>
                </a:solidFill>
                <a:effectLst/>
                <a:latin typeface="Consolas" panose="020B0609020204030204" pitchFamily="49" charset="0"/>
              </a:rPr>
              <a:t>"#result"</a:t>
            </a:r>
            <a:r>
              <a:rPr lang="en-IN" sz="1600" b="0" dirty="0">
                <a:solidFill>
                  <a:srgbClr val="000000"/>
                </a:solidFill>
                <a:effectLst/>
                <a:latin typeface="Consolas" panose="020B0609020204030204" pitchFamily="49" charset="0"/>
              </a:rPr>
              <a:t>).</a:t>
            </a:r>
            <a:r>
              <a:rPr lang="en-IN" sz="1600" b="0" dirty="0">
                <a:solidFill>
                  <a:srgbClr val="795E26"/>
                </a:solidFill>
                <a:effectLst/>
                <a:latin typeface="Consolas" panose="020B0609020204030204" pitchFamily="49" charset="0"/>
              </a:rPr>
              <a:t>html</a:t>
            </a:r>
            <a:r>
              <a:rPr lang="en-IN" sz="1600" b="0" dirty="0">
                <a:solidFill>
                  <a:srgbClr val="000000"/>
                </a:solidFill>
                <a:effectLst/>
                <a:latin typeface="Consolas" panose="020B0609020204030204" pitchFamily="49" charset="0"/>
              </a:rPr>
              <a:t>(</a:t>
            </a:r>
            <a:r>
              <a:rPr lang="en-IN" sz="1600" b="0" dirty="0">
                <a:solidFill>
                  <a:srgbClr val="A31515"/>
                </a:solidFill>
                <a:effectLst/>
                <a:latin typeface="Consolas" panose="020B0609020204030204" pitchFamily="49" charset="0"/>
              </a:rPr>
              <a:t>'&lt;p class="error"&gt;Not valid!&lt;/p&gt;'</a:t>
            </a:r>
            <a:r>
              <a:rPr lang="en-IN" sz="1600" b="0" dirty="0">
                <a:solidFill>
                  <a:srgbClr val="000000"/>
                </a:solidFill>
                <a:effectLst/>
                <a:latin typeface="Consolas" panose="020B0609020204030204" pitchFamily="49" charset="0"/>
              </a:rPr>
              <a:t>).</a:t>
            </a:r>
            <a:r>
              <a:rPr lang="en-IN" sz="1600" b="0" dirty="0">
                <a:solidFill>
                  <a:srgbClr val="795E26"/>
                </a:solidFill>
                <a:effectLst/>
                <a:latin typeface="Consolas" panose="020B0609020204030204" pitchFamily="49" charset="0"/>
              </a:rPr>
              <a:t>show</a:t>
            </a:r>
            <a:r>
              <a:rPr lang="en-IN" sz="1600" b="0" dirty="0">
                <a:solidFill>
                  <a:srgbClr val="000000"/>
                </a:solidFill>
                <a:effectLst/>
                <a:latin typeface="Consolas" panose="020B0609020204030204" pitchFamily="49" charset="0"/>
              </a:rPr>
              <a:t>().</a:t>
            </a:r>
            <a:r>
              <a:rPr lang="en-IN" sz="1600" b="0" dirty="0" err="1">
                <a:solidFill>
                  <a:srgbClr val="795E26"/>
                </a:solidFill>
                <a:effectLst/>
                <a:latin typeface="Consolas" panose="020B0609020204030204" pitchFamily="49" charset="0"/>
              </a:rPr>
              <a:t>fadeOut</a:t>
            </a:r>
            <a:r>
              <a:rPr lang="en-IN" sz="1600" b="0" dirty="0">
                <a:solidFill>
                  <a:srgbClr val="000000"/>
                </a:solidFill>
                <a:effectLst/>
                <a:latin typeface="Consolas" panose="020B0609020204030204" pitchFamily="49" charset="0"/>
              </a:rPr>
              <a:t>(</a:t>
            </a:r>
            <a:r>
              <a:rPr lang="en-IN" sz="1600" b="0" dirty="0">
                <a:solidFill>
                  <a:srgbClr val="098658"/>
                </a:solidFill>
                <a:effectLst/>
                <a:latin typeface="Consolas" panose="020B0609020204030204" pitchFamily="49" charset="0"/>
              </a:rPr>
              <a:t>1000</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a:solidFill>
                  <a:srgbClr val="008000"/>
                </a:solidFill>
                <a:effectLst/>
                <a:latin typeface="Consolas" panose="020B0609020204030204" pitchFamily="49" charset="0"/>
              </a:rPr>
              <a:t>// Preventing form submission</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err="1">
                <a:solidFill>
                  <a:srgbClr val="001080"/>
                </a:solidFill>
                <a:effectLst/>
                <a:latin typeface="Consolas" panose="020B0609020204030204" pitchFamily="49" charset="0"/>
              </a:rPr>
              <a:t>event</a:t>
            </a:r>
            <a:r>
              <a:rPr lang="en-IN" sz="1600" b="0" dirty="0" err="1">
                <a:solidFill>
                  <a:srgbClr val="000000"/>
                </a:solidFill>
                <a:effectLst/>
                <a:latin typeface="Consolas" panose="020B0609020204030204" pitchFamily="49" charset="0"/>
              </a:rPr>
              <a:t>.</a:t>
            </a:r>
            <a:r>
              <a:rPr lang="en-IN" sz="1600" b="0" dirty="0" err="1">
                <a:solidFill>
                  <a:srgbClr val="795E26"/>
                </a:solidFill>
                <a:effectLst/>
                <a:latin typeface="Consolas" panose="020B0609020204030204" pitchFamily="49" charset="0"/>
              </a:rPr>
              <a:t>preventDefault</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a:t>
            </a:r>
          </a:p>
          <a:p>
            <a:r>
              <a:rPr lang="en-IN" sz="1600" b="0" dirty="0">
                <a:solidFill>
                  <a:srgbClr val="800000"/>
                </a:solidFill>
                <a:effectLst/>
                <a:latin typeface="Consolas" panose="020B0609020204030204" pitchFamily="49" charset="0"/>
              </a:rPr>
              <a:t>&lt;/script&gt;&lt;/head&gt;&lt;body&gt;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&lt;p&gt;&lt;strong&gt;</a:t>
            </a:r>
            <a:r>
              <a:rPr lang="en-IN" sz="1600" b="0" dirty="0">
                <a:solidFill>
                  <a:srgbClr val="000000"/>
                </a:solidFill>
                <a:effectLst/>
                <a:latin typeface="Consolas" panose="020B0609020204030204" pitchFamily="49" charset="0"/>
              </a:rPr>
              <a:t>Note:</a:t>
            </a:r>
            <a:r>
              <a:rPr lang="en-IN" sz="1600" b="0" dirty="0">
                <a:solidFill>
                  <a:srgbClr val="800000"/>
                </a:solidFill>
                <a:effectLst/>
                <a:latin typeface="Consolas" panose="020B0609020204030204" pitchFamily="49" charset="0"/>
              </a:rPr>
              <a:t>&lt;/strong&gt;</a:t>
            </a:r>
            <a:r>
              <a:rPr lang="en-IN" sz="1600" b="0" dirty="0">
                <a:solidFill>
                  <a:srgbClr val="000000"/>
                </a:solidFill>
                <a:effectLst/>
                <a:latin typeface="Consolas" panose="020B0609020204030204" pitchFamily="49" charset="0"/>
              </a:rPr>
              <a:t> If try to submit any invalid value. It will produce an error.</a:t>
            </a:r>
            <a:r>
              <a:rPr lang="en-IN" sz="1600" b="0" dirty="0">
                <a:solidFill>
                  <a:srgbClr val="800000"/>
                </a:solidFill>
                <a:effectLst/>
                <a:latin typeface="Consolas" panose="020B0609020204030204" pitchFamily="49" charset="0"/>
              </a:rPr>
              <a:t>&lt;/p&gt;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&lt;form</a:t>
            </a:r>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action</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a:t>
            </a:r>
            <a:r>
              <a:rPr lang="en-IN" sz="1600" b="0" dirty="0" err="1">
                <a:solidFill>
                  <a:srgbClr val="0000FF"/>
                </a:solidFill>
                <a:effectLst/>
                <a:latin typeface="Consolas" panose="020B0609020204030204" pitchFamily="49" charset="0"/>
              </a:rPr>
              <a:t>action.php</a:t>
            </a:r>
            <a:r>
              <a:rPr lang="en-IN" sz="1600" b="0" dirty="0">
                <a:solidFill>
                  <a:srgbClr val="0000FF"/>
                </a:solidFill>
                <a:effectLst/>
                <a:latin typeface="Consolas" panose="020B0609020204030204" pitchFamily="49" charset="0"/>
              </a:rPr>
              <a:t>"</a:t>
            </a:r>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method</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"post"</a:t>
            </a:r>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id</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"users"</a:t>
            </a:r>
            <a:r>
              <a:rPr lang="en-IN" sz="1600" b="0" dirty="0">
                <a:solidFill>
                  <a:srgbClr val="800000"/>
                </a:solidFill>
                <a:effectLst/>
                <a:latin typeface="Consolas" panose="020B0609020204030204" pitchFamily="49" charset="0"/>
              </a:rPr>
              <a:t>&gt;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&lt;label</a:t>
            </a:r>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for</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a:t>
            </a:r>
            <a:r>
              <a:rPr lang="en-IN" sz="1600" b="0" dirty="0" err="1">
                <a:solidFill>
                  <a:srgbClr val="0000FF"/>
                </a:solidFill>
                <a:effectLst/>
                <a:latin typeface="Consolas" panose="020B0609020204030204" pitchFamily="49" charset="0"/>
              </a:rPr>
              <a:t>firstName</a:t>
            </a:r>
            <a:r>
              <a:rPr lang="en-IN" sz="1600" b="0" dirty="0">
                <a:solidFill>
                  <a:srgbClr val="0000FF"/>
                </a:solidFill>
                <a:effectLst/>
                <a:latin typeface="Consolas" panose="020B0609020204030204" pitchFamily="49" charset="0"/>
              </a:rPr>
              <a:t>"</a:t>
            </a:r>
            <a:r>
              <a:rPr lang="en-IN" sz="1600" b="0" dirty="0">
                <a:solidFill>
                  <a:srgbClr val="800000"/>
                </a:solidFill>
                <a:effectLst/>
                <a:latin typeface="Consolas" panose="020B0609020204030204" pitchFamily="49" charset="0"/>
              </a:rPr>
              <a:t>&gt;</a:t>
            </a:r>
            <a:r>
              <a:rPr lang="en-IN" sz="1600" b="0" dirty="0">
                <a:solidFill>
                  <a:srgbClr val="000000"/>
                </a:solidFill>
                <a:effectLst/>
                <a:latin typeface="Consolas" panose="020B0609020204030204" pitchFamily="49" charset="0"/>
              </a:rPr>
              <a:t>First Name:</a:t>
            </a:r>
            <a:r>
              <a:rPr lang="en-IN" sz="1600" b="0" dirty="0">
                <a:solidFill>
                  <a:srgbClr val="800000"/>
                </a:solidFill>
                <a:effectLst/>
                <a:latin typeface="Consolas" panose="020B0609020204030204" pitchFamily="49" charset="0"/>
              </a:rPr>
              <a:t>&lt;/label&gt;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&lt;input</a:t>
            </a:r>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type</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"text"</a:t>
            </a:r>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name</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"first-name"</a:t>
            </a:r>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id</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a:t>
            </a:r>
            <a:r>
              <a:rPr lang="en-IN" sz="1600" b="0" dirty="0" err="1">
                <a:solidFill>
                  <a:srgbClr val="0000FF"/>
                </a:solidFill>
                <a:effectLst/>
                <a:latin typeface="Consolas" panose="020B0609020204030204" pitchFamily="49" charset="0"/>
              </a:rPr>
              <a:t>firstName</a:t>
            </a:r>
            <a:r>
              <a:rPr lang="en-IN" sz="1600" b="0" dirty="0">
                <a:solidFill>
                  <a:srgbClr val="0000FF"/>
                </a:solidFill>
                <a:effectLst/>
                <a:latin typeface="Consolas" panose="020B0609020204030204" pitchFamily="49" charset="0"/>
              </a:rPr>
              <a:t>"</a:t>
            </a:r>
            <a:r>
              <a:rPr lang="en-IN" sz="1600" b="0" dirty="0">
                <a:solidFill>
                  <a:srgbClr val="800000"/>
                </a:solidFill>
                <a:effectLst/>
                <a:latin typeface="Consolas" panose="020B0609020204030204" pitchFamily="49" charset="0"/>
              </a:rPr>
              <a:t>&gt;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&lt;input</a:t>
            </a:r>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type</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"submit"</a:t>
            </a:r>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value</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"Submit"</a:t>
            </a:r>
            <a:r>
              <a:rPr lang="en-IN" sz="1600" b="0" dirty="0">
                <a:solidFill>
                  <a:srgbClr val="800000"/>
                </a:solidFill>
                <a:effectLst/>
                <a:latin typeface="Consolas" panose="020B0609020204030204" pitchFamily="49" charset="0"/>
              </a:rPr>
              <a:t>&gt;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&lt;div</a:t>
            </a:r>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id</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"result"</a:t>
            </a:r>
            <a:r>
              <a:rPr lang="en-IN" sz="1600" b="0" dirty="0">
                <a:solidFill>
                  <a:srgbClr val="800000"/>
                </a:solidFill>
                <a:effectLst/>
                <a:latin typeface="Consolas" panose="020B0609020204030204" pitchFamily="49" charset="0"/>
              </a:rPr>
              <a:t>&gt;&lt;/div&gt;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&lt;/form&gt;</a:t>
            </a:r>
            <a:r>
              <a:rPr lang="en-IN" sz="1600" b="0" dirty="0">
                <a:solidFill>
                  <a:srgbClr val="000000"/>
                </a:solidFill>
                <a:effectLst/>
                <a:latin typeface="Consolas" panose="020B0609020204030204" pitchFamily="49" charset="0"/>
              </a:rPr>
              <a:t>    </a:t>
            </a:r>
          </a:p>
          <a:p>
            <a:r>
              <a:rPr lang="en-IN" sz="1600" b="0" dirty="0">
                <a:solidFill>
                  <a:srgbClr val="800000"/>
                </a:solidFill>
                <a:effectLst/>
                <a:latin typeface="Consolas" panose="020B0609020204030204" pitchFamily="49" charset="0"/>
              </a:rPr>
              <a:t>&lt;/body&gt;</a:t>
            </a:r>
            <a:endParaRPr lang="en-IN" sz="1600" b="0" dirty="0">
              <a:solidFill>
                <a:srgbClr val="000000"/>
              </a:solidFill>
              <a:effectLst/>
              <a:latin typeface="Consolas" panose="020B0609020204030204" pitchFamily="49" charset="0"/>
            </a:endParaRPr>
          </a:p>
          <a:p>
            <a:r>
              <a:rPr lang="en-IN" sz="1600" b="0" dirty="0">
                <a:solidFill>
                  <a:srgbClr val="800000"/>
                </a:solidFill>
                <a:effectLst/>
                <a:latin typeface="Consolas" panose="020B0609020204030204" pitchFamily="49" charset="0"/>
              </a:rPr>
              <a:t>&lt;/html&gt;</a:t>
            </a:r>
            <a:endParaRPr lang="en-IN" sz="1600"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29866178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28780FF-BE4E-4656-B531-5F3F3BE30587}"/>
              </a:ext>
            </a:extLst>
          </p:cNvPr>
          <p:cNvSpPr txBox="1"/>
          <p:nvPr/>
        </p:nvSpPr>
        <p:spPr>
          <a:xfrm>
            <a:off x="0" y="279822"/>
            <a:ext cx="6135328" cy="1200329"/>
          </a:xfrm>
          <a:prstGeom prst="rect">
            <a:avLst/>
          </a:prstGeom>
          <a:noFill/>
        </p:spPr>
        <p:txBody>
          <a:bodyPr wrap="square">
            <a:spAutoFit/>
          </a:bodyPr>
          <a:lstStyle/>
          <a:p>
            <a:pPr algn="ctr"/>
            <a:r>
              <a:rPr lang="en-US" b="1" dirty="0"/>
              <a:t>The scroll() Method</a:t>
            </a:r>
          </a:p>
          <a:p>
            <a:r>
              <a:rPr lang="en-US" dirty="0"/>
              <a:t>The jQuery scroll() method attach an event handler function to the window or scrollable iframes and elements that is executed whenever the element's scroll position changes.</a:t>
            </a:r>
            <a:endParaRPr lang="en-IN" dirty="0"/>
          </a:p>
        </p:txBody>
      </p:sp>
      <p:sp>
        <p:nvSpPr>
          <p:cNvPr id="8" name="TextBox 7">
            <a:extLst>
              <a:ext uri="{FF2B5EF4-FFF2-40B4-BE49-F238E27FC236}">
                <a16:creationId xmlns:a16="http://schemas.microsoft.com/office/drawing/2014/main" id="{47788D25-F94E-4696-80E7-91A770C122D8}"/>
              </a:ext>
            </a:extLst>
          </p:cNvPr>
          <p:cNvSpPr txBox="1"/>
          <p:nvPr/>
        </p:nvSpPr>
        <p:spPr>
          <a:xfrm>
            <a:off x="68826" y="1764494"/>
            <a:ext cx="4778477" cy="2031325"/>
          </a:xfrm>
          <a:prstGeom prst="rect">
            <a:avLst/>
          </a:prstGeom>
          <a:noFill/>
        </p:spPr>
        <p:txBody>
          <a:bodyPr wrap="square">
            <a:spAutoFit/>
          </a:bodyPr>
          <a:lstStyle/>
          <a:p>
            <a:r>
              <a:rPr lang="en-US" b="0" i="0" dirty="0">
                <a:solidFill>
                  <a:srgbClr val="5F6364"/>
                </a:solidFill>
                <a:effectLst/>
                <a:latin typeface="Consolas" panose="020B0609020204030204" pitchFamily="49" charset="0"/>
              </a:rPr>
              <a:t>&lt;</a:t>
            </a:r>
            <a:r>
              <a:rPr lang="en-US" b="0" i="0" dirty="0">
                <a:solidFill>
                  <a:srgbClr val="990055"/>
                </a:solidFill>
                <a:effectLst/>
                <a:latin typeface="Consolas" panose="020B0609020204030204" pitchFamily="49" charset="0"/>
              </a:rPr>
              <a:t>script</a:t>
            </a:r>
            <a:r>
              <a:rPr lang="en-US" b="0" i="0" dirty="0">
                <a:solidFill>
                  <a:srgbClr val="5F6364"/>
                </a:solidFill>
                <a:effectLst/>
                <a:latin typeface="Consolas" panose="020B0609020204030204" pitchFamily="49" charset="0"/>
              </a:rPr>
              <a:t>&gt;</a:t>
            </a:r>
            <a:r>
              <a:rPr lang="en-US" b="0" i="0" dirty="0">
                <a:solidFill>
                  <a:srgbClr val="000000"/>
                </a:solidFill>
                <a:effectLst/>
                <a:latin typeface="Consolas" panose="020B0609020204030204" pitchFamily="49" charset="0"/>
              </a:rPr>
              <a:t> </a:t>
            </a:r>
          </a:p>
          <a:p>
            <a:r>
              <a:rPr lang="en-US" b="0" i="0" dirty="0">
                <a:solidFill>
                  <a:srgbClr val="DD4A68"/>
                </a:solidFill>
                <a:effectLst/>
                <a:latin typeface="Consolas" panose="020B0609020204030204" pitchFamily="49" charset="0"/>
              </a:rPr>
              <a:t>$</a:t>
            </a:r>
            <a:r>
              <a:rPr lang="en-US" b="0" i="0" dirty="0">
                <a:solidFill>
                  <a:srgbClr val="5F6364"/>
                </a:solidFill>
                <a:effectLst/>
                <a:latin typeface="Consolas" panose="020B0609020204030204" pitchFamily="49" charset="0"/>
              </a:rPr>
              <a:t>(</a:t>
            </a:r>
            <a:r>
              <a:rPr lang="en-US" b="0" i="0" dirty="0">
                <a:solidFill>
                  <a:srgbClr val="000000"/>
                </a:solidFill>
                <a:effectLst/>
                <a:latin typeface="Consolas" panose="020B0609020204030204" pitchFamily="49" charset="0"/>
              </a:rPr>
              <a:t>document</a:t>
            </a:r>
            <a:r>
              <a:rPr lang="en-US" b="0" i="0" dirty="0">
                <a:solidFill>
                  <a:srgbClr val="5F6364"/>
                </a:solidFill>
                <a:effectLst/>
                <a:latin typeface="Consolas" panose="020B0609020204030204" pitchFamily="49" charset="0"/>
              </a:rPr>
              <a:t>).</a:t>
            </a:r>
            <a:r>
              <a:rPr lang="en-US" b="0" i="0" dirty="0">
                <a:solidFill>
                  <a:srgbClr val="DD4A68"/>
                </a:solidFill>
                <a:effectLst/>
                <a:latin typeface="Consolas" panose="020B0609020204030204" pitchFamily="49" charset="0"/>
              </a:rPr>
              <a:t>ready</a:t>
            </a:r>
            <a:r>
              <a:rPr lang="en-US" b="0" i="0" dirty="0">
                <a:solidFill>
                  <a:srgbClr val="5F6364"/>
                </a:solidFill>
                <a:effectLst/>
                <a:latin typeface="Consolas" panose="020B0609020204030204" pitchFamily="49" charset="0"/>
              </a:rPr>
              <a:t>(</a:t>
            </a:r>
            <a:r>
              <a:rPr lang="en-US" b="0" i="0" dirty="0">
                <a:solidFill>
                  <a:srgbClr val="0077AA"/>
                </a:solidFill>
                <a:effectLst/>
                <a:latin typeface="Consolas" panose="020B0609020204030204" pitchFamily="49" charset="0"/>
              </a:rPr>
              <a:t>function</a:t>
            </a:r>
            <a:r>
              <a:rPr lang="en-US" b="0" i="0" dirty="0">
                <a:solidFill>
                  <a:srgbClr val="5F6364"/>
                </a:solidFill>
                <a:effectLst/>
                <a:latin typeface="Consolas" panose="020B0609020204030204" pitchFamily="49" charset="0"/>
              </a:rPr>
              <a:t>(){</a:t>
            </a:r>
          </a:p>
          <a:p>
            <a:endParaRPr lang="en-US" b="0" i="0" dirty="0">
              <a:solidFill>
                <a:srgbClr val="5F6364"/>
              </a:solidFill>
              <a:effectLst/>
              <a:latin typeface="Consolas" panose="020B0609020204030204" pitchFamily="49" charset="0"/>
            </a:endParaRPr>
          </a:p>
          <a:p>
            <a:r>
              <a:rPr lang="en-US" b="0" i="0" dirty="0">
                <a:solidFill>
                  <a:srgbClr val="000000"/>
                </a:solidFill>
                <a:effectLst/>
                <a:latin typeface="Consolas" panose="020B0609020204030204" pitchFamily="49" charset="0"/>
              </a:rPr>
              <a:t> </a:t>
            </a:r>
            <a:r>
              <a:rPr lang="en-US" b="0" i="0" dirty="0">
                <a:solidFill>
                  <a:srgbClr val="DD4A68"/>
                </a:solidFill>
                <a:effectLst/>
                <a:latin typeface="Consolas" panose="020B0609020204030204" pitchFamily="49" charset="0"/>
              </a:rPr>
              <a:t>$</a:t>
            </a:r>
            <a:r>
              <a:rPr lang="en-US" b="0" i="0" dirty="0">
                <a:solidFill>
                  <a:srgbClr val="5F6364"/>
                </a:solidFill>
                <a:effectLst/>
                <a:latin typeface="Consolas" panose="020B0609020204030204" pitchFamily="49" charset="0"/>
              </a:rPr>
              <a:t>(</a:t>
            </a:r>
            <a:r>
              <a:rPr lang="en-US" b="0" i="0" dirty="0">
                <a:solidFill>
                  <a:srgbClr val="000000"/>
                </a:solidFill>
                <a:effectLst/>
                <a:latin typeface="Consolas" panose="020B0609020204030204" pitchFamily="49" charset="0"/>
              </a:rPr>
              <a:t>window</a:t>
            </a:r>
            <a:r>
              <a:rPr lang="en-US" b="0" i="0" dirty="0">
                <a:solidFill>
                  <a:srgbClr val="5F6364"/>
                </a:solidFill>
                <a:effectLst/>
                <a:latin typeface="Consolas" panose="020B0609020204030204" pitchFamily="49" charset="0"/>
              </a:rPr>
              <a:t>).</a:t>
            </a:r>
            <a:r>
              <a:rPr lang="en-US" b="0" i="0" dirty="0">
                <a:solidFill>
                  <a:srgbClr val="DD4A68"/>
                </a:solidFill>
                <a:effectLst/>
                <a:latin typeface="Consolas" panose="020B0609020204030204" pitchFamily="49" charset="0"/>
              </a:rPr>
              <a:t>scroll</a:t>
            </a:r>
            <a:r>
              <a:rPr lang="en-US" b="0" i="0" dirty="0">
                <a:solidFill>
                  <a:srgbClr val="5F6364"/>
                </a:solidFill>
                <a:effectLst/>
                <a:latin typeface="Consolas" panose="020B0609020204030204" pitchFamily="49" charset="0"/>
              </a:rPr>
              <a:t>(</a:t>
            </a:r>
            <a:r>
              <a:rPr lang="en-US" b="0" i="0" dirty="0">
                <a:solidFill>
                  <a:srgbClr val="0077AA"/>
                </a:solidFill>
                <a:effectLst/>
                <a:latin typeface="Consolas" panose="020B0609020204030204" pitchFamily="49" charset="0"/>
              </a:rPr>
              <a:t>function</a:t>
            </a:r>
            <a:r>
              <a:rPr lang="en-US" b="0" i="0" dirty="0">
                <a:solidFill>
                  <a:srgbClr val="5F6364"/>
                </a:solidFill>
                <a:effectLst/>
                <a:latin typeface="Consolas" panose="020B0609020204030204" pitchFamily="49" charset="0"/>
              </a:rPr>
              <a:t>()</a:t>
            </a:r>
            <a:r>
              <a:rPr lang="en-US" b="0" i="0" dirty="0">
                <a:solidFill>
                  <a:srgbClr val="000000"/>
                </a:solidFill>
                <a:effectLst/>
                <a:latin typeface="Consolas" panose="020B0609020204030204" pitchFamily="49" charset="0"/>
              </a:rPr>
              <a:t> </a:t>
            </a:r>
            <a:r>
              <a:rPr lang="en-US" b="0" i="0" dirty="0">
                <a:solidFill>
                  <a:srgbClr val="5F6364"/>
                </a:solidFill>
                <a:effectLst/>
                <a:latin typeface="Consolas" panose="020B0609020204030204" pitchFamily="49" charset="0"/>
              </a:rPr>
              <a:t>{</a:t>
            </a:r>
          </a:p>
          <a:p>
            <a:r>
              <a:rPr lang="en-US" b="0" i="0" dirty="0">
                <a:solidFill>
                  <a:srgbClr val="000000"/>
                </a:solidFill>
                <a:effectLst/>
                <a:latin typeface="Consolas" panose="020B0609020204030204" pitchFamily="49" charset="0"/>
              </a:rPr>
              <a:t> </a:t>
            </a:r>
            <a:r>
              <a:rPr lang="en-US" b="0" i="0" dirty="0">
                <a:solidFill>
                  <a:srgbClr val="DD4A68"/>
                </a:solidFill>
                <a:effectLst/>
                <a:latin typeface="Consolas" panose="020B0609020204030204" pitchFamily="49" charset="0"/>
              </a:rPr>
              <a:t>$</a:t>
            </a:r>
            <a:r>
              <a:rPr lang="en-US" b="0" i="0" dirty="0">
                <a:solidFill>
                  <a:srgbClr val="5F6364"/>
                </a:solidFill>
                <a:effectLst/>
                <a:latin typeface="Consolas" panose="020B0609020204030204" pitchFamily="49" charset="0"/>
              </a:rPr>
              <a:t>(</a:t>
            </a:r>
            <a:r>
              <a:rPr lang="en-US" b="0" i="0" dirty="0">
                <a:solidFill>
                  <a:srgbClr val="669900"/>
                </a:solidFill>
                <a:effectLst/>
                <a:latin typeface="Consolas" panose="020B0609020204030204" pitchFamily="49" charset="0"/>
              </a:rPr>
              <a:t>"p"</a:t>
            </a:r>
            <a:r>
              <a:rPr lang="en-US" b="0" i="0" dirty="0">
                <a:solidFill>
                  <a:srgbClr val="5F6364"/>
                </a:solidFill>
                <a:effectLst/>
                <a:latin typeface="Consolas" panose="020B0609020204030204" pitchFamily="49" charset="0"/>
              </a:rPr>
              <a:t>).</a:t>
            </a:r>
            <a:r>
              <a:rPr lang="en-US" b="0" i="0" dirty="0">
                <a:solidFill>
                  <a:srgbClr val="DD4A68"/>
                </a:solidFill>
                <a:effectLst/>
                <a:latin typeface="Consolas" panose="020B0609020204030204" pitchFamily="49" charset="0"/>
              </a:rPr>
              <a:t>show</a:t>
            </a:r>
            <a:r>
              <a:rPr lang="en-US" b="0" i="0" dirty="0">
                <a:solidFill>
                  <a:srgbClr val="5F6364"/>
                </a:solidFill>
                <a:effectLst/>
                <a:latin typeface="Consolas" panose="020B0609020204030204" pitchFamily="49" charset="0"/>
              </a:rPr>
              <a:t>().</a:t>
            </a:r>
            <a:r>
              <a:rPr lang="en-US" b="0" i="0" dirty="0" err="1">
                <a:solidFill>
                  <a:srgbClr val="DD4A68"/>
                </a:solidFill>
                <a:effectLst/>
                <a:latin typeface="Consolas" panose="020B0609020204030204" pitchFamily="49" charset="0"/>
              </a:rPr>
              <a:t>fadeOut</a:t>
            </a:r>
            <a:r>
              <a:rPr lang="en-US" b="0" i="0" dirty="0">
                <a:solidFill>
                  <a:srgbClr val="5F6364"/>
                </a:solidFill>
                <a:effectLst/>
                <a:latin typeface="Consolas" panose="020B0609020204030204" pitchFamily="49" charset="0"/>
              </a:rPr>
              <a:t>(</a:t>
            </a:r>
            <a:r>
              <a:rPr lang="en-US" b="0" i="0" dirty="0">
                <a:solidFill>
                  <a:srgbClr val="669900"/>
                </a:solidFill>
                <a:effectLst/>
                <a:latin typeface="Consolas" panose="020B0609020204030204" pitchFamily="49" charset="0"/>
              </a:rPr>
              <a:t>"slow"</a:t>
            </a:r>
            <a:r>
              <a:rPr lang="en-US" b="0" i="0" dirty="0">
                <a:solidFill>
                  <a:srgbClr val="5F6364"/>
                </a:solidFill>
                <a:effectLst/>
                <a:latin typeface="Consolas" panose="020B0609020204030204" pitchFamily="49" charset="0"/>
              </a:rPr>
              <a:t>);</a:t>
            </a:r>
          </a:p>
          <a:p>
            <a:r>
              <a:rPr lang="en-US" b="0" i="0" dirty="0">
                <a:solidFill>
                  <a:srgbClr val="000000"/>
                </a:solidFill>
                <a:effectLst/>
                <a:latin typeface="Consolas" panose="020B0609020204030204" pitchFamily="49" charset="0"/>
              </a:rPr>
              <a:t> </a:t>
            </a:r>
            <a:r>
              <a:rPr lang="en-US" b="0" i="0" dirty="0">
                <a:solidFill>
                  <a:srgbClr val="5F6364"/>
                </a:solidFill>
                <a:effectLst/>
                <a:latin typeface="Consolas" panose="020B0609020204030204" pitchFamily="49" charset="0"/>
              </a:rPr>
              <a:t>});</a:t>
            </a:r>
            <a:r>
              <a:rPr lang="en-US" b="0" i="0" dirty="0">
                <a:solidFill>
                  <a:srgbClr val="000000"/>
                </a:solidFill>
                <a:effectLst/>
                <a:latin typeface="Consolas" panose="020B0609020204030204" pitchFamily="49" charset="0"/>
              </a:rPr>
              <a:t> </a:t>
            </a:r>
          </a:p>
          <a:p>
            <a:r>
              <a:rPr lang="en-US" b="0" i="0" dirty="0">
                <a:solidFill>
                  <a:srgbClr val="5F6364"/>
                </a:solidFill>
                <a:effectLst/>
                <a:latin typeface="Consolas" panose="020B0609020204030204" pitchFamily="49" charset="0"/>
              </a:rPr>
              <a:t>});</a:t>
            </a:r>
            <a:r>
              <a:rPr lang="en-US" b="0" i="0" dirty="0">
                <a:solidFill>
                  <a:srgbClr val="000000"/>
                </a:solidFill>
                <a:effectLst/>
                <a:latin typeface="Consolas" panose="020B0609020204030204" pitchFamily="49" charset="0"/>
              </a:rPr>
              <a:t> </a:t>
            </a:r>
            <a:r>
              <a:rPr lang="en-US" b="0" i="0" dirty="0">
                <a:solidFill>
                  <a:srgbClr val="5F6364"/>
                </a:solidFill>
                <a:effectLst/>
                <a:latin typeface="Consolas" panose="020B0609020204030204" pitchFamily="49" charset="0"/>
              </a:rPr>
              <a:t>&lt;/</a:t>
            </a:r>
            <a:r>
              <a:rPr lang="en-US" b="0" i="0" dirty="0">
                <a:solidFill>
                  <a:srgbClr val="990055"/>
                </a:solidFill>
                <a:effectLst/>
                <a:latin typeface="Consolas" panose="020B0609020204030204" pitchFamily="49" charset="0"/>
              </a:rPr>
              <a:t>script</a:t>
            </a:r>
            <a:r>
              <a:rPr lang="en-US" b="0" i="0" dirty="0">
                <a:solidFill>
                  <a:srgbClr val="5F6364"/>
                </a:solidFill>
                <a:effectLst/>
                <a:latin typeface="Consolas" panose="020B0609020204030204" pitchFamily="49" charset="0"/>
              </a:rPr>
              <a:t>&gt;</a:t>
            </a:r>
            <a:endParaRPr lang="en-IN" dirty="0"/>
          </a:p>
        </p:txBody>
      </p:sp>
      <p:sp>
        <p:nvSpPr>
          <p:cNvPr id="10" name="TextBox 9">
            <a:extLst>
              <a:ext uri="{FF2B5EF4-FFF2-40B4-BE49-F238E27FC236}">
                <a16:creationId xmlns:a16="http://schemas.microsoft.com/office/drawing/2014/main" id="{BE23F42B-6CA4-4BF4-9D39-85477FA803D2}"/>
              </a:ext>
            </a:extLst>
          </p:cNvPr>
          <p:cNvSpPr txBox="1"/>
          <p:nvPr/>
        </p:nvSpPr>
        <p:spPr>
          <a:xfrm>
            <a:off x="5987845" y="-90083"/>
            <a:ext cx="6685935" cy="6740307"/>
          </a:xfrm>
          <a:prstGeom prst="rect">
            <a:avLst/>
          </a:prstGeom>
          <a:noFill/>
        </p:spPr>
        <p:txBody>
          <a:bodyPr wrap="square">
            <a:spAutoFit/>
          </a:bodyPr>
          <a:lstStyle/>
          <a:p>
            <a:r>
              <a:rPr lang="en-IN" sz="1600" b="0" dirty="0">
                <a:solidFill>
                  <a:srgbClr val="800000"/>
                </a:solidFill>
                <a:effectLst/>
                <a:latin typeface="Consolas" panose="020B0609020204030204" pitchFamily="49" charset="0"/>
              </a:rPr>
              <a:t>&lt;!DOCTYPE</a:t>
            </a:r>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html</a:t>
            </a:r>
            <a:r>
              <a:rPr lang="en-IN" sz="1600" b="0" dirty="0">
                <a:solidFill>
                  <a:srgbClr val="800000"/>
                </a:solidFill>
                <a:effectLst/>
                <a:latin typeface="Consolas" panose="020B0609020204030204" pitchFamily="49" charset="0"/>
              </a:rPr>
              <a:t>&gt;&lt;html</a:t>
            </a:r>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lang</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a:t>
            </a:r>
            <a:r>
              <a:rPr lang="en-IN" sz="1600" b="0" dirty="0" err="1">
                <a:solidFill>
                  <a:srgbClr val="0000FF"/>
                </a:solidFill>
                <a:effectLst/>
                <a:latin typeface="Consolas" panose="020B0609020204030204" pitchFamily="49" charset="0"/>
              </a:rPr>
              <a:t>en</a:t>
            </a:r>
            <a:r>
              <a:rPr lang="en-IN" sz="1600" b="0" dirty="0">
                <a:solidFill>
                  <a:srgbClr val="0000FF"/>
                </a:solidFill>
                <a:effectLst/>
                <a:latin typeface="Consolas" panose="020B0609020204030204" pitchFamily="49" charset="0"/>
              </a:rPr>
              <a:t>"</a:t>
            </a:r>
            <a:r>
              <a:rPr lang="en-IN" sz="1600" b="0" dirty="0">
                <a:solidFill>
                  <a:srgbClr val="800000"/>
                </a:solidFill>
                <a:effectLst/>
                <a:latin typeface="Consolas" panose="020B0609020204030204" pitchFamily="49" charset="0"/>
              </a:rPr>
              <a:t>&gt;</a:t>
            </a:r>
            <a:endParaRPr lang="en-IN" sz="1600" b="0" dirty="0">
              <a:solidFill>
                <a:srgbClr val="000000"/>
              </a:solidFill>
              <a:effectLst/>
              <a:latin typeface="Consolas" panose="020B0609020204030204" pitchFamily="49" charset="0"/>
            </a:endParaRPr>
          </a:p>
          <a:p>
            <a:r>
              <a:rPr lang="en-IN" sz="1600" b="0" dirty="0">
                <a:solidFill>
                  <a:srgbClr val="800000"/>
                </a:solidFill>
                <a:effectLst/>
                <a:latin typeface="Consolas" panose="020B0609020204030204" pitchFamily="49" charset="0"/>
              </a:rPr>
              <a:t>&lt;head&gt;&lt;meta</a:t>
            </a:r>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charset</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"utf-8"</a:t>
            </a:r>
            <a:r>
              <a:rPr lang="en-IN" sz="1600" b="0" dirty="0">
                <a:solidFill>
                  <a:srgbClr val="800000"/>
                </a:solidFill>
                <a:effectLst/>
                <a:latin typeface="Consolas" panose="020B0609020204030204" pitchFamily="49" charset="0"/>
              </a:rPr>
              <a:t>&gt;</a:t>
            </a:r>
            <a:endParaRPr lang="en-IN" sz="1600" b="0" dirty="0">
              <a:solidFill>
                <a:srgbClr val="000000"/>
              </a:solidFill>
              <a:effectLst/>
              <a:latin typeface="Consolas" panose="020B0609020204030204" pitchFamily="49" charset="0"/>
            </a:endParaRPr>
          </a:p>
          <a:p>
            <a:r>
              <a:rPr lang="en-IN" sz="1600" b="0" dirty="0">
                <a:solidFill>
                  <a:srgbClr val="800000"/>
                </a:solidFill>
                <a:effectLst/>
                <a:latin typeface="Consolas" panose="020B0609020204030204" pitchFamily="49" charset="0"/>
              </a:rPr>
              <a:t>&lt;title&gt;</a:t>
            </a:r>
            <a:r>
              <a:rPr lang="en-IN" sz="1600" b="0" dirty="0">
                <a:solidFill>
                  <a:srgbClr val="000000"/>
                </a:solidFill>
                <a:effectLst/>
                <a:latin typeface="Consolas" panose="020B0609020204030204" pitchFamily="49" charset="0"/>
              </a:rPr>
              <a:t>Executing a Function on Scroll Event in jQuery</a:t>
            </a:r>
            <a:r>
              <a:rPr lang="en-IN" sz="1600" b="0" dirty="0">
                <a:solidFill>
                  <a:srgbClr val="800000"/>
                </a:solidFill>
                <a:effectLst/>
                <a:latin typeface="Consolas" panose="020B0609020204030204" pitchFamily="49" charset="0"/>
              </a:rPr>
              <a:t>&lt;/title&gt;</a:t>
            </a:r>
            <a:endParaRPr lang="en-IN" sz="1600" b="0" dirty="0">
              <a:solidFill>
                <a:srgbClr val="000000"/>
              </a:solidFill>
              <a:effectLst/>
              <a:latin typeface="Consolas" panose="020B0609020204030204" pitchFamily="49" charset="0"/>
            </a:endParaRPr>
          </a:p>
          <a:p>
            <a:r>
              <a:rPr lang="en-IN" sz="1600" b="0" dirty="0">
                <a:solidFill>
                  <a:srgbClr val="800000"/>
                </a:solidFill>
                <a:effectLst/>
                <a:latin typeface="Consolas" panose="020B0609020204030204" pitchFamily="49" charset="0"/>
              </a:rPr>
              <a:t>&lt;script</a:t>
            </a:r>
            <a:r>
              <a:rPr lang="en-IN" sz="1600" b="0" dirty="0">
                <a:solidFill>
                  <a:srgbClr val="000000"/>
                </a:solidFill>
                <a:effectLst/>
                <a:latin typeface="Consolas" panose="020B0609020204030204" pitchFamily="49" charset="0"/>
              </a:rPr>
              <a:t> </a:t>
            </a:r>
            <a:r>
              <a:rPr lang="en-IN" sz="1600" b="0" dirty="0" err="1">
                <a:solidFill>
                  <a:srgbClr val="FF0000"/>
                </a:solidFill>
                <a:effectLst/>
                <a:latin typeface="Consolas" panose="020B0609020204030204" pitchFamily="49" charset="0"/>
              </a:rPr>
              <a:t>src</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"../jquery-3.6.0.js"</a:t>
            </a:r>
            <a:r>
              <a:rPr lang="en-IN" sz="1600" b="0" dirty="0">
                <a:solidFill>
                  <a:srgbClr val="800000"/>
                </a:solidFill>
                <a:effectLst/>
                <a:latin typeface="Consolas" panose="020B0609020204030204" pitchFamily="49" charset="0"/>
              </a:rPr>
              <a:t>&gt;&lt;/script&gt;</a:t>
            </a:r>
            <a:endParaRPr lang="en-IN" sz="1600" b="0" dirty="0">
              <a:solidFill>
                <a:srgbClr val="000000"/>
              </a:solidFill>
              <a:effectLst/>
              <a:latin typeface="Consolas" panose="020B0609020204030204" pitchFamily="49" charset="0"/>
            </a:endParaRPr>
          </a:p>
          <a:p>
            <a:r>
              <a:rPr lang="en-IN" sz="1600" b="0" dirty="0">
                <a:solidFill>
                  <a:srgbClr val="800000"/>
                </a:solidFill>
                <a:effectLst/>
                <a:latin typeface="Consolas" panose="020B0609020204030204" pitchFamily="49" charset="0"/>
              </a:rPr>
              <a:t>&lt;style&gt;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p</a:t>
            </a:r>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width</a:t>
            </a:r>
            <a:r>
              <a:rPr lang="en-IN" sz="1600" b="0" dirty="0">
                <a:solidFill>
                  <a:srgbClr val="000000"/>
                </a:solidFill>
                <a:effectLst/>
                <a:latin typeface="Consolas" panose="020B0609020204030204" pitchFamily="49" charset="0"/>
              </a:rPr>
              <a:t>: </a:t>
            </a:r>
            <a:r>
              <a:rPr lang="en-IN" sz="1600" b="0" dirty="0">
                <a:solidFill>
                  <a:srgbClr val="098658"/>
                </a:solidFill>
                <a:effectLst/>
                <a:latin typeface="Consolas" panose="020B0609020204030204" pitchFamily="49" charset="0"/>
              </a:rPr>
              <a:t>100%</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padding</a:t>
            </a:r>
            <a:r>
              <a:rPr lang="en-IN" sz="1600" b="0" dirty="0">
                <a:solidFill>
                  <a:srgbClr val="000000"/>
                </a:solidFill>
                <a:effectLst/>
                <a:latin typeface="Consolas" panose="020B0609020204030204" pitchFamily="49" charset="0"/>
              </a:rPr>
              <a:t>: </a:t>
            </a:r>
            <a:r>
              <a:rPr lang="en-IN" sz="1600" b="0" dirty="0">
                <a:solidFill>
                  <a:srgbClr val="098658"/>
                </a:solidFill>
                <a:effectLst/>
                <a:latin typeface="Consolas" panose="020B0609020204030204" pitchFamily="49" charset="0"/>
              </a:rPr>
              <a:t>50px</a:t>
            </a:r>
            <a:r>
              <a:rPr lang="en-IN" sz="1600" b="0" dirty="0">
                <a:solidFill>
                  <a:srgbClr val="000000"/>
                </a:solidFill>
                <a:effectLst/>
                <a:latin typeface="Consolas" panose="020B0609020204030204" pitchFamily="49" charset="0"/>
              </a:rPr>
              <a:t> </a:t>
            </a:r>
            <a:r>
              <a:rPr lang="en-IN" sz="1600" b="0" dirty="0">
                <a:solidFill>
                  <a:srgbClr val="098658"/>
                </a:solidFill>
                <a:effectLst/>
                <a:latin typeface="Consolas" panose="020B0609020204030204" pitchFamily="49" charset="0"/>
              </a:rPr>
              <a:t>0</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text-align</a:t>
            </a:r>
            <a:r>
              <a:rPr lang="en-IN" sz="1600" b="0" dirty="0">
                <a:solidFill>
                  <a:srgbClr val="000000"/>
                </a:solidFill>
                <a:effectLst/>
                <a:latin typeface="Consolas" panose="020B0609020204030204" pitchFamily="49" charset="0"/>
              </a:rPr>
              <a:t>: </a:t>
            </a:r>
            <a:r>
              <a:rPr lang="en-IN" sz="1600" b="0" dirty="0" err="1">
                <a:solidFill>
                  <a:srgbClr val="0451A5"/>
                </a:solidFill>
                <a:effectLst/>
                <a:latin typeface="Consolas" panose="020B0609020204030204" pitchFamily="49" charset="0"/>
              </a:rPr>
              <a:t>center</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font</a:t>
            </a:r>
            <a:r>
              <a:rPr lang="en-IN" sz="1600" b="0" dirty="0">
                <a:solidFill>
                  <a:srgbClr val="000000"/>
                </a:solidFill>
                <a:effectLst/>
                <a:latin typeface="Consolas" panose="020B0609020204030204" pitchFamily="49" charset="0"/>
              </a:rPr>
              <a:t>: </a:t>
            </a:r>
            <a:r>
              <a:rPr lang="en-IN" sz="1600" b="0" dirty="0">
                <a:solidFill>
                  <a:srgbClr val="0451A5"/>
                </a:solidFill>
                <a:effectLst/>
                <a:latin typeface="Consolas" panose="020B0609020204030204" pitchFamily="49" charset="0"/>
              </a:rPr>
              <a:t>bold</a:t>
            </a:r>
            <a:r>
              <a:rPr lang="en-IN" sz="1600" b="0" dirty="0">
                <a:solidFill>
                  <a:srgbClr val="000000"/>
                </a:solidFill>
                <a:effectLst/>
                <a:latin typeface="Consolas" panose="020B0609020204030204" pitchFamily="49" charset="0"/>
              </a:rPr>
              <a:t> </a:t>
            </a:r>
            <a:r>
              <a:rPr lang="en-IN" sz="1600" b="0" dirty="0">
                <a:solidFill>
                  <a:srgbClr val="098658"/>
                </a:solidFill>
                <a:effectLst/>
                <a:latin typeface="Consolas" panose="020B0609020204030204" pitchFamily="49" charset="0"/>
              </a:rPr>
              <a:t>34px</a:t>
            </a:r>
            <a:r>
              <a:rPr lang="en-IN" sz="1600" b="0" dirty="0">
                <a:solidFill>
                  <a:srgbClr val="000000"/>
                </a:solidFill>
                <a:effectLst/>
                <a:latin typeface="Consolas" panose="020B0609020204030204" pitchFamily="49" charset="0"/>
              </a:rPr>
              <a:t> </a:t>
            </a:r>
            <a:r>
              <a:rPr lang="en-IN" sz="1600" b="0" dirty="0">
                <a:solidFill>
                  <a:srgbClr val="0451A5"/>
                </a:solidFill>
                <a:effectLst/>
                <a:latin typeface="Consolas" panose="020B0609020204030204" pitchFamily="49" charset="0"/>
              </a:rPr>
              <a:t>sans-serif</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background</a:t>
            </a:r>
            <a:r>
              <a:rPr lang="en-IN" sz="1600" b="0" dirty="0">
                <a:solidFill>
                  <a:srgbClr val="000000"/>
                </a:solidFill>
                <a:effectLst/>
                <a:latin typeface="Consolas" panose="020B0609020204030204" pitchFamily="49" charset="0"/>
              </a:rPr>
              <a:t>: </a:t>
            </a:r>
            <a:r>
              <a:rPr lang="en-IN" sz="1600" b="0" dirty="0">
                <a:solidFill>
                  <a:srgbClr val="0451A5"/>
                </a:solidFill>
                <a:effectLst/>
                <a:latin typeface="Consolas" panose="020B0609020204030204" pitchFamily="49" charset="0"/>
              </a:rPr>
              <a:t>#f0e68c</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position</a:t>
            </a:r>
            <a:r>
              <a:rPr lang="en-IN" sz="1600" b="0" dirty="0">
                <a:solidFill>
                  <a:srgbClr val="000000"/>
                </a:solidFill>
                <a:effectLst/>
                <a:latin typeface="Consolas" panose="020B0609020204030204" pitchFamily="49" charset="0"/>
              </a:rPr>
              <a:t>: </a:t>
            </a:r>
            <a:r>
              <a:rPr lang="en-IN" sz="1600" b="0" dirty="0">
                <a:solidFill>
                  <a:srgbClr val="0451A5"/>
                </a:solidFill>
                <a:effectLst/>
                <a:latin typeface="Consolas" panose="020B0609020204030204" pitchFamily="49" charset="0"/>
              </a:rPr>
              <a:t>fixed</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top</a:t>
            </a:r>
            <a:r>
              <a:rPr lang="en-IN" sz="1600" b="0" dirty="0">
                <a:solidFill>
                  <a:srgbClr val="000000"/>
                </a:solidFill>
                <a:effectLst/>
                <a:latin typeface="Consolas" panose="020B0609020204030204" pitchFamily="49" charset="0"/>
              </a:rPr>
              <a:t>: </a:t>
            </a:r>
            <a:r>
              <a:rPr lang="en-IN" sz="1600" b="0" dirty="0">
                <a:solidFill>
                  <a:srgbClr val="098658"/>
                </a:solidFill>
                <a:effectLst/>
                <a:latin typeface="Consolas" panose="020B0609020204030204" pitchFamily="49" charset="0"/>
              </a:rPr>
              <a:t>50px</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display</a:t>
            </a:r>
            <a:r>
              <a:rPr lang="en-IN" sz="1600" b="0" dirty="0">
                <a:solidFill>
                  <a:srgbClr val="000000"/>
                </a:solidFill>
                <a:effectLst/>
                <a:latin typeface="Consolas" panose="020B0609020204030204" pitchFamily="49" charset="0"/>
              </a:rPr>
              <a:t>: </a:t>
            </a:r>
            <a:r>
              <a:rPr lang="en-IN" sz="1600" b="0" dirty="0">
                <a:solidFill>
                  <a:srgbClr val="0451A5"/>
                </a:solidFill>
                <a:effectLst/>
                <a:latin typeface="Consolas" panose="020B0609020204030204" pitchFamily="49" charset="0"/>
              </a:rPr>
              <a:t>none</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.dummy-content</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height</a:t>
            </a:r>
            <a:r>
              <a:rPr lang="en-IN" sz="1600" b="0" dirty="0">
                <a:solidFill>
                  <a:srgbClr val="000000"/>
                </a:solidFill>
                <a:effectLst/>
                <a:latin typeface="Consolas" panose="020B0609020204030204" pitchFamily="49" charset="0"/>
              </a:rPr>
              <a:t>: </a:t>
            </a:r>
            <a:r>
              <a:rPr lang="en-IN" sz="1600" b="0" dirty="0">
                <a:solidFill>
                  <a:srgbClr val="098658"/>
                </a:solidFill>
                <a:effectLst/>
                <a:latin typeface="Consolas" panose="020B0609020204030204" pitchFamily="49" charset="0"/>
              </a:rPr>
              <a:t>600px</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font</a:t>
            </a:r>
            <a:r>
              <a:rPr lang="en-IN" sz="1600" b="0" dirty="0">
                <a:solidFill>
                  <a:srgbClr val="000000"/>
                </a:solidFill>
                <a:effectLst/>
                <a:latin typeface="Consolas" panose="020B0609020204030204" pitchFamily="49" charset="0"/>
              </a:rPr>
              <a:t>: </a:t>
            </a:r>
            <a:r>
              <a:rPr lang="en-IN" sz="1600" b="0" dirty="0">
                <a:solidFill>
                  <a:srgbClr val="098658"/>
                </a:solidFill>
                <a:effectLst/>
                <a:latin typeface="Consolas" panose="020B0609020204030204" pitchFamily="49" charset="0"/>
              </a:rPr>
              <a:t>34px</a:t>
            </a:r>
            <a:r>
              <a:rPr lang="en-IN" sz="1600" b="0" dirty="0">
                <a:solidFill>
                  <a:srgbClr val="000000"/>
                </a:solidFill>
                <a:effectLst/>
                <a:latin typeface="Consolas" panose="020B0609020204030204" pitchFamily="49" charset="0"/>
              </a:rPr>
              <a:t> </a:t>
            </a:r>
            <a:r>
              <a:rPr lang="en-IN" sz="1600" b="0" dirty="0">
                <a:solidFill>
                  <a:srgbClr val="0451A5"/>
                </a:solidFill>
                <a:effectLst/>
                <a:latin typeface="Consolas" panose="020B0609020204030204" pitchFamily="49" charset="0"/>
              </a:rPr>
              <a:t>sans-serif</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text-align</a:t>
            </a:r>
            <a:r>
              <a:rPr lang="en-IN" sz="1600" b="0" dirty="0">
                <a:solidFill>
                  <a:srgbClr val="000000"/>
                </a:solidFill>
                <a:effectLst/>
                <a:latin typeface="Consolas" panose="020B0609020204030204" pitchFamily="49" charset="0"/>
              </a:rPr>
              <a:t>: </a:t>
            </a:r>
            <a:r>
              <a:rPr lang="en-IN" sz="1600" b="0" dirty="0" err="1">
                <a:solidFill>
                  <a:srgbClr val="0451A5"/>
                </a:solidFill>
                <a:effectLst/>
                <a:latin typeface="Consolas" panose="020B0609020204030204" pitchFamily="49" charset="0"/>
              </a:rPr>
              <a:t>center</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p>
          <a:p>
            <a:r>
              <a:rPr lang="en-IN" sz="1600" b="0" dirty="0">
                <a:solidFill>
                  <a:srgbClr val="800000"/>
                </a:solidFill>
                <a:effectLst/>
                <a:latin typeface="Consolas" panose="020B0609020204030204" pitchFamily="49" charset="0"/>
              </a:rPr>
              <a:t>&lt;/style&gt;&lt;script&gt;</a:t>
            </a:r>
            <a:endParaRPr lang="en-IN" sz="1600" b="0" dirty="0">
              <a:solidFill>
                <a:srgbClr val="000000"/>
              </a:solidFill>
              <a:effectLst/>
              <a:latin typeface="Consolas" panose="020B0609020204030204" pitchFamily="49" charset="0"/>
            </a:endParaRPr>
          </a:p>
          <a:p>
            <a:r>
              <a:rPr lang="en-IN" sz="1600" b="0" dirty="0">
                <a:solidFill>
                  <a:srgbClr val="795E26"/>
                </a:solidFill>
                <a:effectLst/>
                <a:latin typeface="Consolas" panose="020B0609020204030204" pitchFamily="49" charset="0"/>
              </a:rPr>
              <a:t>$</a:t>
            </a:r>
            <a:r>
              <a:rPr lang="en-IN" sz="1600" b="0" dirty="0">
                <a:solidFill>
                  <a:srgbClr val="000000"/>
                </a:solidFill>
                <a:effectLst/>
                <a:latin typeface="Consolas" panose="020B0609020204030204" pitchFamily="49" charset="0"/>
              </a:rPr>
              <a:t>(</a:t>
            </a:r>
            <a:r>
              <a:rPr lang="en-IN" sz="1600" b="0" dirty="0">
                <a:solidFill>
                  <a:srgbClr val="001080"/>
                </a:solidFill>
                <a:effectLst/>
                <a:latin typeface="Consolas" panose="020B0609020204030204" pitchFamily="49" charset="0"/>
              </a:rPr>
              <a:t>document</a:t>
            </a:r>
            <a:r>
              <a:rPr lang="en-IN" sz="1600" b="0" dirty="0">
                <a:solidFill>
                  <a:srgbClr val="000000"/>
                </a:solidFill>
                <a:effectLst/>
                <a:latin typeface="Consolas" panose="020B0609020204030204" pitchFamily="49" charset="0"/>
              </a:rPr>
              <a:t>).</a:t>
            </a:r>
            <a:r>
              <a:rPr lang="en-IN" sz="1600" b="0" dirty="0">
                <a:solidFill>
                  <a:srgbClr val="795E26"/>
                </a:solidFill>
                <a:effectLst/>
                <a:latin typeface="Consolas" panose="020B0609020204030204" pitchFamily="49" charset="0"/>
              </a:rPr>
              <a:t>ready</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function</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a:solidFill>
                  <a:srgbClr val="795E26"/>
                </a:solidFill>
                <a:effectLst/>
                <a:latin typeface="Consolas" panose="020B0609020204030204" pitchFamily="49" charset="0"/>
              </a:rPr>
              <a:t>$</a:t>
            </a:r>
            <a:r>
              <a:rPr lang="en-IN" sz="1600" b="0" dirty="0">
                <a:solidFill>
                  <a:srgbClr val="000000"/>
                </a:solidFill>
                <a:effectLst/>
                <a:latin typeface="Consolas" panose="020B0609020204030204" pitchFamily="49" charset="0"/>
              </a:rPr>
              <a:t>(</a:t>
            </a:r>
            <a:r>
              <a:rPr lang="en-IN" sz="1600" b="0" dirty="0">
                <a:solidFill>
                  <a:srgbClr val="001080"/>
                </a:solidFill>
                <a:effectLst/>
                <a:latin typeface="Consolas" panose="020B0609020204030204" pitchFamily="49" charset="0"/>
              </a:rPr>
              <a:t>window</a:t>
            </a:r>
            <a:r>
              <a:rPr lang="en-IN" sz="1600" b="0" dirty="0">
                <a:solidFill>
                  <a:srgbClr val="000000"/>
                </a:solidFill>
                <a:effectLst/>
                <a:latin typeface="Consolas" panose="020B0609020204030204" pitchFamily="49" charset="0"/>
              </a:rPr>
              <a:t>).</a:t>
            </a:r>
            <a:r>
              <a:rPr lang="en-IN" sz="1600" b="0" dirty="0">
                <a:solidFill>
                  <a:srgbClr val="795E26"/>
                </a:solidFill>
                <a:effectLst/>
                <a:latin typeface="Consolas" panose="020B0609020204030204" pitchFamily="49" charset="0"/>
              </a:rPr>
              <a:t>scroll</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function</a:t>
            </a:r>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        </a:t>
            </a:r>
            <a:r>
              <a:rPr lang="en-IN" sz="1600" b="0" dirty="0">
                <a:solidFill>
                  <a:srgbClr val="795E26"/>
                </a:solidFill>
                <a:effectLst/>
                <a:latin typeface="Consolas" panose="020B0609020204030204" pitchFamily="49" charset="0"/>
              </a:rPr>
              <a:t>$</a:t>
            </a:r>
            <a:r>
              <a:rPr lang="en-IN" sz="1600" b="0" dirty="0">
                <a:solidFill>
                  <a:srgbClr val="000000"/>
                </a:solidFill>
                <a:effectLst/>
                <a:latin typeface="Consolas" panose="020B0609020204030204" pitchFamily="49" charset="0"/>
              </a:rPr>
              <a:t>(</a:t>
            </a:r>
            <a:r>
              <a:rPr lang="en-IN" sz="1600" b="0" dirty="0">
                <a:solidFill>
                  <a:srgbClr val="A31515"/>
                </a:solidFill>
                <a:effectLst/>
                <a:latin typeface="Consolas" panose="020B0609020204030204" pitchFamily="49" charset="0"/>
              </a:rPr>
              <a:t>"p"</a:t>
            </a:r>
            <a:r>
              <a:rPr lang="en-IN" sz="1600" b="0" dirty="0">
                <a:solidFill>
                  <a:srgbClr val="000000"/>
                </a:solidFill>
                <a:effectLst/>
                <a:latin typeface="Consolas" panose="020B0609020204030204" pitchFamily="49" charset="0"/>
              </a:rPr>
              <a:t>).</a:t>
            </a:r>
            <a:r>
              <a:rPr lang="en-IN" sz="1600" b="0" dirty="0">
                <a:solidFill>
                  <a:srgbClr val="795E26"/>
                </a:solidFill>
                <a:effectLst/>
                <a:latin typeface="Consolas" panose="020B0609020204030204" pitchFamily="49" charset="0"/>
              </a:rPr>
              <a:t>show</a:t>
            </a:r>
            <a:r>
              <a:rPr lang="en-IN" sz="1600" b="0" dirty="0">
                <a:solidFill>
                  <a:srgbClr val="000000"/>
                </a:solidFill>
                <a:effectLst/>
                <a:latin typeface="Consolas" panose="020B0609020204030204" pitchFamily="49" charset="0"/>
              </a:rPr>
              <a:t>().</a:t>
            </a:r>
            <a:r>
              <a:rPr lang="en-IN" sz="1600" b="0" dirty="0" err="1">
                <a:solidFill>
                  <a:srgbClr val="795E26"/>
                </a:solidFill>
                <a:effectLst/>
                <a:latin typeface="Consolas" panose="020B0609020204030204" pitchFamily="49" charset="0"/>
              </a:rPr>
              <a:t>fadeOut</a:t>
            </a:r>
            <a:r>
              <a:rPr lang="en-IN" sz="1600" b="0" dirty="0">
                <a:solidFill>
                  <a:srgbClr val="000000"/>
                </a:solidFill>
                <a:effectLst/>
                <a:latin typeface="Consolas" panose="020B0609020204030204" pitchFamily="49" charset="0"/>
              </a:rPr>
              <a:t>(</a:t>
            </a:r>
            <a:r>
              <a:rPr lang="en-IN" sz="1600" b="0" dirty="0">
                <a:solidFill>
                  <a:srgbClr val="A31515"/>
                </a:solidFill>
                <a:effectLst/>
                <a:latin typeface="Consolas" panose="020B0609020204030204" pitchFamily="49" charset="0"/>
              </a:rPr>
              <a:t>"slow"</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a:t>
            </a:r>
          </a:p>
          <a:p>
            <a:r>
              <a:rPr lang="en-IN" sz="1600" b="0" dirty="0">
                <a:solidFill>
                  <a:srgbClr val="800000"/>
                </a:solidFill>
                <a:effectLst/>
                <a:latin typeface="Consolas" panose="020B0609020204030204" pitchFamily="49" charset="0"/>
              </a:rPr>
              <a:t>&lt;/script&gt;</a:t>
            </a:r>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&lt;/head&gt;</a:t>
            </a:r>
            <a:r>
              <a:rPr lang="en-IN" sz="1600" b="0" dirty="0">
                <a:solidFill>
                  <a:srgbClr val="000000"/>
                </a:solidFill>
                <a:effectLst/>
                <a:latin typeface="Consolas" panose="020B0609020204030204" pitchFamily="49" charset="0"/>
              </a:rPr>
              <a:t> </a:t>
            </a:r>
          </a:p>
        </p:txBody>
      </p:sp>
      <p:sp>
        <p:nvSpPr>
          <p:cNvPr id="12" name="TextBox 11">
            <a:extLst>
              <a:ext uri="{FF2B5EF4-FFF2-40B4-BE49-F238E27FC236}">
                <a16:creationId xmlns:a16="http://schemas.microsoft.com/office/drawing/2014/main" id="{230E95BC-EB81-493D-A5BF-1404E8C5ADC3}"/>
              </a:ext>
            </a:extLst>
          </p:cNvPr>
          <p:cNvSpPr txBox="1"/>
          <p:nvPr/>
        </p:nvSpPr>
        <p:spPr>
          <a:xfrm>
            <a:off x="68826" y="4826675"/>
            <a:ext cx="6604819" cy="203132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&lt;body&gt;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&lt;p&gt;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Scroll Happened!</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&lt;/p&gt;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&lt;div</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class</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"dummy-content"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Scroll the viewport.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&lt;/div&gt;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&lt;div</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class</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"dummy-content"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Scroll the viewport.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&lt;/div&gt;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&lt;div</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class</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"dummy-content"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Scroll the viewport.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&lt;/div&gt;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&lt;div</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class</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"dummy-content"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Scroll the viewport.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&lt;/div&gt;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&lt;div</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class</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"dummy-content"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Scroll the viewport.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&lt;/div&gt;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&lt;/body&gt;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&lt;/html&gt;</a:t>
            </a:r>
            <a:endParaRPr lang="en-IN" sz="1600" dirty="0"/>
          </a:p>
        </p:txBody>
      </p:sp>
    </p:spTree>
    <p:extLst>
      <p:ext uri="{BB962C8B-B14F-4D97-AF65-F5344CB8AC3E}">
        <p14:creationId xmlns:p14="http://schemas.microsoft.com/office/powerpoint/2010/main" val="28856526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404</TotalTime>
  <Words>4819</Words>
  <Application>Microsoft Office PowerPoint</Application>
  <PresentationFormat>Widescreen</PresentationFormat>
  <Paragraphs>442</Paragraphs>
  <Slides>16</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16</vt:i4>
      </vt:variant>
    </vt:vector>
  </HeadingPairs>
  <TitlesOfParts>
    <vt:vector size="27" baseType="lpstr">
      <vt:lpstr>-apple-system</vt:lpstr>
      <vt:lpstr>Arial</vt:lpstr>
      <vt:lpstr>Calibri</vt:lpstr>
      <vt:lpstr>Calibri Light</vt:lpstr>
      <vt:lpstr>Cambria</vt:lpstr>
      <vt:lpstr>Consolas</vt:lpstr>
      <vt:lpstr>Courier New</vt:lpstr>
      <vt:lpstr>Garamond</vt:lpstr>
      <vt:lpstr>inherit</vt:lpstr>
      <vt:lpstr>Times New Roman</vt:lpstr>
      <vt:lpstr>Office Theme</vt:lpstr>
      <vt:lpstr>PowerPoint Presentation</vt:lpstr>
      <vt:lpstr>Event</vt:lpstr>
      <vt:lpstr>Click Events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Sriram Mantri vidyanidhi infotech academy</dc:creator>
  <cp:lastModifiedBy>Sriram Mantri vidyanidhi infotech academy</cp:lastModifiedBy>
  <cp:revision>88</cp:revision>
  <dcterms:created xsi:type="dcterms:W3CDTF">2020-12-08T04:28:35Z</dcterms:created>
  <dcterms:modified xsi:type="dcterms:W3CDTF">2021-06-07T04:51:23Z</dcterms:modified>
</cp:coreProperties>
</file>