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-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67345-2826-41D5-A086-E491BC8DE5FE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7529-61A6-4D56-8001-AAA2A6445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84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9443-FFEE-4C82-A966-BF1CE2F8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93334-666B-4F20-ACB6-61846BF6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4E580-2FB4-457A-A152-EF6B9D38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60D9B-B68C-4620-87CE-F0A1870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36A0-EDC3-4BA9-B4B6-EC9BF9D0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7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580A-668F-4970-939B-82FD7231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0C4B-F586-4500-8F73-5AB60C98B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E74F4-FCA3-423C-8169-8DE1C052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D7A50-489D-4A36-9E70-A7CE26D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1DF1E-DB70-435B-B5B9-04642DBF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2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F664-4139-40D8-BD0C-35879E69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F26F1-4D00-4DB5-9F33-8C620144C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FA7E-9C13-42BB-B8F5-23167082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5A40E-26F3-49D5-8231-9CFBE0FA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8821-1DD5-46AF-B859-E9DB767F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5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1D5B-DD80-4F4B-BB8B-3C6E40D3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43B7-8865-447C-9193-E158DC9C4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041A5-4AA5-4584-9AFF-0D61E306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86933-95C5-4E0D-AA2B-A304FD2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BD086-7216-419B-A6C2-5F7B7826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3E10-F0A2-45A1-9365-3ABF7463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F1CA-47E7-4B65-AB75-C3261008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7C2BE-930A-4711-B915-DA01FBCF3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3A3D-8034-492F-A3FC-218108F5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7BFD0-D5C1-41E3-B446-203258A7C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C35BF-C149-4790-95D1-210A40703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650A6-80C6-405E-891A-5C08D56A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AE45E-EF40-40B8-A8C4-93AF497E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4334E-6748-41DF-A0A1-B0D6C07A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07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B3E6-97E4-49A2-9744-8A16A9B3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E765C-AE3B-4BB2-8980-1663BA2C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A86FB-C3AD-479D-B553-81ADCFC7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B2B66-F1AE-441B-8A26-046F8127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A9C74-D28D-4EB5-BD2E-6497EB28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64809-42FD-4A11-B819-AD17C8D6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2BC93-2C20-4A10-8386-5E6BBC6B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0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7F65-DBCB-4801-B4F7-01DAA9F1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DDB3-BF37-4811-AA22-0157F0F5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E616A-B6D5-4B0C-BE05-75FC81B41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50D6E-AB39-4131-931B-11AEE155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0CE22-92D3-4DAA-8BCE-0A03B688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E6409-721A-4A59-8C8C-991DFF5D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2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15F6-2CCA-471A-8A4C-B14E37B4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81F1C-8AB8-4B4B-AB87-147354B35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143F0-C23B-4B04-BC3E-09FD7FA9B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6794-29D4-48F5-AAB7-FEDE3869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6CB9B-4D4C-4ACA-A95C-383DD8CF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648DB-2CE3-4422-BA6A-7F581DD4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91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F9C4-EC3D-4D88-916D-9C28F12E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3ECD7-301A-4007-9555-FAB7F47F1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8B08-380A-4D4C-8558-710BAA44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45EE6-7C0B-46D1-ACD2-1400C51A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7C531-6255-483B-85A2-FC2B5D91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8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2BEA0-82D9-44CE-8195-5A5B7E10A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0A67E-302F-423F-92E9-8B2E7DD36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B3939-E0C6-4AEC-B1A6-99FA8EBD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C804-538E-4BBD-975D-7A768D3E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03EAE-674C-4E86-883E-3AF5874E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0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14469-9391-4513-9B67-5B4CAA8F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7ACC0-3600-409D-B5CE-5EE024B62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5ABD-DCDA-47A0-A577-5162BFA57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3DDF5-237E-4516-A055-57F6167FD6A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718B-B236-4E69-93D5-5A2D01725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D5EC-A01E-4BD2-91FF-5D1045935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30DFE-449A-4058-8FEB-0F17D90CCD4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921E84-7975-4E42-8D87-BD3396E8F9A7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60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html_empty.asp" TargetMode="External"/><Relationship Id="rId2" Type="http://schemas.openxmlformats.org/officeDocument/2006/relationships/hyperlink" Target="https://www.w3schools.com/jquery/html_remove.a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>
                <a:hlinkClick r:id="rId2"/>
              </a:rPr>
              <a:t>http://www.vidyanidhi.com/</a:t>
            </a:r>
            <a:endParaRPr lang="en-IN"/>
          </a:p>
          <a:p>
            <a:pPr marL="0" indent="0" algn="ctr">
              <a:buNone/>
            </a:pPr>
            <a:r>
              <a:rPr lang="en-IN"/>
              <a:t>ketkiacharya.net@gmail.com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A57D-D100-4CBC-9D4C-C8772CB0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19" y="237306"/>
            <a:ext cx="6617109" cy="519778"/>
          </a:xfrm>
        </p:spPr>
        <p:txBody>
          <a:bodyPr>
            <a:normAutofit fontScale="90000"/>
          </a:bodyPr>
          <a:lstStyle/>
          <a:p>
            <a:r>
              <a:rPr lang="en-IN" dirty="0"/>
              <a:t>hide() - show()- Toggle()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D9B6A-CCAB-45B9-A7A0-74BA95AD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1127535"/>
            <a:ext cx="10515600" cy="4351338"/>
          </a:xfrm>
        </p:spPr>
        <p:txBody>
          <a:bodyPr/>
          <a:lstStyle/>
          <a:p>
            <a:r>
              <a:rPr lang="en-US" dirty="0"/>
              <a:t>$(selector).show(</a:t>
            </a:r>
            <a:r>
              <a:rPr lang="en-US" dirty="0" err="1"/>
              <a:t>speed,callback</a:t>
            </a:r>
            <a:r>
              <a:rPr lang="en-US" dirty="0"/>
              <a:t>);</a:t>
            </a:r>
          </a:p>
          <a:p>
            <a:r>
              <a:rPr lang="en-US" dirty="0"/>
              <a:t>The optional speed parameter specifies the speed of the hiding/showing, and can take the following values: "slow", "fast", or milliseconds.</a:t>
            </a:r>
          </a:p>
          <a:p>
            <a:r>
              <a:rPr lang="en-US" dirty="0"/>
              <a:t>The optional callback parameter is the name of a function to be executed after hide (or show) completes.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06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F193-BD63-4237-B0CC-379F8DC94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8" y="706732"/>
            <a:ext cx="4461388" cy="302167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"#hide"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hide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(1000);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"#show"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(1000);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2A76C-EFD0-4C93-9C3D-FF045DED0C65}"/>
              </a:ext>
            </a:extLst>
          </p:cNvPr>
          <p:cNvSpPr txBox="1"/>
          <p:nvPr/>
        </p:nvSpPr>
        <p:spPr>
          <a:xfrm>
            <a:off x="4945626" y="1017242"/>
            <a:ext cx="7246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 you click on the "Hide" button, p tag   will  disappear.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"hide"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Hide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"show"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D1796-DCA2-48FA-A27F-95CF594FE3E0}"/>
              </a:ext>
            </a:extLst>
          </p:cNvPr>
          <p:cNvSpPr txBox="1"/>
          <p:nvPr/>
        </p:nvSpPr>
        <p:spPr>
          <a:xfrm>
            <a:off x="285136" y="3901766"/>
            <a:ext cx="61353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998DB-A59A-4DBF-A6A8-6496383E8AE8}"/>
              </a:ext>
            </a:extLst>
          </p:cNvPr>
          <p:cNvSpPr txBox="1"/>
          <p:nvPr/>
        </p:nvSpPr>
        <p:spPr>
          <a:xfrm>
            <a:off x="5299587" y="4040265"/>
            <a:ext cx="6135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paragraph with little content.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another small paragraph.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A69998-9637-4AD2-A2FF-1EBC35111CC6}"/>
              </a:ext>
            </a:extLst>
          </p:cNvPr>
          <p:cNvSpPr txBox="1"/>
          <p:nvPr/>
        </p:nvSpPr>
        <p:spPr>
          <a:xfrm>
            <a:off x="5299587" y="5545394"/>
            <a:ext cx="6322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click it will hide and if you again click it will show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3439DF-2E50-4853-94DB-7E3023DA3B51}"/>
              </a:ext>
            </a:extLst>
          </p:cNvPr>
          <p:cNvCxnSpPr>
            <a:endCxn id="10" idx="1"/>
          </p:cNvCxnSpPr>
          <p:nvPr/>
        </p:nvCxnSpPr>
        <p:spPr>
          <a:xfrm>
            <a:off x="2310581" y="4758813"/>
            <a:ext cx="2989006" cy="971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A28E7E-1B42-41DE-9EA3-F3C0AF7B457B}"/>
              </a:ext>
            </a:extLst>
          </p:cNvPr>
          <p:cNvSpPr txBox="1"/>
          <p:nvPr/>
        </p:nvSpPr>
        <p:spPr>
          <a:xfrm>
            <a:off x="4945626" y="2572996"/>
            <a:ext cx="613532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Hide will set visibility: hidden [</a:t>
            </a:r>
            <a:r>
              <a:rPr lang="en-IN" dirty="0" err="1"/>
              <a:t>css</a:t>
            </a:r>
            <a:r>
              <a:rPr lang="en-IN" dirty="0"/>
              <a:t> property]   </a:t>
            </a:r>
            <a:r>
              <a:rPr lang="en-IN" dirty="0" err="1"/>
              <a:t>display:none</a:t>
            </a:r>
            <a:endParaRPr lang="en-IN" dirty="0"/>
          </a:p>
          <a:p>
            <a:r>
              <a:rPr lang="en-IN" dirty="0"/>
              <a:t>Show will set visibility : visible</a:t>
            </a:r>
          </a:p>
        </p:txBody>
      </p:sp>
    </p:spTree>
    <p:extLst>
      <p:ext uri="{BB962C8B-B14F-4D97-AF65-F5344CB8AC3E}">
        <p14:creationId xmlns:p14="http://schemas.microsoft.com/office/powerpoint/2010/main" val="379608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6479-AC5D-4230-BE45-0181C47E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90" y="0"/>
            <a:ext cx="7315201" cy="500113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slideUp</a:t>
            </a:r>
            <a:r>
              <a:rPr lang="en-IN" dirty="0"/>
              <a:t>- </a:t>
            </a:r>
            <a:r>
              <a:rPr lang="en-IN" dirty="0" err="1"/>
              <a:t>slideDown</a:t>
            </a:r>
            <a:r>
              <a:rPr lang="en-IN" dirty="0"/>
              <a:t>- </a:t>
            </a:r>
            <a:r>
              <a:rPr lang="en-IN" dirty="0" err="1"/>
              <a:t>slideToggle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C679E-60D3-4091-A300-B0D7BA9810F2}"/>
              </a:ext>
            </a:extLst>
          </p:cNvPr>
          <p:cNvSpPr txBox="1"/>
          <p:nvPr/>
        </p:nvSpPr>
        <p:spPr>
          <a:xfrm>
            <a:off x="117989" y="648930"/>
            <a:ext cx="543723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"../jquery-1.9.1.js"</a:t>
            </a:r>
            <a:r>
              <a:rPr lang="en-IN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"#flip"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"#panel"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slideDown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#panel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#flip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#e5eecc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#c3c3c3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#panel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416540-F7B9-4E2F-9007-6D9F5BA568C9}"/>
              </a:ext>
            </a:extLst>
          </p:cNvPr>
          <p:cNvSpPr txBox="1"/>
          <p:nvPr/>
        </p:nvSpPr>
        <p:spPr>
          <a:xfrm>
            <a:off x="5456904" y="880944"/>
            <a:ext cx="61353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&lt;body&gt;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"flip"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Click to slide down panel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"panel"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Hello world!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&lt;hr/&gt;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Syntax: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$(selector).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slideUp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speed,callback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 optional speed parameter specifies the duration of the effect. It can take the following values: "slow", "fast", or milliseconds.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 optional 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callback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parameter is the name of a function to be executed after the sliding completes.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&lt;/html&gt;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87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80CD63-1650-4E38-BD86-B9098A62ABD4}"/>
              </a:ext>
            </a:extLst>
          </p:cNvPr>
          <p:cNvSpPr txBox="1"/>
          <p:nvPr/>
        </p:nvSpPr>
        <p:spPr>
          <a:xfrm>
            <a:off x="1081549" y="79951"/>
            <a:ext cx="613532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"//ajax.googleapis.com/ajax/libs/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jquery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/1.8.3/jquery.min.js"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"#flip"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"#panel"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slideUp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#panel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#flip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#e5eecc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#c3c3c3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#panel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E34AD-4F19-4FA6-82ED-3FB01867EB10}"/>
              </a:ext>
            </a:extLst>
          </p:cNvPr>
          <p:cNvSpPr txBox="1"/>
          <p:nvPr/>
        </p:nvSpPr>
        <p:spPr>
          <a:xfrm>
            <a:off x="6056672" y="1674674"/>
            <a:ext cx="61353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&lt;/style&gt;&lt;/head&gt;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&lt;body&gt;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"flip"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Click to slide up panel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"panel"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Hello world!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&lt;/html&gt;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056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72B1-8CE9-4536-8C00-A43703C99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716" y="-88490"/>
            <a:ext cx="4572000" cy="67842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"../jquery-1.9.1.js"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"#flip"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"#panel"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slideToggle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#panel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#flip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 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#e5eecc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#c3c3c3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#panel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DC6E7-66CE-4868-AB35-D72646B8CA15}"/>
              </a:ext>
            </a:extLst>
          </p:cNvPr>
          <p:cNvSpPr txBox="1"/>
          <p:nvPr/>
        </p:nvSpPr>
        <p:spPr>
          <a:xfrm>
            <a:off x="5830529" y="562415"/>
            <a:ext cx="62631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"flip"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to slide the panel down or up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"panel"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 world!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14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7989-1E09-4E2F-BBEE-BBED7847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3" y="119320"/>
            <a:ext cx="10776155" cy="755752"/>
          </a:xfrm>
        </p:spPr>
        <p:txBody>
          <a:bodyPr>
            <a:noAutofit/>
          </a:bodyPr>
          <a:lstStyle/>
          <a:p>
            <a:r>
              <a:rPr lang="en-IN" sz="3600" dirty="0" err="1"/>
              <a:t>fadeIn</a:t>
            </a:r>
            <a:r>
              <a:rPr lang="en-IN" sz="3600" dirty="0"/>
              <a:t> fadeout and </a:t>
            </a:r>
            <a:r>
              <a:rPr lang="en-IN" sz="3600" dirty="0" err="1"/>
              <a:t>fadeTo</a:t>
            </a:r>
            <a:r>
              <a:rPr lang="en-IN" sz="3600" dirty="0"/>
              <a:t> [it use opacity property of </a:t>
            </a:r>
            <a:r>
              <a:rPr lang="en-IN" sz="3600" dirty="0" err="1"/>
              <a:t>css</a:t>
            </a:r>
            <a:r>
              <a:rPr lang="en-IN" sz="3600" dirty="0"/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DEE43-57E3-4C31-86B1-F33E5EF743F9}"/>
              </a:ext>
            </a:extLst>
          </p:cNvPr>
          <p:cNvSpPr txBox="1"/>
          <p:nvPr/>
        </p:nvSpPr>
        <p:spPr>
          <a:xfrm>
            <a:off x="157315" y="875073"/>
            <a:ext cx="1214283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"../jquery-1.9.1.js"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"#div1"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"#div2"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"#div3"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Demonstrate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with different parameters.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to fade in boxes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"width:80px;height:80px;display:none;background-color:red;"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"width:80px;height:80px;display:none;background-color:green;"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"div3"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"width:80px;height:80px;display:none;background-color:blue;"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&lt;hr/&gt;&lt;/body&gt;&lt;/html&gt;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3818A-D4AA-4608-99A7-8D01C8BBD566}"/>
              </a:ext>
            </a:extLst>
          </p:cNvPr>
          <p:cNvSpPr txBox="1"/>
          <p:nvPr/>
        </p:nvSpPr>
        <p:spPr>
          <a:xfrm>
            <a:off x="5250426" y="1032387"/>
            <a:ext cx="6479458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syntax: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$(selector).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speed,callback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optional speed parameter specifies the duration of the effect. It can take the following values: "slow", "fast", or milliseconds.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optional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parameter is the name of a function to be executed after the fading completes.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63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D935-8CFA-40B2-96FE-343496686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439" y="0"/>
            <a:ext cx="6518788" cy="67645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"../jquery-1.9.1.js"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".btn1"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fadeOut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".btn2"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"btn1"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Fade out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"btn2"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Fade in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paragraph.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9932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723D0-24A4-4997-9749-1A3E39C1C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44" y="993058"/>
            <a:ext cx="5899356" cy="5183905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Syntax:</a:t>
            </a:r>
          </a:p>
          <a:p>
            <a:r>
              <a:rPr lang="en-US" dirty="0"/>
              <a:t>$(selector).</a:t>
            </a:r>
            <a:r>
              <a:rPr lang="en-US" dirty="0" err="1"/>
              <a:t>fadeTo</a:t>
            </a:r>
            <a:r>
              <a:rPr lang="en-US" dirty="0"/>
              <a:t>(</a:t>
            </a:r>
            <a:r>
              <a:rPr lang="en-US" dirty="0" err="1"/>
              <a:t>speed,opacity,callback</a:t>
            </a:r>
            <a:r>
              <a:rPr lang="en-US" dirty="0"/>
              <a:t>);</a:t>
            </a:r>
          </a:p>
          <a:p>
            <a:r>
              <a:rPr lang="en-US" dirty="0"/>
              <a:t>The required speed parameter specifies the duration of the effect. It can take the following values: "slow", "fast", or milliseconds.</a:t>
            </a:r>
          </a:p>
          <a:p>
            <a:endParaRPr lang="en-US" dirty="0"/>
          </a:p>
          <a:p>
            <a:r>
              <a:rPr lang="en-US" dirty="0"/>
              <a:t>The required opacity parameter in the </a:t>
            </a:r>
            <a:r>
              <a:rPr lang="en-US" dirty="0" err="1"/>
              <a:t>fadeTo</a:t>
            </a:r>
            <a:r>
              <a:rPr lang="en-US" dirty="0"/>
              <a:t>() method specifies fading to a given opacity (value between 0 and 1).</a:t>
            </a:r>
          </a:p>
          <a:p>
            <a:endParaRPr lang="en-US" dirty="0"/>
          </a:p>
          <a:p>
            <a:r>
              <a:rPr lang="en-US" dirty="0"/>
              <a:t>The optional callback parameter is the name of a function to be executed after the function completes.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7A034-0A32-4A48-BC0F-5B59D2605891}"/>
              </a:ext>
            </a:extLst>
          </p:cNvPr>
          <p:cNvSpPr txBox="1"/>
          <p:nvPr/>
        </p:nvSpPr>
        <p:spPr>
          <a:xfrm>
            <a:off x="117987" y="0"/>
            <a:ext cx="6095999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	&lt;!DOCTYPE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html&gt;&lt;head&gt;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"../jquery-1.9.1.js"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"#div1"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"#div2"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"#div3"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fadeTo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Demonstrate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fadeTo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with different parameters.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to fade boxes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"width:80px;height:80px;background-color:red;"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"div2"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"width:80px;height:80px;background-color:green;"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"width:80px;height:80px;background-color:blue;"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76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872B28-7E11-4A1A-8484-722F10C28B47}"/>
              </a:ext>
            </a:extLst>
          </p:cNvPr>
          <p:cNvSpPr txBox="1"/>
          <p:nvPr/>
        </p:nvSpPr>
        <p:spPr>
          <a:xfrm>
            <a:off x="127819" y="698091"/>
            <a:ext cx="59681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Definition and Usage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detach() method removes the selected elements, including all text and child nodes. However, it keeps data and events.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method also keeps a copy of the removed elements, which allows them to be reinserted at a later time.</a:t>
            </a:r>
          </a:p>
          <a:p>
            <a:pPr algn="l"/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Tip: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To remove the elements and its data and events, 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remove()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instead.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Tip: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To remove only the content from the selected elements, 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3"/>
              </a:rPr>
              <a:t>empty()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1634-7066-44C6-9520-B93AADD6281E}"/>
              </a:ext>
            </a:extLst>
          </p:cNvPr>
          <p:cNvSpPr txBox="1"/>
          <p:nvPr/>
        </p:nvSpPr>
        <p:spPr>
          <a:xfrm>
            <a:off x="1558413" y="0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detach() 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5FAE6-D333-474E-AB2E-7A24215D6B4A}"/>
              </a:ext>
            </a:extLst>
          </p:cNvPr>
          <p:cNvSpPr txBox="1"/>
          <p:nvPr/>
        </p:nvSpPr>
        <p:spPr>
          <a:xfrm>
            <a:off x="6056672" y="0"/>
            <a:ext cx="613532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"https://ajax.googleapis.com/ajax/libs/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jquery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/3.5.1/jquery.min.js"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paragraph.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another paragraph.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 all p elements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B28EF-5D6C-4A27-9E83-4E51DCF53A7B}"/>
              </a:ext>
            </a:extLst>
          </p:cNvPr>
          <p:cNvSpPr txBox="1"/>
          <p:nvPr/>
        </p:nvSpPr>
        <p:spPr>
          <a:xfrm>
            <a:off x="-78656" y="5465901"/>
            <a:ext cx="6135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A1A1A"/>
                </a:solidFill>
                <a:effectLst/>
                <a:latin typeface="Merriweather"/>
              </a:rPr>
              <a:t>Unlike </a:t>
            </a:r>
            <a:r>
              <a:rPr lang="en-US" b="0" i="0" u="none" strike="noStrike" dirty="0">
                <a:solidFill>
                  <a:srgbClr val="007ACC"/>
                </a:solidFill>
                <a:effectLst/>
                <a:latin typeface="Merriweather"/>
              </a:rPr>
              <a:t>remove() method</a:t>
            </a:r>
            <a:r>
              <a:rPr lang="en-US" b="0" i="0" dirty="0">
                <a:solidFill>
                  <a:srgbClr val="1A1A1A"/>
                </a:solidFill>
                <a:effectLst/>
                <a:latin typeface="Merriweather"/>
              </a:rPr>
              <a:t>, detach() doesn’t delete the DOM structure or the HTML elements.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63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E27FA5-F219-41EB-9C62-8DFB6DFF3B4B}"/>
              </a:ext>
            </a:extLst>
          </p:cNvPr>
          <p:cNvSpPr txBox="1"/>
          <p:nvPr/>
        </p:nvSpPr>
        <p:spPr>
          <a:xfrm>
            <a:off x="1012723" y="-64264"/>
            <a:ext cx="586002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</a:p>
          <a:p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&lt;script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="jquery-1.9.1.js"&gt;&lt;/script&gt;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&lt;script&gt;</a:t>
            </a:r>
          </a:p>
          <a:p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(function(){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("#d1").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(function(){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("#d1").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","yellow")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#d2"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(function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("#d2").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","green")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#d3"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(function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("#d3").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","red")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#d4"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IN" sz="16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(function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("#d4").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","pink")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84C63-A6F3-4E11-966B-0E225AEBF229}"/>
              </a:ext>
            </a:extLst>
          </p:cNvPr>
          <p:cNvSpPr txBox="1"/>
          <p:nvPr/>
        </p:nvSpPr>
        <p:spPr>
          <a:xfrm>
            <a:off x="6268065" y="84666"/>
            <a:ext cx="613532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click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(function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 "table" ).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detach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});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click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D31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(function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 (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.appendTo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 "body" 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}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});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script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head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body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id="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btn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"&gt;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detache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id="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"&gt;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attache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id="d1"&gt;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id="d2"&gt;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id="d3"&gt;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id="d4"&gt;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body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74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1904</Words>
  <Application>Microsoft Office PowerPoint</Application>
  <PresentationFormat>Widescreen</PresentationFormat>
  <Paragraphs>281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Consolas</vt:lpstr>
      <vt:lpstr>Merriweather</vt:lpstr>
      <vt:lpstr>Segoe UI</vt:lpstr>
      <vt:lpstr>Verdana</vt:lpstr>
      <vt:lpstr>Office Theme</vt:lpstr>
      <vt:lpstr>PowerPoint Presentation</vt:lpstr>
      <vt:lpstr>hide() - show()- Toggle()</vt:lpstr>
      <vt:lpstr>PowerPoint Presentation</vt:lpstr>
      <vt:lpstr>slideUp- slideDown- slideToggle</vt:lpstr>
      <vt:lpstr>PowerPoint Presentation</vt:lpstr>
      <vt:lpstr>PowerPoint Presentation</vt:lpstr>
      <vt:lpstr>fadeIn fadeout and fadeTo [it use opacity property of css]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88</cp:revision>
  <dcterms:created xsi:type="dcterms:W3CDTF">2020-12-08T04:28:35Z</dcterms:created>
  <dcterms:modified xsi:type="dcterms:W3CDTF">2025-01-13T06:33:42Z</dcterms:modified>
</cp:coreProperties>
</file>