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50B6-6A6B-9CC0-54A2-0DF2546C6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2BE41-7520-6D45-8382-A9CF4B396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F4CEF-81DB-C7F5-E75A-9A86904D4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817C-A892-4417-E716-32E0AAC6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8B2A8-110B-5759-5540-7EA92872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61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50D4-C812-9429-269A-5CC0479A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0D6F-3FE7-3601-1BB5-54B548C6A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71277-3C3E-69E2-1FFA-A4E313BB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5952C-680D-C07A-19C6-1EA22968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70927-AE08-EED2-F877-0EDF4784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9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699C-8272-EA2E-6B9E-F61ACB49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F8C1F-6B92-CFE9-6173-8D662AD20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D961-0AD1-1717-76E4-05B425C9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AD9A6-8F8E-EB88-7E9F-63EEB0DA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0FD77-A7EC-A01D-CB01-B290CFB0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00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DD97-A3C8-2180-EF0A-C715AA8B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3263-9913-BB2F-9E49-39A0295CF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63D-E614-AC06-9E0E-5AF3A7AB0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E2950-7C46-FCCD-38EC-FC190F74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BD5C0-91E3-6110-E92D-A29D6F26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D3F95-F52D-A616-A956-D1E8DFBB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26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9C8D-80CE-97CF-5608-14C5B7AB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B11A6-6F67-F567-6261-D490EEA77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063D5-3D48-E91B-D899-6C9474D12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878F6-B599-F7E5-425C-7E36BE04D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5D311-3899-3E3E-BD90-186A2860D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7CF73-1278-6960-8A29-7B88EACC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D05C4-E00C-7F19-7B94-DD6AA4FB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E4D08-6406-8E4F-B1C0-CEBA2017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5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AEFD5-9EE1-15E3-719F-BB67A8B0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E1BFA-EEDE-EDBB-6C52-43092ABB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9A514-BDE4-A09B-90AE-910869B1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56406-88E4-A857-4B6E-0870AF88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58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BDC7F6-C206-B2AA-F0AB-9F589DC0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329E9-1DE1-C47F-7D68-BBA1A5B0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302B9-0931-E73A-BF49-3C933590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C93B-B543-8AE6-CB7B-1A44DEF5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7084-6329-20A4-DD07-B51497721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7E4E-6849-D9E2-50BF-25170EE3E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D528-18C8-CD13-D6DA-BFEA2050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35042-3D13-0417-D93D-B7FD3117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343D6-54FA-CE54-11F9-0B19598B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31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309B-6135-8704-5BCB-7BC302C6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5C49-2171-6304-0059-88E7AB585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2F9D3-471D-580E-5BBD-6425F1C5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79455-D7A5-B647-9D85-A986CBEC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75FED-5B7A-F347-CC84-E56A80FA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47D9-FDDC-778E-BBC6-94050FBC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2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0D76-3173-9CCA-9642-75837EED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B767E-74E6-63AB-E16C-F6C879B2B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696C6-9EC3-8A26-79BC-BC98728D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3D1E-4A9D-388A-D57B-D87633CF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0B04-7437-27A2-1113-D3BFDE99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5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F0CCD-0FD8-86C4-B69E-8EDA5C90B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A05E1-E38D-25F5-C056-B11A7139D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164A5-67C7-43E4-C668-C5954B41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78A13-195E-69DE-1191-837B7CA6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6829-9685-F3FD-7381-8A81D3A0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81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7C1B2-F06D-BCBA-4A23-23F6324A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F6026-7C59-09AD-F023-F5A891F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229E-9FD6-9F91-99A0-3842AC12A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4C173-B460-49F8-B1B0-D02E7A6ABB19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5D4F-BCF4-7289-1BA7-8AA6654F0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32EE9-536E-8144-FD9C-4F9F1A4EF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B0F61-98FA-49E1-8035-C4134E3E0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46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2B1287-8EAD-857B-D034-ACFFCAB3A154}"/>
              </a:ext>
            </a:extLst>
          </p:cNvPr>
          <p:cNvSpPr txBox="1"/>
          <p:nvPr/>
        </p:nvSpPr>
        <p:spPr>
          <a:xfrm>
            <a:off x="5892800" y="33867"/>
            <a:ext cx="6443133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"next/link"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"pages/about"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About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Home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queryform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QueryForm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76C54-7BB4-6BE9-031A-0289383F7C9F}"/>
              </a:ext>
            </a:extLst>
          </p:cNvPr>
          <p:cNvSpPr txBox="1"/>
          <p:nvPr/>
        </p:nvSpPr>
        <p:spPr>
          <a:xfrm>
            <a:off x="0" y="69472"/>
            <a:ext cx="61214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Geist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Geist_Mono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"next/font/google"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"./globals.css"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"../components/Nav"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"../components/Footer"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 </a:t>
            </a:r>
          </a:p>
          <a:p>
            <a:pPr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geistSans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Geist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variable: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"--font-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geist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-sans"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subsets: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latin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geistMono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Geist_Mono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variable: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"--font-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geist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-mono"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subsets: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latin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 Next App"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"Generated by create next app"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RootLayout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Nav</a:t>
            </a:r>
            <a:r>
              <a:rPr lang="en-IN" sz="1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Footer</a:t>
            </a:r>
            <a:r>
              <a:rPr lang="en-IN" sz="1400" b="0" dirty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9767A-07FC-6897-3BCC-F434C941C04B}"/>
              </a:ext>
            </a:extLst>
          </p:cNvPr>
          <p:cNvSpPr txBox="1"/>
          <p:nvPr/>
        </p:nvSpPr>
        <p:spPr>
          <a:xfrm>
            <a:off x="5748867" y="4257535"/>
            <a:ext cx="6197600" cy="2440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Footer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Footer Copy right SMVITA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Footer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7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FDFB39-90CC-7A25-5876-6A9AE755FA32}"/>
              </a:ext>
            </a:extLst>
          </p:cNvPr>
          <p:cNvSpPr txBox="1"/>
          <p:nvPr/>
        </p:nvSpPr>
        <p:spPr>
          <a:xfrm>
            <a:off x="127001" y="0"/>
            <a:ext cx="108204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'use client'</a:t>
            </a:r>
            <a:endParaRPr lang="en-IN" sz="12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'next/link'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[]);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"/create"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&gt;&lt;/h3&gt;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Departmrnt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`emp/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empedit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))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&gt;&lt;/table&gt;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B9E98-9126-2804-9E0D-6860F6FAD5CB}"/>
              </a:ext>
            </a:extLst>
          </p:cNvPr>
          <p:cNvSpPr txBox="1"/>
          <p:nvPr/>
        </p:nvSpPr>
        <p:spPr>
          <a:xfrm>
            <a:off x="7958667" y="186267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List all employee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C2731-28BB-E1AA-23F4-02DFF792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826" y="1033919"/>
            <a:ext cx="3334215" cy="1047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88441-E8E5-D9F1-6405-BEC5B2F0E5EF}"/>
              </a:ext>
            </a:extLst>
          </p:cNvPr>
          <p:cNvSpPr txBox="1"/>
          <p:nvPr/>
        </p:nvSpPr>
        <p:spPr>
          <a:xfrm>
            <a:off x="8229599" y="2298207"/>
            <a:ext cx="33342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Client side fetch</a:t>
            </a:r>
          </a:p>
        </p:txBody>
      </p:sp>
    </p:spTree>
    <p:extLst>
      <p:ext uri="{BB962C8B-B14F-4D97-AF65-F5344CB8AC3E}">
        <p14:creationId xmlns:p14="http://schemas.microsoft.com/office/powerpoint/2010/main" val="340877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BBEA4E-CE6C-1244-654F-9A81C4830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929" y="251806"/>
            <a:ext cx="2981741" cy="1105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ED0C7B-0218-8BFF-B5E7-1CC1A66B66B2}"/>
              </a:ext>
            </a:extLst>
          </p:cNvPr>
          <p:cNvSpPr txBox="1"/>
          <p:nvPr/>
        </p:nvSpPr>
        <p:spPr>
          <a:xfrm>
            <a:off x="9084733" y="1540933"/>
            <a:ext cx="281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Dynamic route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1947A-38C7-3722-7E24-1689C2004A7B}"/>
              </a:ext>
            </a:extLst>
          </p:cNvPr>
          <p:cNvSpPr txBox="1"/>
          <p:nvPr/>
        </p:nvSpPr>
        <p:spPr>
          <a:xfrm>
            <a:off x="109329" y="120163"/>
            <a:ext cx="709580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EmployeeDetail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Server-side fetch (executed on the server)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cache: "no-store", // Prevents caching (useful for dynamic data)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revalidate: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Revalidate every 60 seconds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"Failed to fetch employee data"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'API called at:'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toISOString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Dpartment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 data:"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Failed to load employee data.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EmployeeDetail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4A310-2C8E-B701-975E-829863C26DC2}"/>
              </a:ext>
            </a:extLst>
          </p:cNvPr>
          <p:cNvSpPr txBox="1"/>
          <p:nvPr/>
        </p:nvSpPr>
        <p:spPr>
          <a:xfrm>
            <a:off x="9033933" y="2091267"/>
            <a:ext cx="292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Server side fetch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1FC87-8D17-E83B-BA57-B386DEF62E00}"/>
              </a:ext>
            </a:extLst>
          </p:cNvPr>
          <p:cNvSpPr txBox="1"/>
          <p:nvPr/>
        </p:nvSpPr>
        <p:spPr>
          <a:xfrm>
            <a:off x="8017933" y="3141133"/>
            <a:ext cx="378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Getting 1 record Here params returns promise so you must use await params before reading Id from it</a:t>
            </a:r>
          </a:p>
        </p:txBody>
      </p:sp>
    </p:spTree>
    <p:extLst>
      <p:ext uri="{BB962C8B-B14F-4D97-AF65-F5344CB8AC3E}">
        <p14:creationId xmlns:p14="http://schemas.microsoft.com/office/powerpoint/2010/main" val="65777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6D6956-1B68-074B-7158-F2BFD34F7ED5}"/>
              </a:ext>
            </a:extLst>
          </p:cNvPr>
          <p:cNvSpPr txBox="1"/>
          <p:nvPr/>
        </p:nvSpPr>
        <p:spPr>
          <a:xfrm>
            <a:off x="0" y="0"/>
            <a:ext cx="6096000" cy="7265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'next/navigation'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createPost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 server'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'department'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IN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1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}).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})</a:t>
            </a:r>
          </a:p>
          <a:p>
            <a:pPr>
              <a:lnSpc>
                <a:spcPts val="1425"/>
              </a:lnSpc>
              <a:buNone/>
            </a:pPr>
            <a:b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 data:'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IN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&lt;pre&gt;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createPost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"name“</a:t>
            </a:r>
            <a:r>
              <a:rPr lang="en-IN" sz="1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name"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Email"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"department"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 Post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&lt;/pre&gt;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  }</a:t>
            </a:r>
          </a:p>
          <a:p>
            <a:pPr>
              <a:lnSpc>
                <a:spcPts val="1425"/>
              </a:lnSpc>
              <a:buNone/>
            </a:pP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E71C3-2A82-58B8-499E-480485A9CE3A}"/>
              </a:ext>
            </a:extLst>
          </p:cNvPr>
          <p:cNvSpPr txBox="1"/>
          <p:nvPr/>
        </p:nvSpPr>
        <p:spPr>
          <a:xfrm>
            <a:off x="6849533" y="287867"/>
            <a:ext cx="480906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Server side Create a new record</a:t>
            </a:r>
          </a:p>
          <a:p>
            <a:r>
              <a:rPr lang="en-IN" dirty="0"/>
              <a:t>Server side function are generally async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43D41CB-762F-AE7C-0026-9B340C25B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576" y="3031368"/>
            <a:ext cx="424978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the Shift to Async in Next.js 15?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Next.js 15 embraces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 data fetching and streaming SSR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making server functions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async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concurrent execution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19’s async-first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are inherently asynchronous.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13EBB1-5F52-5041-9410-9CEE57016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533" y="1430930"/>
            <a:ext cx="480906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 is Required When Using Async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real-world server actions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require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async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because: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 like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cookies()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headers()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searchParams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now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Promise-based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Next.js 15.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You’ll often be fetching data, accessing databases, or calling external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29D32-0DA3-9746-F2B2-5749AB9C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874" y="5763617"/>
            <a:ext cx="3191320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7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9F682F-B8EF-A042-E267-7FD5C50528C3}"/>
              </a:ext>
            </a:extLst>
          </p:cNvPr>
          <p:cNvSpPr txBox="1"/>
          <p:nvPr/>
        </p:nvSpPr>
        <p:spPr>
          <a:xfrm>
            <a:off x="0" y="423333"/>
            <a:ext cx="6096000" cy="537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app/edit/[id]/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page.tsx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'next/navigation'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'use server'</a:t>
            </a:r>
            <a:endParaRPr lang="en-IN" sz="14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'Failed to fetch employee'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'use server'</a:t>
            </a:r>
            <a:endParaRPr lang="en-IN" sz="14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id:formData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'department'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'PUT'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Content-type'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 data:'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0AB60-EAEE-3681-9C48-3DADD425962B}"/>
              </a:ext>
            </a:extLst>
          </p:cNvPr>
          <p:cNvSpPr txBox="1"/>
          <p:nvPr/>
        </p:nvSpPr>
        <p:spPr>
          <a:xfrm>
            <a:off x="6036733" y="340511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EditPage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updateEmployee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"hidden"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"department"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defaultValue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Hello edit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5E15F-BBA7-8943-A1B2-F58E0DD8F1B6}"/>
              </a:ext>
            </a:extLst>
          </p:cNvPr>
          <p:cNvSpPr txBox="1"/>
          <p:nvPr/>
        </p:nvSpPr>
        <p:spPr>
          <a:xfrm>
            <a:off x="2946402" y="25400"/>
            <a:ext cx="322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Edit one record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4982C2-C593-51B9-C7DE-FDE8559C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33" y="5823917"/>
            <a:ext cx="353426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74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55D8BE-D20D-2AD1-08E6-D1E707A642FA}"/>
              </a:ext>
            </a:extLst>
          </p:cNvPr>
          <p:cNvSpPr txBox="1"/>
          <p:nvPr/>
        </p:nvSpPr>
        <p:spPr>
          <a:xfrm>
            <a:off x="0" y="0"/>
            <a:ext cx="12081933" cy="691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"next/navigation"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EmployeeDisplaydelete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			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Server-side fetch (executed on the server)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cache: "no-store", // Prevents caching (useful for dynamic data)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revalidate: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Revalidate every 60 seconds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"Failed to fetch employee data"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'API called at:'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toISOString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&lt;div&gt;&lt;h1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Are you sure you want to delete a record?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Dpartment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{async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 server'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the ID from the form data}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Extract the ID from the form data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----"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deleteRes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'DELETE'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});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deleteRes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'Failed to delete employee'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deleting employee:"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                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Redirect after deletion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"hidden"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 data:"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Failed to load employee data.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    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EmployeeDisplaydelete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866AD-129C-8ABE-5B91-DB5F19636FAD}"/>
              </a:ext>
            </a:extLst>
          </p:cNvPr>
          <p:cNvSpPr txBox="1"/>
          <p:nvPr/>
        </p:nvSpPr>
        <p:spPr>
          <a:xfrm>
            <a:off x="9372600" y="1227667"/>
            <a:ext cx="2819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Delete Record</a:t>
            </a:r>
          </a:p>
        </p:txBody>
      </p:sp>
    </p:spTree>
    <p:extLst>
      <p:ext uri="{BB962C8B-B14F-4D97-AF65-F5344CB8AC3E}">
        <p14:creationId xmlns:p14="http://schemas.microsoft.com/office/powerpoint/2010/main" val="59348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1996</Words>
  <Application>Microsoft Office PowerPoint</Application>
  <PresentationFormat>Widescreen</PresentationFormat>
  <Paragraphs>253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11</cp:revision>
  <dcterms:created xsi:type="dcterms:W3CDTF">2025-07-17T03:39:29Z</dcterms:created>
  <dcterms:modified xsi:type="dcterms:W3CDTF">2025-07-17T07:15:20Z</dcterms:modified>
</cp:coreProperties>
</file>