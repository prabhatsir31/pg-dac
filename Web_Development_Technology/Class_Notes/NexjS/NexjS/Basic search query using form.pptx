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76A1-EA50-3B4A-0C12-96B2F8D38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74A58-6E97-4103-D02C-F2E5871BC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6FD71-027E-7128-B470-9CF667A0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D75A7-C05C-996B-70BC-F4BA6A092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D35A8-7977-A766-46CC-AFC59A1F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083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A85B-8399-47DF-6794-2B03EE318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EA510-FF88-3FC7-1FCA-B1D689271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18A9D-DAD4-3816-1516-68A77FE14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1D292-E146-655C-16BF-5DEBAC629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A2715-A4EE-67F5-E6F5-3E992EBC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34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989A-E03A-F2ED-ABC6-6F68D0099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945E5-8A10-708E-E78A-62CEBFA27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54B70-B95D-7361-8F34-1C7C0A997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CC9F3-645B-96C7-60AA-7AB3A460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78EC4-87F3-C16D-30A0-D8AC97317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9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B88B-442E-7A93-0AC4-43DE31E0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81877-0F74-44C3-D2E1-CC3C52925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BDC0-7FAD-BB07-BD49-4DA3A5BCF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2E2B9-EBAC-C459-137E-A248400AB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A80FF-780C-04B5-F3F8-EB949CFD8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89454-90E2-DFEF-7CF6-2377FD51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307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B58B-4D4E-C0CA-FDB7-954CC1382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2B375-38B5-3407-48A4-6E71D6046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2BE27-1374-6A82-35A2-1FE9F1D68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C8309A-D627-0108-DE45-62025B311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5A66DF-E2A9-507E-95A2-9E566639C9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777AC2-43CB-0894-C87E-67DEE397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66EF2-A475-8B2F-2D41-12737F27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815F22-F448-A18F-E472-09BBBE7E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447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D380-2E10-9009-2918-4657286A5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36415-F536-901C-2AF2-B814FEC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54680-2D24-10D4-30EA-F0D2384B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17BD3-F653-F121-497C-784F530C7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834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62816A-28BF-C89C-AD10-9EAAAB8AB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23D076-ACE0-BC1F-5D3D-434BF875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0DD40-5E1A-77AB-DC3A-A0814660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722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15A0-CF94-AE27-5D49-54C421943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D628E-9906-B0E7-F3D3-7EBA15B3F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55C37-BCBD-725C-1AB7-588F7831D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F45C8-4B5C-8398-B823-4A3E1955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4E6F4-CFDE-7FAF-1CEA-BBC40DD0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DF82C-8F0C-0384-814F-1FB0A5F7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80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1BE8-779A-D524-2037-F1908AB3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F80BE-4154-0B5A-0EA3-F3506EE11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B416B-7DAA-5658-0706-47CD84E1E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D2046-7E65-C2E8-1D91-B71AD8A42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64752-34EA-0304-FB6C-CF867D86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820E5-5335-5210-C031-BDF9E7D2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16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C21C-5DF1-0D01-61DC-207624777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29324-0689-7913-BDC1-C9B624FB0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7B80B-0DC4-4E0B-A907-70D0BD298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417AD-D90C-5447-3095-E28D755DD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96709-7C3B-758E-F053-517CAA55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92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509A5-6B86-0FE0-827D-FB518D30E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138178-40FA-4685-91BE-64CA2451C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6B55A-41E4-AD37-B4BE-6BB32FAE8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9D41C-3457-6EEA-7694-3F915E8B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DCC99-1015-FC01-DC90-B819C3A3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44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43D0AC-140E-F58A-9FEF-7CDE5970E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27FB1-18C7-AF14-1FBB-23AD9B3C8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1FA4C-3B6C-2903-5D8C-AA1EFE215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A5760-30D8-41C2-9ACD-CEB7237F4E6D}" type="datetimeFigureOut">
              <a:rPr lang="en-IN" smtClean="0"/>
              <a:t>16-07-2025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C8850-6560-84DC-C177-6875607C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185AF-C8CB-24B3-739E-07492F4D7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68E71-9D02-4375-859D-F0945EC8C9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050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C7EF4D-7027-A7E3-97A0-BC990104E066}"/>
              </a:ext>
            </a:extLst>
          </p:cNvPr>
          <p:cNvSpPr txBox="1"/>
          <p:nvPr/>
        </p:nvSpPr>
        <p:spPr>
          <a:xfrm>
            <a:off x="2870200" y="120134"/>
            <a:ext cx="60960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i="0" dirty="0">
                <a:solidFill>
                  <a:srgbClr val="171717"/>
                </a:solidFill>
                <a:effectLst/>
                <a:latin typeface="Geist"/>
              </a:rPr>
              <a:t>Form Component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238C0C-9482-091D-07C0-30C64B951BA0}"/>
              </a:ext>
            </a:extLst>
          </p:cNvPr>
          <p:cNvSpPr txBox="1"/>
          <p:nvPr/>
        </p:nvSpPr>
        <p:spPr>
          <a:xfrm>
            <a:off x="194732" y="807705"/>
            <a:ext cx="11616267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&lt;Form&gt; component extends the HTML &lt;form&gt; element to provide prefetching of loading UI, client-side navigation on submission, and progressive enhancement.</a:t>
            </a:r>
          </a:p>
          <a:p>
            <a:endParaRPr lang="en-US" dirty="0"/>
          </a:p>
          <a:p>
            <a:r>
              <a:rPr lang="en-US" dirty="0"/>
              <a:t>It's useful for forms that update URL search params as it reduces the boilerplate code needed to achieve the above.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283C11-921F-8B96-09A4-BF150FA02DAE}"/>
              </a:ext>
            </a:extLst>
          </p:cNvPr>
          <p:cNvSpPr txBox="1"/>
          <p:nvPr/>
        </p:nvSpPr>
        <p:spPr>
          <a:xfrm>
            <a:off x="135465" y="2569195"/>
            <a:ext cx="9000067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"next/link"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"pages/about"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About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|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Home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|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|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"/</a:t>
            </a:r>
            <a:r>
              <a:rPr lang="en-IN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queryform</a:t>
            </a:r>
            <a:r>
              <a:rPr lang="en-IN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QueryForm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Nav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EAD60-CD46-1788-9F52-199B0BCC11A8}"/>
              </a:ext>
            </a:extLst>
          </p:cNvPr>
          <p:cNvSpPr txBox="1"/>
          <p:nvPr/>
        </p:nvSpPr>
        <p:spPr>
          <a:xfrm>
            <a:off x="194732" y="2209800"/>
            <a:ext cx="627380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Add link in NAV component</a:t>
            </a:r>
          </a:p>
        </p:txBody>
      </p:sp>
    </p:spTree>
    <p:extLst>
      <p:ext uri="{BB962C8B-B14F-4D97-AF65-F5344CB8AC3E}">
        <p14:creationId xmlns:p14="http://schemas.microsoft.com/office/powerpoint/2010/main" val="3879303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BA374F-CFC9-0FA0-65AF-D669DEC6E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8533"/>
            <a:ext cx="784411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B9E3C9-7B30-9C29-14C5-50BE89A81F0C}"/>
              </a:ext>
            </a:extLst>
          </p:cNvPr>
          <p:cNvSpPr txBox="1"/>
          <p:nvPr/>
        </p:nvSpPr>
        <p:spPr>
          <a:xfrm>
            <a:off x="5960534" y="3595507"/>
            <a:ext cx="609600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'next/form'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"/search"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"query"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5D06F-E4E5-BF25-95E2-6CC9AE6F2194}"/>
              </a:ext>
            </a:extLst>
          </p:cNvPr>
          <p:cNvSpPr/>
          <p:nvPr/>
        </p:nvSpPr>
        <p:spPr>
          <a:xfrm>
            <a:off x="1329267" y="1879600"/>
            <a:ext cx="3759200" cy="1659467"/>
          </a:xfrm>
          <a:custGeom>
            <a:avLst/>
            <a:gdLst>
              <a:gd name="connsiteX0" fmla="*/ 3759200 w 3759200"/>
              <a:gd name="connsiteY0" fmla="*/ 0 h 1659467"/>
              <a:gd name="connsiteX1" fmla="*/ 3691466 w 3759200"/>
              <a:gd name="connsiteY1" fmla="*/ 8467 h 1659467"/>
              <a:gd name="connsiteX2" fmla="*/ 3657600 w 3759200"/>
              <a:gd name="connsiteY2" fmla="*/ 25400 h 1659467"/>
              <a:gd name="connsiteX3" fmla="*/ 3615266 w 3759200"/>
              <a:gd name="connsiteY3" fmla="*/ 33867 h 1659467"/>
              <a:gd name="connsiteX4" fmla="*/ 3547533 w 3759200"/>
              <a:gd name="connsiteY4" fmla="*/ 67733 h 1659467"/>
              <a:gd name="connsiteX5" fmla="*/ 3318933 w 3759200"/>
              <a:gd name="connsiteY5" fmla="*/ 203200 h 1659467"/>
              <a:gd name="connsiteX6" fmla="*/ 3234266 w 3759200"/>
              <a:gd name="connsiteY6" fmla="*/ 245533 h 1659467"/>
              <a:gd name="connsiteX7" fmla="*/ 3149600 w 3759200"/>
              <a:gd name="connsiteY7" fmla="*/ 296333 h 1659467"/>
              <a:gd name="connsiteX8" fmla="*/ 3090333 w 3759200"/>
              <a:gd name="connsiteY8" fmla="*/ 338667 h 1659467"/>
              <a:gd name="connsiteX9" fmla="*/ 2954866 w 3759200"/>
              <a:gd name="connsiteY9" fmla="*/ 406400 h 1659467"/>
              <a:gd name="connsiteX10" fmla="*/ 2870200 w 3759200"/>
              <a:gd name="connsiteY10" fmla="*/ 440267 h 1659467"/>
              <a:gd name="connsiteX11" fmla="*/ 2810933 w 3759200"/>
              <a:gd name="connsiteY11" fmla="*/ 482600 h 1659467"/>
              <a:gd name="connsiteX12" fmla="*/ 2624666 w 3759200"/>
              <a:gd name="connsiteY12" fmla="*/ 567267 h 1659467"/>
              <a:gd name="connsiteX13" fmla="*/ 2514600 w 3759200"/>
              <a:gd name="connsiteY13" fmla="*/ 643467 h 1659467"/>
              <a:gd name="connsiteX14" fmla="*/ 2413000 w 3759200"/>
              <a:gd name="connsiteY14" fmla="*/ 685800 h 1659467"/>
              <a:gd name="connsiteX15" fmla="*/ 2311400 w 3759200"/>
              <a:gd name="connsiteY15" fmla="*/ 745067 h 1659467"/>
              <a:gd name="connsiteX16" fmla="*/ 2260600 w 3759200"/>
              <a:gd name="connsiteY16" fmla="*/ 770467 h 1659467"/>
              <a:gd name="connsiteX17" fmla="*/ 2099733 w 3759200"/>
              <a:gd name="connsiteY17" fmla="*/ 872067 h 1659467"/>
              <a:gd name="connsiteX18" fmla="*/ 2057400 w 3759200"/>
              <a:gd name="connsiteY18" fmla="*/ 897467 h 1659467"/>
              <a:gd name="connsiteX19" fmla="*/ 2023533 w 3759200"/>
              <a:gd name="connsiteY19" fmla="*/ 922867 h 1659467"/>
              <a:gd name="connsiteX20" fmla="*/ 1989666 w 3759200"/>
              <a:gd name="connsiteY20" fmla="*/ 939800 h 1659467"/>
              <a:gd name="connsiteX21" fmla="*/ 1964266 w 3759200"/>
              <a:gd name="connsiteY21" fmla="*/ 956733 h 1659467"/>
              <a:gd name="connsiteX22" fmla="*/ 1930400 w 3759200"/>
              <a:gd name="connsiteY22" fmla="*/ 973667 h 1659467"/>
              <a:gd name="connsiteX23" fmla="*/ 1896533 w 3759200"/>
              <a:gd name="connsiteY23" fmla="*/ 999067 h 1659467"/>
              <a:gd name="connsiteX24" fmla="*/ 1845733 w 3759200"/>
              <a:gd name="connsiteY24" fmla="*/ 1041400 h 1659467"/>
              <a:gd name="connsiteX25" fmla="*/ 1413933 w 3759200"/>
              <a:gd name="connsiteY25" fmla="*/ 1143000 h 1659467"/>
              <a:gd name="connsiteX26" fmla="*/ 1278466 w 3759200"/>
              <a:gd name="connsiteY26" fmla="*/ 1168400 h 1659467"/>
              <a:gd name="connsiteX27" fmla="*/ 1143000 w 3759200"/>
              <a:gd name="connsiteY27" fmla="*/ 1202267 h 1659467"/>
              <a:gd name="connsiteX28" fmla="*/ 1049866 w 3759200"/>
              <a:gd name="connsiteY28" fmla="*/ 1219200 h 1659467"/>
              <a:gd name="connsiteX29" fmla="*/ 948266 w 3759200"/>
              <a:gd name="connsiteY29" fmla="*/ 1244600 h 1659467"/>
              <a:gd name="connsiteX30" fmla="*/ 889000 w 3759200"/>
              <a:gd name="connsiteY30" fmla="*/ 1278467 h 1659467"/>
              <a:gd name="connsiteX31" fmla="*/ 609600 w 3759200"/>
              <a:gd name="connsiteY31" fmla="*/ 1371600 h 1659467"/>
              <a:gd name="connsiteX32" fmla="*/ 491066 w 3759200"/>
              <a:gd name="connsiteY32" fmla="*/ 1430867 h 1659467"/>
              <a:gd name="connsiteX33" fmla="*/ 270933 w 3759200"/>
              <a:gd name="connsiteY33" fmla="*/ 1507067 h 1659467"/>
              <a:gd name="connsiteX34" fmla="*/ 177800 w 3759200"/>
              <a:gd name="connsiteY34" fmla="*/ 1549400 h 1659467"/>
              <a:gd name="connsiteX35" fmla="*/ 135466 w 3759200"/>
              <a:gd name="connsiteY35" fmla="*/ 1574800 h 1659467"/>
              <a:gd name="connsiteX36" fmla="*/ 76200 w 3759200"/>
              <a:gd name="connsiteY36" fmla="*/ 1617133 h 1659467"/>
              <a:gd name="connsiteX37" fmla="*/ 16933 w 3759200"/>
              <a:gd name="connsiteY37" fmla="*/ 1642533 h 1659467"/>
              <a:gd name="connsiteX38" fmla="*/ 0 w 3759200"/>
              <a:gd name="connsiteY38" fmla="*/ 1659467 h 1659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759200" h="1659467">
                <a:moveTo>
                  <a:pt x="3759200" y="0"/>
                </a:moveTo>
                <a:cubicBezTo>
                  <a:pt x="3736622" y="2822"/>
                  <a:pt x="3713540" y="2948"/>
                  <a:pt x="3691466" y="8467"/>
                </a:cubicBezTo>
                <a:cubicBezTo>
                  <a:pt x="3679222" y="11528"/>
                  <a:pt x="3669573" y="21409"/>
                  <a:pt x="3657600" y="25400"/>
                </a:cubicBezTo>
                <a:cubicBezTo>
                  <a:pt x="3643948" y="29951"/>
                  <a:pt x="3629377" y="31045"/>
                  <a:pt x="3615266" y="33867"/>
                </a:cubicBezTo>
                <a:cubicBezTo>
                  <a:pt x="3592688" y="45156"/>
                  <a:pt x="3569450" y="55209"/>
                  <a:pt x="3547533" y="67733"/>
                </a:cubicBezTo>
                <a:cubicBezTo>
                  <a:pt x="3470629" y="111678"/>
                  <a:pt x="3398157" y="163589"/>
                  <a:pt x="3318933" y="203200"/>
                </a:cubicBezTo>
                <a:cubicBezTo>
                  <a:pt x="3290711" y="217311"/>
                  <a:pt x="3261914" y="230327"/>
                  <a:pt x="3234266" y="245533"/>
                </a:cubicBezTo>
                <a:cubicBezTo>
                  <a:pt x="3205428" y="261394"/>
                  <a:pt x="3177232" y="278453"/>
                  <a:pt x="3149600" y="296333"/>
                </a:cubicBezTo>
                <a:cubicBezTo>
                  <a:pt x="3129217" y="309522"/>
                  <a:pt x="3111468" y="326721"/>
                  <a:pt x="3090333" y="338667"/>
                </a:cubicBezTo>
                <a:cubicBezTo>
                  <a:pt x="3046382" y="363509"/>
                  <a:pt x="3001740" y="387650"/>
                  <a:pt x="2954866" y="406400"/>
                </a:cubicBezTo>
                <a:cubicBezTo>
                  <a:pt x="2926644" y="417689"/>
                  <a:pt x="2897064" y="426045"/>
                  <a:pt x="2870200" y="440267"/>
                </a:cubicBezTo>
                <a:cubicBezTo>
                  <a:pt x="2848744" y="451626"/>
                  <a:pt x="2832497" y="471446"/>
                  <a:pt x="2810933" y="482600"/>
                </a:cubicBezTo>
                <a:cubicBezTo>
                  <a:pt x="2750355" y="513934"/>
                  <a:pt x="2680741" y="528445"/>
                  <a:pt x="2624666" y="567267"/>
                </a:cubicBezTo>
                <a:cubicBezTo>
                  <a:pt x="2587977" y="592667"/>
                  <a:pt x="2553534" y="621664"/>
                  <a:pt x="2514600" y="643467"/>
                </a:cubicBezTo>
                <a:cubicBezTo>
                  <a:pt x="2482589" y="661393"/>
                  <a:pt x="2445816" y="669392"/>
                  <a:pt x="2413000" y="685800"/>
                </a:cubicBezTo>
                <a:cubicBezTo>
                  <a:pt x="2377932" y="703334"/>
                  <a:pt x="2345674" y="726026"/>
                  <a:pt x="2311400" y="745067"/>
                </a:cubicBezTo>
                <a:cubicBezTo>
                  <a:pt x="2294850" y="754261"/>
                  <a:pt x="2277220" y="761401"/>
                  <a:pt x="2260600" y="770467"/>
                </a:cubicBezTo>
                <a:cubicBezTo>
                  <a:pt x="2224227" y="790306"/>
                  <a:pt x="2100131" y="871816"/>
                  <a:pt x="2099733" y="872067"/>
                </a:cubicBezTo>
                <a:cubicBezTo>
                  <a:pt x="2085820" y="880854"/>
                  <a:pt x="2070565" y="887593"/>
                  <a:pt x="2057400" y="897467"/>
                </a:cubicBezTo>
                <a:cubicBezTo>
                  <a:pt x="2046111" y="905934"/>
                  <a:pt x="2035499" y="915388"/>
                  <a:pt x="2023533" y="922867"/>
                </a:cubicBezTo>
                <a:cubicBezTo>
                  <a:pt x="2012830" y="929556"/>
                  <a:pt x="2000625" y="933538"/>
                  <a:pt x="1989666" y="939800"/>
                </a:cubicBezTo>
                <a:cubicBezTo>
                  <a:pt x="1980831" y="944848"/>
                  <a:pt x="1973101" y="951684"/>
                  <a:pt x="1964266" y="956733"/>
                </a:cubicBezTo>
                <a:cubicBezTo>
                  <a:pt x="1953308" y="962995"/>
                  <a:pt x="1941103" y="966978"/>
                  <a:pt x="1930400" y="973667"/>
                </a:cubicBezTo>
                <a:cubicBezTo>
                  <a:pt x="1918434" y="981146"/>
                  <a:pt x="1907247" y="989884"/>
                  <a:pt x="1896533" y="999067"/>
                </a:cubicBezTo>
                <a:cubicBezTo>
                  <a:pt x="1884503" y="1009378"/>
                  <a:pt x="1863619" y="1036763"/>
                  <a:pt x="1845733" y="1041400"/>
                </a:cubicBezTo>
                <a:cubicBezTo>
                  <a:pt x="1702601" y="1078508"/>
                  <a:pt x="1559264" y="1115750"/>
                  <a:pt x="1413933" y="1143000"/>
                </a:cubicBezTo>
                <a:cubicBezTo>
                  <a:pt x="1368777" y="1151467"/>
                  <a:pt x="1323347" y="1158582"/>
                  <a:pt x="1278466" y="1168400"/>
                </a:cubicBezTo>
                <a:cubicBezTo>
                  <a:pt x="1232996" y="1178347"/>
                  <a:pt x="1188437" y="1192170"/>
                  <a:pt x="1143000" y="1202267"/>
                </a:cubicBezTo>
                <a:cubicBezTo>
                  <a:pt x="1112198" y="1209112"/>
                  <a:pt x="1080581" y="1211973"/>
                  <a:pt x="1049866" y="1219200"/>
                </a:cubicBezTo>
                <a:cubicBezTo>
                  <a:pt x="886927" y="1257538"/>
                  <a:pt x="1108862" y="1217833"/>
                  <a:pt x="948266" y="1244600"/>
                </a:cubicBezTo>
                <a:cubicBezTo>
                  <a:pt x="928511" y="1255889"/>
                  <a:pt x="910039" y="1269804"/>
                  <a:pt x="889000" y="1278467"/>
                </a:cubicBezTo>
                <a:cubicBezTo>
                  <a:pt x="712438" y="1351170"/>
                  <a:pt x="892964" y="1229918"/>
                  <a:pt x="609600" y="1371600"/>
                </a:cubicBezTo>
                <a:cubicBezTo>
                  <a:pt x="570089" y="1391356"/>
                  <a:pt x="532081" y="1414461"/>
                  <a:pt x="491066" y="1430867"/>
                </a:cubicBezTo>
                <a:cubicBezTo>
                  <a:pt x="418970" y="1459705"/>
                  <a:pt x="338352" y="1468543"/>
                  <a:pt x="270933" y="1507067"/>
                </a:cubicBezTo>
                <a:cubicBezTo>
                  <a:pt x="201563" y="1546706"/>
                  <a:pt x="233740" y="1535414"/>
                  <a:pt x="177800" y="1549400"/>
                </a:cubicBezTo>
                <a:cubicBezTo>
                  <a:pt x="163689" y="1557867"/>
                  <a:pt x="149159" y="1565672"/>
                  <a:pt x="135466" y="1574800"/>
                </a:cubicBezTo>
                <a:cubicBezTo>
                  <a:pt x="115266" y="1588267"/>
                  <a:pt x="96682" y="1604099"/>
                  <a:pt x="76200" y="1617133"/>
                </a:cubicBezTo>
                <a:cubicBezTo>
                  <a:pt x="53180" y="1631782"/>
                  <a:pt x="40993" y="1634514"/>
                  <a:pt x="16933" y="1642533"/>
                </a:cubicBezTo>
                <a:lnTo>
                  <a:pt x="0" y="1659467"/>
                </a:ln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57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8229B1-9344-D629-1C37-92305BE40DDF}"/>
              </a:ext>
            </a:extLst>
          </p:cNvPr>
          <p:cNvSpPr txBox="1"/>
          <p:nvPr/>
        </p:nvSpPr>
        <p:spPr>
          <a:xfrm>
            <a:off x="203199" y="145563"/>
            <a:ext cx="765386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getSearchResults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`http://localhost:5221/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/Employee/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SearchPage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{       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SearchPage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called with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searchobj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searchParams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searchParams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getSearchResults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searchParams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"Failed to fetch employee data"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Dpartment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fetching employee data:"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Failed to load employee data.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IN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20539-C45F-1D3F-FD69-ABC0EDCCD1A2}"/>
              </a:ext>
            </a:extLst>
          </p:cNvPr>
          <p:cNvSpPr txBox="1"/>
          <p:nvPr/>
        </p:nvSpPr>
        <p:spPr>
          <a:xfrm>
            <a:off x="7857067" y="431800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 a folder search and then create a file page.js file and put this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B4320D-1ABB-4D47-605E-6EE663F90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390" y="3429000"/>
            <a:ext cx="5923352" cy="92333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EFC1B8-9356-FFD0-1A07-E1874C1355EC}"/>
              </a:ext>
            </a:extLst>
          </p:cNvPr>
          <p:cNvCxnSpPr/>
          <p:nvPr/>
        </p:nvCxnSpPr>
        <p:spPr>
          <a:xfrm>
            <a:off x="5630333" y="1617133"/>
            <a:ext cx="1490134" cy="1871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182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3E9126-81D3-7F33-B5B5-F4A5C793481C}"/>
              </a:ext>
            </a:extLst>
          </p:cNvPr>
          <p:cNvSpPr txBox="1"/>
          <p:nvPr/>
        </p:nvSpPr>
        <p:spPr>
          <a:xfrm>
            <a:off x="0" y="0"/>
            <a:ext cx="11870267" cy="7102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redirect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'next/navigation'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createPost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'use server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lvl="8"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lvl="8"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lvl="8"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'email'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lvl="8"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'department'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lvl="8"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"http://localhost:5221/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'POST'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headers: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})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 data:'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redirect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&lt;pre&gt;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createPost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 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  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your name"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 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"email"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 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    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your Email"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Department: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"department"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Create Post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&lt;/pre&gt;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C5540-C2A9-CBEB-5873-AE77A710A2E3}"/>
              </a:ext>
            </a:extLst>
          </p:cNvPr>
          <p:cNvSpPr txBox="1"/>
          <p:nvPr/>
        </p:nvSpPr>
        <p:spPr>
          <a:xfrm>
            <a:off x="9541933" y="127000"/>
            <a:ext cx="8212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POST</a:t>
            </a:r>
          </a:p>
        </p:txBody>
      </p:sp>
    </p:spTree>
    <p:extLst>
      <p:ext uri="{BB962C8B-B14F-4D97-AF65-F5344CB8AC3E}">
        <p14:creationId xmlns:p14="http://schemas.microsoft.com/office/powerpoint/2010/main" val="1481705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668</Words>
  <Application>Microsoft Office PowerPoint</Application>
  <PresentationFormat>Widescreen</PresentationFormat>
  <Paragraphs>95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Geist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5</cp:revision>
  <dcterms:created xsi:type="dcterms:W3CDTF">2025-07-16T05:38:21Z</dcterms:created>
  <dcterms:modified xsi:type="dcterms:W3CDTF">2025-07-16T08:54:13Z</dcterms:modified>
</cp:coreProperties>
</file>