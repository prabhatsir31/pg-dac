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0D03-4205-9CC4-B23D-2E5A1FCA9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C74F7-159C-1E27-43B2-C043E839C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60B88-BB47-B06E-5A23-093B5222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F55C2-F608-8236-B9EF-38C22C3C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37485-6D00-8A6A-D978-B556A7B9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48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4B1E-1741-1B0E-A955-CC6754AB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8BC45-EF55-B9DB-933A-62FB5EB8B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F6E11-C26F-059C-7BAC-61E4C9BC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138F-5BAF-6BF3-604B-23BA1D3E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EEBCC-DF07-EA3A-D8D8-31204911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28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1C0C-7EBA-36D1-63EB-9E406383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4D913-7E11-1F63-4223-6D6A62AC2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EEAA2-E6B1-3DBD-C48D-379DBDCC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75A6-4A85-8C76-7FAA-E17EC3DD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4E51C-9F30-857B-D82E-521F1BA6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52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F52E-2EB9-BD11-98B1-FF6DD751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BB10-BB72-C9CA-F916-EBC740122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7EEA4-8EE3-6852-D56C-40FD1F68D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AD792-A9DB-B2D9-C2BE-C5BA34EA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2287A-DE85-A0C4-8488-D93C803F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0545C-0CFA-9D1B-F78E-D36BC32E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04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8AD6-12D7-F281-611F-C3C507391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F354C-D562-12C7-4CEA-C220EE6EE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D7325-1268-0717-6678-A093482E1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D0055-E3D9-025A-9AE5-11AD9ACD1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C0636-B5FF-AC4C-F814-F22525617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F6E21-21C3-E422-AB8C-9F5ED3F1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BBDC6F-848F-2837-5FB3-6D318F8B1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94AD2-2A10-3DDB-D1D0-7EB3084B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69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0E00-5FD7-B6F8-7E90-EC13BB1A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99CF3-0C9B-4887-2228-E959120E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B90E7-F49B-D94A-C5E9-3E6389E74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B12E3-60D8-9FA3-7DC9-25DFEBD2B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57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CB48A8-333D-0F2F-81E8-9C7A47EF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1BD20-B7BE-B7A0-E73A-66F2B89A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A213B-341D-3D54-15CF-BC071F08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50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5D25-5EAD-8ABC-7AF3-D04CAC4CA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8AF7-AA05-4204-0429-B8D2C1B86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9F1FC-B9E0-F42E-8D58-3EF81C25C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9B06E-3874-BF42-C7AD-66477C74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9BC24-EEE5-D08A-DA76-E91474FE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4E998-121C-9655-5711-738FD930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65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8180-5EE6-A8C6-B94A-30864602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1417D-5DC5-54A4-8BA1-1A51C5D08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E1FF1-18BF-0358-2BA6-3C7770424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81C8A-32BF-1C8F-E5CA-726D380E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BA7F-969C-36E3-E519-7F1B9817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4A3A7-6963-D0EE-70F7-6A301500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80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ED5E-2C9A-F36B-D166-DA71C6B7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5A6BD-D1CA-A216-FEC7-68126952C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4049C-4210-959C-4F93-E4F7595A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7DC3-9B69-2B2C-588A-9FB2270EF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1A53B-AFE7-EC99-607C-FBB3AF3B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8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A0098-530B-DE1F-9854-590DA98B6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7A7EA-ABD6-6871-B9C6-357459C1A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DD866-4340-CCB5-EB43-EE7D8FE5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F4BF6-B09B-EB42-0083-E9A9DB36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35FB1-2272-39D2-BE9A-F1248A70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31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7F25C-0EA6-DE67-3115-A7655D31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F0172-246A-CA6E-73DE-EAFC43652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D2CF1-AD18-2DE6-EBCA-08C5DF1D9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818B7-5F14-4AEB-9EAF-0040D3F6984D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CE7D8-921A-C26B-240E-039997CA9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9F24A-9C46-A553-98E6-6671D160F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10FE6-65E3-47F8-BEF9-BFA54FA037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59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F2C2C0-7602-F3A2-6A13-096240E1B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37626"/>
            <a:ext cx="11260121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9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F4433-F50A-4211-7FB5-DCF7F7A644EC}"/>
              </a:ext>
            </a:extLst>
          </p:cNvPr>
          <p:cNvSpPr txBox="1"/>
          <p:nvPr/>
        </p:nvSpPr>
        <p:spPr>
          <a:xfrm>
            <a:off x="59267" y="313482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mysql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"mysql2/promise"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[] }) {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mysql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createPool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host: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MYSQL_HOST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post: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MYSQL_PORT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database: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MYSQL_DATABASE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MYSQL_USER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MYSQL_PASSWORD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'.......'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dbconnection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  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481EB-87D5-1CB6-33BA-A325C66E3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572" y="59267"/>
            <a:ext cx="2989921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E07C76-E9E1-9640-098F-EA3C286C142E}"/>
              </a:ext>
            </a:extLst>
          </p:cNvPr>
          <p:cNvCxnSpPr/>
          <p:nvPr/>
        </p:nvCxnSpPr>
        <p:spPr>
          <a:xfrm flipH="1" flipV="1">
            <a:off x="5367867" y="3903133"/>
            <a:ext cx="2802466" cy="491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403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F71CEB-4F2C-908E-0428-E4E311101669}"/>
              </a:ext>
            </a:extLst>
          </p:cNvPr>
          <p:cNvSpPr txBox="1"/>
          <p:nvPr/>
        </p:nvSpPr>
        <p:spPr>
          <a:xfrm>
            <a:off x="338666" y="244013"/>
            <a:ext cx="882226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NextResponse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'next/server’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Import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NextResponse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for Next.js API response handling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'../../../lib/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Assuming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configured correctly for your MySQL setup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Fetch all posts from the 'product' table (ensure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query is correct)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allPosts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q: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'SELECT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FROM product'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allPosts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 posts as a JSON response with status 200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NextResponse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allPosts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Handle errors if the query fails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'Error fetching posts:'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 an error response with status 500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NextResponse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'Failed to fetch posts'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A2998-0A3B-5458-978A-36780261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880" y="0"/>
            <a:ext cx="3065839" cy="6858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6C3973-30F3-CD70-FBFF-84A2ABB27DF7}"/>
              </a:ext>
            </a:extLst>
          </p:cNvPr>
          <p:cNvCxnSpPr/>
          <p:nvPr/>
        </p:nvCxnSpPr>
        <p:spPr>
          <a:xfrm flipH="1" flipV="1">
            <a:off x="5139267" y="1608667"/>
            <a:ext cx="4622800" cy="27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1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50BA4E-4C5E-85DA-E7AA-7454ED4378AF}"/>
              </a:ext>
            </a:extLst>
          </p:cNvPr>
          <p:cNvSpPr txBox="1"/>
          <p:nvPr/>
        </p:nvSpPr>
        <p:spPr>
          <a:xfrm>
            <a:off x="160867" y="197346"/>
            <a:ext cx="89154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NextResponse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'next/server’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Import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NextResponse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for Next.js API response handling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'../../../../lib/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Assuming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configured correctly for your MySQL setup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Fetch all posts from the 'product' table (ensure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query is correct)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allPosts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q: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'SELECT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* FROM product where id = ? 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]});   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allPosts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 posts as a JSON response with status 200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NextResponse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allPosts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Handle errors if the query fails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'Error fetching posts:'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Return an error response with status 500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NextResponse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'Failed to fetch posts'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4F7FB2-C926-0F38-529D-65945A121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295" y="76200"/>
            <a:ext cx="2913944" cy="6858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F77F2C-217A-9FD5-4F87-A1A2FC6DCD9D}"/>
              </a:ext>
            </a:extLst>
          </p:cNvPr>
          <p:cNvCxnSpPr/>
          <p:nvPr/>
        </p:nvCxnSpPr>
        <p:spPr>
          <a:xfrm flipH="1" flipV="1">
            <a:off x="6180667" y="1862667"/>
            <a:ext cx="3513666" cy="245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97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497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4</cp:revision>
  <dcterms:created xsi:type="dcterms:W3CDTF">2025-03-21T05:24:41Z</dcterms:created>
  <dcterms:modified xsi:type="dcterms:W3CDTF">2025-03-26T07:50:29Z</dcterms:modified>
</cp:coreProperties>
</file>