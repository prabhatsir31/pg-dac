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55B06-F9B4-955C-E538-8DBC0D4E87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C2C250-6E84-6CF9-8774-47D3E49468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CA1F5-EA2F-70E6-64A0-BF3B1496A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E67D4-278D-411C-B68D-47FEB9811E52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4A4A1-A10B-D70C-2EA7-FBFD7217B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82650-BE5C-B06E-0358-8AC767533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D14B-A2E5-494D-AD22-410DE905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393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05053-BE63-9299-581A-C6997878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99390-A642-1697-4A62-A1CF9EB3A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3C638-9570-4C4C-97C7-3D2EC0CE7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E67D4-278D-411C-B68D-47FEB9811E52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B696B-C49B-6896-085A-10BA78492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FFB24-5B03-C096-A9BF-595ABC1FF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D14B-A2E5-494D-AD22-410DE905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566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01778-C2A2-74A2-0274-CD86079EE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B52CE1-3D59-FD81-4743-6F535EFD5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928C91-6ECB-F6CD-B8B8-B66876748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E67D4-278D-411C-B68D-47FEB9811E52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706FB-EC60-06BB-3A65-2AECB63DB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E2739-4FD2-9B2B-1665-7F008FF53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D14B-A2E5-494D-AD22-410DE905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153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3E148-671A-DC8E-90E0-4FD87FEBE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FDA76-B3CA-CEFC-A250-BE5DD46772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988A12-5FD3-580A-2A3E-CFE9C6B5C6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90EC77-7718-AB2C-EF23-273435C7D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E67D4-278D-411C-B68D-47FEB9811E52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4F2852-F526-FB16-CEB3-5F64180C6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C9D3F1-596A-4279-92B3-10B4168DD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D14B-A2E5-494D-AD22-410DE905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6902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08440-69FA-7A67-560B-4B2DB6B85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A869CF-7CE1-B9F9-FE0F-3A3700F297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5EB5BF-1712-2443-CE59-367C8DA32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8AEECC-5818-1B17-3961-D7882FDEBF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783A6B-989F-1491-8485-60B6029E5A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04C133-50DC-37D3-9735-C84DACA55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E67D4-278D-411C-B68D-47FEB9811E52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AF1151-EB0D-0DE7-3FF3-FEE2071F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9A42AD-F445-3FFD-C778-A71FE34E5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D14B-A2E5-494D-AD22-410DE905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942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1E277-6C76-4629-AAA0-84B856C34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339CF8-163D-F91D-90B2-43FC645A1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E67D4-278D-411C-B68D-47FEB9811E52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60863E-1833-6005-26D6-3623E42EB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7354D-24A7-FEC0-B648-8EB980849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D14B-A2E5-494D-AD22-410DE905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3407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62C2CB-7D45-B84A-683A-ED5D9C670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E67D4-278D-411C-B68D-47FEB9811E52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EBEE6-578D-1B41-A01B-23340CC94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D45E42-8385-BF10-9FFF-A0444DF6E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D14B-A2E5-494D-AD22-410DE905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964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2ABFD-6160-F8D0-6FF8-C0D504B73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6A883-84D9-2273-3A58-4D308D400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54D2B8-BA2F-F8BC-27E9-74D8C47ADC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AC15EF-791E-E44F-4CA2-B630C4311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E67D4-278D-411C-B68D-47FEB9811E52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08817B-E1A0-3BB6-6C4F-1DE489E71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B6F758-18AD-CC10-C0BA-E83A21087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D14B-A2E5-494D-AD22-410DE905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3418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78C40-064B-AB45-6702-E6FD88945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0B6520-C13E-FEBF-C8D9-B66D493DA2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F9F987-9959-E47A-0C6C-30BC4BDB8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8A652-DE17-AF99-5506-5DD7A7AF1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E67D4-278D-411C-B68D-47FEB9811E52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D5EDE2-BDC0-7ADE-D6CE-1A3324108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A8C48F-12DB-12DF-6029-8940AAEAC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D14B-A2E5-494D-AD22-410DE905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115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5B97C-A725-E347-D552-4E48A07FE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D26D47-4F01-207C-D944-83A8DD584F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877EE-3F31-8E0C-658B-BE99AE58E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E67D4-278D-411C-B68D-47FEB9811E52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2248B-8C7C-B708-241E-E084F6BA0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40AFE-9416-7EC7-E507-E0442CA83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D14B-A2E5-494D-AD22-410DE905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9390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A8C286-B57B-7969-BCB1-2A5831B325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67C63D-2D2B-0D59-D401-DAFCA2E423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BC6C39-07BB-ECD9-7251-B7E0D24C4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E67D4-278D-411C-B68D-47FEB9811E52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34CCE-9FF7-B978-7C58-5CA9F496F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42C39-AD07-F601-5F54-705D425F6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D14B-A2E5-494D-AD22-410DE905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58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4E342F-44C2-D476-DAE9-461B44C53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DD23E3-F572-4989-AD50-4438461E7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4A88C-89F1-F059-6CBB-1F1E267959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E67D4-278D-411C-B68D-47FEB9811E52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25E14-42C2-2B08-87C2-56286CB4D4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278A8-C62D-03DC-EC76-B6FE7BC6AF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7D14B-A2E5-494D-AD22-410DE905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4347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7424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AE6AA0-A816-6526-7A5C-44FAC0A6E27D}"/>
              </a:ext>
            </a:extLst>
          </p:cNvPr>
          <p:cNvSpPr txBox="1"/>
          <p:nvPr/>
        </p:nvSpPr>
        <p:spPr>
          <a:xfrm>
            <a:off x="218661" y="228600"/>
            <a:ext cx="110721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Create 3 text box and a button with value “Add”.</a:t>
            </a:r>
          </a:p>
          <a:p>
            <a:r>
              <a:rPr lang="en-US" dirty="0"/>
              <a:t> On click it should do addition of 2  given value  in a text box</a:t>
            </a:r>
          </a:p>
          <a:p>
            <a:r>
              <a:rPr lang="en-US" dirty="0"/>
              <a:t>Result should be displayed in Result textbox.</a:t>
            </a:r>
          </a:p>
          <a:p>
            <a:r>
              <a:rPr lang="en-US" dirty="0"/>
              <a:t>Result textbox is </a:t>
            </a:r>
            <a:r>
              <a:rPr lang="en-US" dirty="0" err="1"/>
              <a:t>readonly</a:t>
            </a:r>
            <a:endParaRPr lang="en-US" dirty="0"/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DA4BE1-ADCF-1264-F660-E15A699BD35D}"/>
              </a:ext>
            </a:extLst>
          </p:cNvPr>
          <p:cNvSpPr txBox="1"/>
          <p:nvPr/>
        </p:nvSpPr>
        <p:spPr>
          <a:xfrm>
            <a:off x="824947" y="1411357"/>
            <a:ext cx="11002617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'react'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App() 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[no1,setno1]=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[no2,setno2]=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[no3,setno3]=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add=()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setno3(+no1 + +no2);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"no1"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no1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(e)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setno1(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e.target.value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"no2"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no2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(e)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setno2(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e.target.value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"no3"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no3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disabled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{true}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App;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455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6F8199A-8902-280E-039B-832EDC24E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063" y="1392871"/>
            <a:ext cx="9640135" cy="22633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11C1BD6-BBF4-5690-F0B1-60BE9F88FC0B}"/>
              </a:ext>
            </a:extLst>
          </p:cNvPr>
          <p:cNvSpPr txBox="1"/>
          <p:nvPr/>
        </p:nvSpPr>
        <p:spPr>
          <a:xfrm>
            <a:off x="675861" y="3429000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Let user checked radio button and on click of button it should perform that checked  operation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2472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6B11168-1F2B-F780-61A3-DBBEDA4EEB75}"/>
              </a:ext>
            </a:extLst>
          </p:cNvPr>
          <p:cNvSpPr txBox="1"/>
          <p:nvPr/>
        </p:nvSpPr>
        <p:spPr>
          <a:xfrm>
            <a:off x="0" y="0"/>
            <a:ext cx="520810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'react'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App() 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[no1,setno1]=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[no2,setno2]=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[no3,setno3]=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rd,setrd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]=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add=()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result=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'+'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result=(+no1 + +no2);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'*'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result=(+no1 * +no2);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result= +no1 /  +no2;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setno3(result);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55183C-10DC-9749-D7AB-1F1645252996}"/>
              </a:ext>
            </a:extLst>
          </p:cNvPr>
          <p:cNvSpPr txBox="1"/>
          <p:nvPr/>
        </p:nvSpPr>
        <p:spPr>
          <a:xfrm>
            <a:off x="4292601" y="-121786"/>
            <a:ext cx="7899400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&lt;&gt;</a:t>
            </a:r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input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"no1"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value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no1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onChange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 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(e)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=&gt; 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setno1 (</a:t>
            </a:r>
            <a:r>
              <a:rPr kumimoji="0" lang="en-IN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e.target.value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) 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 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&lt;input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"no2"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value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no2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 </a:t>
            </a:r>
            <a:r>
              <a:rPr kumimoji="0" lang="en-IN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onChange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 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(e)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=&gt; 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setno2 (</a:t>
            </a:r>
            <a:r>
              <a:rPr kumimoji="0" lang="en-IN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e.target.value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 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&lt;button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type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"button"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onClick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add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add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&lt;/button&gt;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&lt;input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"no3"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value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no3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 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disabled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{true}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lang="en-IN" dirty="0">
                <a:solidFill>
                  <a:srgbClr val="800000"/>
                </a:solidFill>
                <a:latin typeface="Consolas" panose="020B0609020204030204" pitchFamily="49" charset="0"/>
              </a:rPr>
              <a:t>i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nput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type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'radio'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rd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value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'+'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checked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rd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===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'+'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onChange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(e)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=&gt;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setrd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e.target.value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&lt;input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type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'radio'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rd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 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value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'*'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checked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rd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===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'*'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onChange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(e)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=&gt;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setrd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e.target.value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&lt;input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type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'radio'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rd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value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'/'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checked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rd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===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'/'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onChange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(e)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=&gt;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setrd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e.target.value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&lt;/&gt;</a:t>
            </a:r>
            <a:endParaRPr kumimoji="0" lang="en-I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export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default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App;</a:t>
            </a:r>
            <a:b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4086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AC2925-6839-73F7-983D-4F030517827A}"/>
              </a:ext>
            </a:extLst>
          </p:cNvPr>
          <p:cNvSpPr txBox="1"/>
          <p:nvPr/>
        </p:nvSpPr>
        <p:spPr>
          <a:xfrm>
            <a:off x="-1" y="0"/>
            <a:ext cx="12056165" cy="7232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React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 = ()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allchecked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setAllChecked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React.useState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([]);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handleChange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(e) {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e.target.checked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setAllChecked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([...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allchecked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e.target.value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}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setAllChecked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allchecked.filter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((item)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item !== 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e.target.value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}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(&lt;&gt;            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"One"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"checkbox"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handleChange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&lt;span&gt;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One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&lt;/span&gt;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"Two"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"checkbox"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handleChange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&lt;span&gt;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Two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&lt;/span&gt;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"Three"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"checkbox"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handleChange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&lt;span&gt;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Three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&lt;/span&gt;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"Four"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"checkbox"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handleChange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&lt;span&gt;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Four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&lt;/span&gt;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"Five"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"checkbox"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handleChange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&lt;span&gt;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Five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&lt;/span&gt;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The all checked values are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allchecked.join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, 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);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App; </a:t>
            </a:r>
          </a:p>
        </p:txBody>
      </p:sp>
    </p:spTree>
    <p:extLst>
      <p:ext uri="{BB962C8B-B14F-4D97-AF65-F5344CB8AC3E}">
        <p14:creationId xmlns:p14="http://schemas.microsoft.com/office/powerpoint/2010/main" val="3877983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DFFEBEF-B43F-589A-F56B-40A6A1788E0B}"/>
              </a:ext>
            </a:extLst>
          </p:cNvPr>
          <p:cNvSpPr txBox="1"/>
          <p:nvPr/>
        </p:nvSpPr>
        <p:spPr>
          <a:xfrm>
            <a:off x="5672666" y="221945"/>
            <a:ext cx="6519334" cy="397031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allchecked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setAllChecked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React.useState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([]);</a:t>
            </a:r>
          </a:p>
          <a:p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handleChange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(e) {</a:t>
            </a:r>
          </a:p>
          <a:p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</a:p>
          <a:p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e.target.checked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setAllChecked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([...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allchecked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e.target.value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setAllChecked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allchecked.filter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((item) </a:t>
            </a: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item !== 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e.target.value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43CEF3-D8D9-2060-8985-1D4E941C38FF}"/>
              </a:ext>
            </a:extLst>
          </p:cNvPr>
          <p:cNvSpPr txBox="1"/>
          <p:nvPr/>
        </p:nvSpPr>
        <p:spPr>
          <a:xfrm>
            <a:off x="169333" y="533400"/>
            <a:ext cx="457200" cy="44873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DCE585-669B-1CC2-3EF8-3F310CED212F}"/>
              </a:ext>
            </a:extLst>
          </p:cNvPr>
          <p:cNvSpPr txBox="1"/>
          <p:nvPr/>
        </p:nvSpPr>
        <p:spPr>
          <a:xfrm>
            <a:off x="59266" y="3081867"/>
            <a:ext cx="457200" cy="44873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3E2DA8-E2F3-1D49-1057-03DFBC690F5A}"/>
              </a:ext>
            </a:extLst>
          </p:cNvPr>
          <p:cNvSpPr txBox="1"/>
          <p:nvPr/>
        </p:nvSpPr>
        <p:spPr>
          <a:xfrm>
            <a:off x="76199" y="2497667"/>
            <a:ext cx="457200" cy="44873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969FC9-039A-9BD7-11A7-9CB8383869BC}"/>
              </a:ext>
            </a:extLst>
          </p:cNvPr>
          <p:cNvSpPr txBox="1"/>
          <p:nvPr/>
        </p:nvSpPr>
        <p:spPr>
          <a:xfrm>
            <a:off x="169333" y="1193800"/>
            <a:ext cx="457200" cy="44873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063C09-CF86-B947-3897-9E5D77A08283}"/>
              </a:ext>
            </a:extLst>
          </p:cNvPr>
          <p:cNvSpPr txBox="1"/>
          <p:nvPr/>
        </p:nvSpPr>
        <p:spPr>
          <a:xfrm>
            <a:off x="152399" y="1837267"/>
            <a:ext cx="457200" cy="44873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65626E-DA3C-A5C1-334E-D59772DBB4C7}"/>
              </a:ext>
            </a:extLst>
          </p:cNvPr>
          <p:cNvSpPr txBox="1"/>
          <p:nvPr/>
        </p:nvSpPr>
        <p:spPr>
          <a:xfrm>
            <a:off x="804333" y="626533"/>
            <a:ext cx="1202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One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752171-5A06-66FD-C468-59C02E3FD6A4}"/>
              </a:ext>
            </a:extLst>
          </p:cNvPr>
          <p:cNvSpPr txBox="1"/>
          <p:nvPr/>
        </p:nvSpPr>
        <p:spPr>
          <a:xfrm>
            <a:off x="804333" y="1193800"/>
            <a:ext cx="1202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Two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352C9A-DF3A-640F-3647-718568B79BBD}"/>
              </a:ext>
            </a:extLst>
          </p:cNvPr>
          <p:cNvSpPr txBox="1"/>
          <p:nvPr/>
        </p:nvSpPr>
        <p:spPr>
          <a:xfrm>
            <a:off x="804332" y="1803400"/>
            <a:ext cx="1202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Three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9D89E1-52DE-58B4-4578-C26E837B55B1}"/>
              </a:ext>
            </a:extLst>
          </p:cNvPr>
          <p:cNvSpPr txBox="1"/>
          <p:nvPr/>
        </p:nvSpPr>
        <p:spPr>
          <a:xfrm>
            <a:off x="719666" y="2497667"/>
            <a:ext cx="1202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Four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CE7929-26D8-2504-8F9D-81188796332F}"/>
              </a:ext>
            </a:extLst>
          </p:cNvPr>
          <p:cNvSpPr txBox="1"/>
          <p:nvPr/>
        </p:nvSpPr>
        <p:spPr>
          <a:xfrm>
            <a:off x="719666" y="3064934"/>
            <a:ext cx="1202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Five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38E9C6-1A71-5478-7A11-5C87BF89A734}"/>
              </a:ext>
            </a:extLst>
          </p:cNvPr>
          <p:cNvSpPr txBox="1"/>
          <p:nvPr/>
        </p:nvSpPr>
        <p:spPr>
          <a:xfrm>
            <a:off x="380999" y="4055533"/>
            <a:ext cx="3454401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[  1,2,3,4 ]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5223F9-DE0D-8F55-87AB-B6CF53C14583}"/>
              </a:ext>
            </a:extLst>
          </p:cNvPr>
          <p:cNvSpPr txBox="1"/>
          <p:nvPr/>
        </p:nvSpPr>
        <p:spPr>
          <a:xfrm>
            <a:off x="1921933" y="3462866"/>
            <a:ext cx="1650999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 err="1"/>
              <a:t>allchecked</a:t>
            </a:r>
            <a:endParaRPr lang="en-IN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70D9C5C-9A77-5E2E-45E6-20D2EDBA3DC3}"/>
              </a:ext>
            </a:extLst>
          </p:cNvPr>
          <p:cNvCxnSpPr/>
          <p:nvPr/>
        </p:nvCxnSpPr>
        <p:spPr>
          <a:xfrm flipH="1">
            <a:off x="1921933" y="3832198"/>
            <a:ext cx="1490134" cy="3600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BF46B5F-B985-A69A-1786-E5661CEE9A3A}"/>
              </a:ext>
            </a:extLst>
          </p:cNvPr>
          <p:cNvSpPr txBox="1"/>
          <p:nvPr/>
        </p:nvSpPr>
        <p:spPr>
          <a:xfrm>
            <a:off x="1608667" y="423333"/>
            <a:ext cx="100753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2</a:t>
            </a:r>
          </a:p>
          <a:p>
            <a:endParaRPr lang="en-IN" dirty="0"/>
          </a:p>
          <a:p>
            <a:r>
              <a:rPr lang="en-IN" dirty="0"/>
              <a:t>3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4</a:t>
            </a:r>
          </a:p>
          <a:p>
            <a:endParaRPr lang="en-IN" dirty="0"/>
          </a:p>
        </p:txBody>
      </p:sp>
      <p:sp>
        <p:nvSpPr>
          <p:cNvPr id="21" name="Rectangle 1">
            <a:extLst>
              <a:ext uri="{FF2B5EF4-FFF2-40B4-BE49-F238E27FC236}">
                <a16:creationId xmlns:a16="http://schemas.microsoft.com/office/drawing/2014/main" id="{0774F42F-1EE1-B46F-744E-CDE0AF9698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9135" y="4240199"/>
            <a:ext cx="64262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line creates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 array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the spread operator 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...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to copy all current values from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allchecked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then adds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e.target.value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at the end.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7FD6DB-BF5C-9162-9F51-37517231FB57}"/>
              </a:ext>
            </a:extLst>
          </p:cNvPr>
          <p:cNvSpPr txBox="1"/>
          <p:nvPr/>
        </p:nvSpPr>
        <p:spPr>
          <a:xfrm>
            <a:off x="169333" y="4880633"/>
            <a:ext cx="61002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allchecked.filter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((item)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item !== 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e.target.value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sz="1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3CCEB8C-1567-30C3-DD4A-853358ADEDC3}"/>
              </a:ext>
            </a:extLst>
          </p:cNvPr>
          <p:cNvSpPr txBox="1"/>
          <p:nvPr/>
        </p:nvSpPr>
        <p:spPr>
          <a:xfrm>
            <a:off x="2184399" y="423333"/>
            <a:ext cx="1236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U1</a:t>
            </a:r>
          </a:p>
          <a:p>
            <a:endParaRPr lang="en-IN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D460BB6-BBEA-7C7C-F3EE-55ADF1BEB52D}"/>
              </a:ext>
            </a:extLst>
          </p:cNvPr>
          <p:cNvCxnSpPr/>
          <p:nvPr/>
        </p:nvCxnSpPr>
        <p:spPr>
          <a:xfrm flipH="1" flipV="1">
            <a:off x="2616200" y="762000"/>
            <a:ext cx="2954867" cy="41825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357D589-5F2C-5D3E-92C7-D08E3BE7B163}"/>
              </a:ext>
            </a:extLst>
          </p:cNvPr>
          <p:cNvCxnSpPr/>
          <p:nvPr/>
        </p:nvCxnSpPr>
        <p:spPr>
          <a:xfrm>
            <a:off x="719666" y="4424865"/>
            <a:ext cx="1786467" cy="519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4A21C7F-E789-8120-A09B-2DB9E50F00C9}"/>
              </a:ext>
            </a:extLst>
          </p:cNvPr>
          <p:cNvSpPr txBox="1"/>
          <p:nvPr/>
        </p:nvSpPr>
        <p:spPr>
          <a:xfrm>
            <a:off x="609599" y="5731933"/>
            <a:ext cx="3090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[2,3,4]</a:t>
            </a:r>
          </a:p>
        </p:txBody>
      </p:sp>
    </p:spTree>
    <p:extLst>
      <p:ext uri="{BB962C8B-B14F-4D97-AF65-F5344CB8AC3E}">
        <p14:creationId xmlns:p14="http://schemas.microsoft.com/office/powerpoint/2010/main" val="2705001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902D504-7147-009A-3AD0-4DCF56F869BD}"/>
              </a:ext>
            </a:extLst>
          </p:cNvPr>
          <p:cNvSpPr txBox="1"/>
          <p:nvPr/>
        </p:nvSpPr>
        <p:spPr>
          <a:xfrm>
            <a:off x="270933" y="76200"/>
            <a:ext cx="9406467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script&gt;</a:t>
            </a:r>
            <a:endParaRPr lang="en-IN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allchecked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=[]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Addlist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setarray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=([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ac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allchecked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=[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ac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checked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setarray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([...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allchecked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allchecked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allchecked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&lt;form&gt;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"checkbox"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"n1"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"1"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Addlist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"checkbox"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"n2"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"2"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Addlist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&lt;/form&gt;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04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1020</Words>
  <Application>Microsoft Office PowerPoint</Application>
  <PresentationFormat>Widescreen</PresentationFormat>
  <Paragraphs>137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Arial Unicode MS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vidyanidhi school</dc:creator>
  <cp:lastModifiedBy>sriram mantri vidyanidhi infotech academy</cp:lastModifiedBy>
  <cp:revision>12</cp:revision>
  <dcterms:created xsi:type="dcterms:W3CDTF">2024-01-19T04:41:39Z</dcterms:created>
  <dcterms:modified xsi:type="dcterms:W3CDTF">2025-05-09T03:45:58Z</dcterms:modified>
</cp:coreProperties>
</file>