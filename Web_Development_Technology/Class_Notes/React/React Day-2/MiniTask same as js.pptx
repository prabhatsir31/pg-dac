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55B06-F9B4-955C-E538-8DBC0D4E8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C2C250-6E84-6CF9-8774-47D3E49468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A1F5-EA2F-70E6-64A0-BF3B1496A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4A4A1-A10B-D70C-2EA7-FBFD7217B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82650-BE5C-B06E-0358-8AC76753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93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05053-BE63-9299-581A-C6997878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99390-A642-1697-4A62-A1CF9EB3A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83C638-9570-4C4C-97C7-3D2EC0CE7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B696B-C49B-6896-085A-10BA78492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FFB24-5B03-C096-A9BF-595ABC1FF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6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01778-C2A2-74A2-0274-CD86079EE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52CE1-3D59-FD81-4743-6F535EFD5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28C91-6ECB-F6CD-B8B8-B6687674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706FB-EC60-06BB-3A65-2AECB63DB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E2739-4FD2-9B2B-1665-7F008FF53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015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3E148-671A-DC8E-90E0-4FD87FEBE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DA76-B3CA-CEFC-A250-BE5DD46772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88A12-5FD3-580A-2A3E-CFE9C6B5C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90EC77-7718-AB2C-EF23-273435C7D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F2852-F526-FB16-CEB3-5F64180C6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C9D3F1-596A-4279-92B3-10B4168DD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0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8440-69FA-7A67-560B-4B2DB6B8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869CF-7CE1-B9F9-FE0F-3A3700F29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5EB5BF-1712-2443-CE59-367C8DA32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8AEECC-5818-1B17-3961-D7882FDEB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83A6B-989F-1491-8485-60B6029E5A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04C133-50DC-37D3-9735-C84DACA55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AF1151-EB0D-0DE7-3FF3-FEE2071F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9A42AD-F445-3FFD-C778-A71FE34E5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994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1E277-6C76-4629-AAA0-84B856C34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39CF8-163D-F91D-90B2-43FC645A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60863E-1833-6005-26D6-3623E42EB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7354D-24A7-FEC0-B648-8EB98084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407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2C2CB-7D45-B84A-683A-ED5D9C670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8EBEE6-578D-1B41-A01B-23340CC94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D45E42-8385-BF10-9FFF-A0444DF6E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96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2ABFD-6160-F8D0-6FF8-C0D504B7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6A883-84D9-2273-3A58-4D308D400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54D2B8-BA2F-F8BC-27E9-74D8C47ADC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C15EF-791E-E44F-4CA2-B630C4311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8817B-E1A0-3BB6-6C4F-1DE489E71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B6F758-18AD-CC10-C0BA-E83A21087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3418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78C40-064B-AB45-6702-E6FD88945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0B6520-C13E-FEBF-C8D9-B66D493DA2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9F987-9959-E47A-0C6C-30BC4BDB8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8A652-DE17-AF99-5506-5DD7A7AF1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5EDE2-BDC0-7ADE-D6CE-1A3324108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C48F-12DB-12DF-6029-8940AAEAC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115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B97C-A725-E347-D552-4E48A07FE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D26D47-4F01-207C-D944-83A8DD584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877EE-3F31-8E0C-658B-BE99AE58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2248B-8C7C-B708-241E-E084F6BA0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40AFE-9416-7EC7-E507-E0442CA83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9390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A8C286-B57B-7969-BCB1-2A5831B32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7C63D-2D2B-0D59-D401-DAFCA2E423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C6C39-07BB-ECD9-7251-B7E0D24C4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34CCE-9FF7-B978-7C58-5CA9F496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42C39-AD07-F601-5F54-705D425F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5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4E342F-44C2-D476-DAE9-461B44C53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D23E3-F572-4989-AD50-4438461E7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4A88C-89F1-F059-6CBB-1F1E26795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67D4-278D-411C-B68D-47FEB9811E52}" type="datetimeFigureOut">
              <a:rPr lang="en-IN" smtClean="0"/>
              <a:t>02-02-2024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5E14-42C2-2B08-87C2-56286CB4D4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278A8-C62D-03DC-EC76-B6FE7BC6A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7D14B-A2E5-494D-AD22-410DE9050E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4347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7424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AE6AA0-A816-6526-7A5C-44FAC0A6E27D}"/>
              </a:ext>
            </a:extLst>
          </p:cNvPr>
          <p:cNvSpPr txBox="1"/>
          <p:nvPr/>
        </p:nvSpPr>
        <p:spPr>
          <a:xfrm>
            <a:off x="218661" y="228600"/>
            <a:ext cx="110721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 3 text box and a button with value “Add”.</a:t>
            </a:r>
          </a:p>
          <a:p>
            <a:r>
              <a:rPr lang="en-US" dirty="0"/>
              <a:t> On click it should do addition of 2  given value  in a text box</a:t>
            </a:r>
          </a:p>
          <a:p>
            <a:r>
              <a:rPr lang="en-US" dirty="0"/>
              <a:t>Result should be displayed in Result textbox.</a:t>
            </a:r>
          </a:p>
          <a:p>
            <a:r>
              <a:rPr lang="en-US" dirty="0"/>
              <a:t>Result textbox is </a:t>
            </a:r>
            <a:r>
              <a:rPr lang="en-US" dirty="0" err="1"/>
              <a:t>readonly</a:t>
            </a:r>
            <a:endParaRPr lang="en-US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A4BE1-ADCF-1264-F660-E15A699BD35D}"/>
              </a:ext>
            </a:extLst>
          </p:cNvPr>
          <p:cNvSpPr txBox="1"/>
          <p:nvPr/>
        </p:nvSpPr>
        <p:spPr>
          <a:xfrm>
            <a:off x="824947" y="1411357"/>
            <a:ext cx="1100261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"no1"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no1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setno1(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"no2"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no2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setno2(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"button"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"no3"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no3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IN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disabled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{true}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455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F8199A-8902-280E-039B-832EDC24E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063" y="1392871"/>
            <a:ext cx="9640135" cy="22633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11C1BD6-BBF4-5690-F0B1-60BE9F88FC0B}"/>
              </a:ext>
            </a:extLst>
          </p:cNvPr>
          <p:cNvSpPr txBox="1"/>
          <p:nvPr/>
        </p:nvSpPr>
        <p:spPr>
          <a:xfrm>
            <a:off x="675861" y="3429000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user checked radio button and on click of button it should perform that checked  operation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247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6B11168-1F2B-F780-61A3-DBBEDA4EEB75}"/>
              </a:ext>
            </a:extLst>
          </p:cNvPr>
          <p:cNvSpPr txBox="1"/>
          <p:nvPr/>
        </p:nvSpPr>
        <p:spPr>
          <a:xfrm>
            <a:off x="0" y="0"/>
            <a:ext cx="520810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'react'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[no1,setno1]=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[no2,setno2]=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[no3,setno3]=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rd,setrd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]=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add=()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result=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""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'+'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result=(+no1 +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'*'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result=(+no1 * +no2);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'/'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result= +no1 /  +no2;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setno3(result);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55183C-10DC-9749-D7AB-1F1645252996}"/>
              </a:ext>
            </a:extLst>
          </p:cNvPr>
          <p:cNvSpPr txBox="1"/>
          <p:nvPr/>
        </p:nvSpPr>
        <p:spPr>
          <a:xfrm>
            <a:off x="4442791" y="-121786"/>
            <a:ext cx="7749209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"no1"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no1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setno1(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"no2"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no2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setno2(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&lt;button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"button"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onClick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&lt;/button&gt;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"no3"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no3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disabled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{true}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'+'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+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'*'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&lt;input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type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'radio'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name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"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checked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===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'/'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E5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onChange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(e)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=&gt;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setrd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e.target.value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&lt;/&gt;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App;</a:t>
            </a:r>
            <a:b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</a:b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408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AC2925-6839-73F7-983D-4F030517827A}"/>
              </a:ext>
            </a:extLst>
          </p:cNvPr>
          <p:cNvSpPr txBox="1"/>
          <p:nvPr/>
        </p:nvSpPr>
        <p:spPr>
          <a:xfrm>
            <a:off x="-1" y="0"/>
            <a:ext cx="12056165" cy="7232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React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"react"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React.useState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(e)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setAllChecked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allchecked.filter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((item)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item !==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e.target.value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}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(&lt;&gt;   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"One"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One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"Two"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Two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"Three"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Three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"Four"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Four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"Five"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"checkbox"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handleChange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&lt;span&gt;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Five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&lt;/span&gt;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 all checked values are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allchecked.join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, "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);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 </a:t>
            </a:r>
          </a:p>
        </p:txBody>
      </p:sp>
    </p:spTree>
    <p:extLst>
      <p:ext uri="{BB962C8B-B14F-4D97-AF65-F5344CB8AC3E}">
        <p14:creationId xmlns:p14="http://schemas.microsoft.com/office/powerpoint/2010/main" val="3877983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773</Words>
  <Application>Microsoft Office PowerPoint</Application>
  <PresentationFormat>Widescreen</PresentationFormat>
  <Paragraphs>81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vidyanidhi school</cp:lastModifiedBy>
  <cp:revision>4</cp:revision>
  <dcterms:created xsi:type="dcterms:W3CDTF">2024-01-19T04:41:39Z</dcterms:created>
  <dcterms:modified xsi:type="dcterms:W3CDTF">2024-02-02T10:41:52Z</dcterms:modified>
</cp:coreProperties>
</file>