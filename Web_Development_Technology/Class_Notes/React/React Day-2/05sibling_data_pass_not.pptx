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3D08-4DA1-48D7-8DDE-0663CF53E89B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B585-ECC8-415D-86CF-D9FDCA074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071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3D08-4DA1-48D7-8DDE-0663CF53E89B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B585-ECC8-415D-86CF-D9FDCA074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765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3D08-4DA1-48D7-8DDE-0663CF53E89B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B585-ECC8-415D-86CF-D9FDCA074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899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3D08-4DA1-48D7-8DDE-0663CF53E89B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B585-ECC8-415D-86CF-D9FDCA074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085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3D08-4DA1-48D7-8DDE-0663CF53E89B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B585-ECC8-415D-86CF-D9FDCA074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017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3D08-4DA1-48D7-8DDE-0663CF53E89B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B585-ECC8-415D-86CF-D9FDCA074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770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3D08-4DA1-48D7-8DDE-0663CF53E89B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B585-ECC8-415D-86CF-D9FDCA074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142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3D08-4DA1-48D7-8DDE-0663CF53E89B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B585-ECC8-415D-86CF-D9FDCA074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881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3D08-4DA1-48D7-8DDE-0663CF53E89B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B585-ECC8-415D-86CF-D9FDCA074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6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3D08-4DA1-48D7-8DDE-0663CF53E89B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B585-ECC8-415D-86CF-D9FDCA074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738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3D08-4DA1-48D7-8DDE-0663CF53E89B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5B585-ECC8-415D-86CF-D9FDCA074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19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43D08-4DA1-48D7-8DDE-0663CF53E89B}" type="datetimeFigureOut">
              <a:rPr lang="en-IN" smtClean="0"/>
              <a:t>13-07-2023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5B585-ECC8-415D-86CF-D9FDCA0745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456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9381" y="0"/>
            <a:ext cx="5449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How to pass data between sibling components in React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0" y="594327"/>
            <a:ext cx="4221018" cy="332398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'./Container'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'./Search'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 err="1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setquery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]=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onQuery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setquery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9381" y="4430464"/>
            <a:ext cx="5310910" cy="246221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onQuery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 {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handelInput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onQuery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}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handelInput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)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38982" y="491775"/>
            <a:ext cx="6096000" cy="461664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'./Item'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 {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setList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([]);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ejson.json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.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setList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}, [])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IN" sz="1400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IN" sz="1400" b="0" dirty="0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IN" sz="1400" b="0" dirty="0" err="1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listItem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listItem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listItem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))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 err="1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)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906327" y="5024582"/>
            <a:ext cx="3380509" cy="452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906327" y="4525818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Search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7906327" y="5698836"/>
            <a:ext cx="3943928" cy="1159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 smtClean="0"/>
              <a:t>Gender=“male”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 smtClean="0"/>
              <a:t>Gender=“female”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7093527" y="5985164"/>
            <a:ext cx="1006764" cy="129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49818" y="5477164"/>
            <a:ext cx="1339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Container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16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9381" y="0"/>
            <a:ext cx="5449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How to pass data between sibling components in React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0" y="594327"/>
            <a:ext cx="4221018" cy="332398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'./Container'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'./Search'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 err="1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setquery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]=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"App"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onQuery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setquery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smtClean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9381" y="4430464"/>
            <a:ext cx="5310910" cy="246221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onQuery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 {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handelInput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onQuery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}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handelInput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)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38982" y="491775"/>
            <a:ext cx="6096000" cy="461664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'./Item'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 {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setList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([]);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ejson.json</a:t>
            </a:r>
            <a:r>
              <a:rPr lang="en-IN" sz="1400" b="0" dirty="0" smtClean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.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setList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}, [])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err="1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IN" sz="1400" b="0" dirty="0" smtClean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IN" sz="1400" b="0" dirty="0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IN" sz="1400" b="0" dirty="0" err="1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400" b="0" dirty="0" smtClean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 smtClean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ar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listItem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smtClean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listItem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listItem</a:t>
            </a:r>
            <a:r>
              <a:rPr lang="en-IN" sz="1400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))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400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 err="1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IN" sz="1400" b="0" dirty="0" smtClean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 smtClean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)</a:t>
            </a:r>
          </a:p>
          <a:p>
            <a:r>
              <a:rPr lang="en-IN" sz="1400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906327" y="5024582"/>
            <a:ext cx="3380509" cy="452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906327" y="4525818"/>
            <a:ext cx="101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Search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7906327" y="5698836"/>
            <a:ext cx="3943928" cy="1159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 smtClean="0"/>
              <a:t>Gender=“male”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 smtClean="0"/>
              <a:t>Gender=“female”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N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7093527" y="5985164"/>
            <a:ext cx="1006764" cy="129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49818" y="5477164"/>
            <a:ext cx="1339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Container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216073" y="6271491"/>
            <a:ext cx="76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46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133</Words>
  <Application>Microsoft Office PowerPoint</Application>
  <PresentationFormat>Widescreen</PresentationFormat>
  <Paragraphs>99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Basaid</dc:creator>
  <cp:lastModifiedBy>Basaid</cp:lastModifiedBy>
  <cp:revision>5</cp:revision>
  <dcterms:created xsi:type="dcterms:W3CDTF">2023-07-05T12:31:21Z</dcterms:created>
  <dcterms:modified xsi:type="dcterms:W3CDTF">2023-07-13T05:35:56Z</dcterms:modified>
</cp:coreProperties>
</file>