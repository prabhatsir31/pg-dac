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A6C1-10F5-986C-46C8-CB6A4289B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A68CE-7A99-C4C9-A1F5-F0EF3AC56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E8009-6CD4-A832-DF9A-F0CC3FA4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963F2-7410-C97D-EBC7-743020AE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9A2F3-04F1-A494-39C5-B2FC141D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33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3BF76-88D2-E214-3FDF-EB3FBD93F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8B74-8FBD-FF81-66DA-C30CC8FC5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B70ED-CC2A-641A-661B-2819A4C9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EBEF1-D63F-9420-C5E1-006AAD114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B509D-1ED1-C0AE-01CF-3754C4BD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78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7E50-6821-B4BF-F350-75D82062F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FE0B4-A248-B62D-4E47-85476118B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64230-249E-F043-76A0-60DAA0BE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5B572-AAA0-FE74-B1E3-2957266D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63BB0-E513-C1CC-3C77-71C1606E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602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DF6C-7170-D468-C92D-3DD08E11A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EF91-7B2B-B20D-D718-EA518831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4D442-1631-E155-6E5B-306589D0F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B243A-0D34-AAF5-3A97-660A2BCD7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4686A-83E9-BE42-4662-E5DA4AF6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2B4D6-0632-0300-0B3F-C4F2D057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609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D8D4-21C9-2F8A-55BA-6EAA7922B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19664-826B-5395-4D51-CC947AADD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F958C-8F07-15A1-6628-49E89B1A6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0ADD8-6192-1CF2-4305-AD09C1D8F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6F0F6-4088-A43A-2D68-7970843941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044593-D6CE-DD92-C36B-D808C2CE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002F2B-04D6-913A-DFEB-B938E7673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F025B9-D456-1A69-08AF-6D6EC1E8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79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EA46-3B70-B373-F985-40F7784AE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7781C2-61C9-2C6A-B759-F439F00BB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572E2-D950-A3DF-6965-DEFEEFAA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44E3A-7EBF-A71E-7329-E9BCA8B5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916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F4F87-FF94-DABC-4E97-1C6BF6C9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84E4A-1F31-38D8-CC5E-A4C77B393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64A0D-1071-F5A1-88A9-633C6F49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6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AF6DF-0F46-F34A-1D8E-F87BE6BC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2F451-38FF-10EF-ACB5-765D04F6C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662F1-8F0A-3760-358D-F58C65D9E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F1051-A08A-BFD9-AF50-3B7718A4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BBDE4-A76A-3C9C-156C-3E90FFC1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2FFFF-A1FB-0C1D-D511-1EC3A572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926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3F04-0489-EA8A-2FA2-7096C7282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A66A4A-53A3-CDD1-9291-5B3618711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C6EB4-2F15-E3A2-F1F2-7331CD2F8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27DCB-407D-3EF3-66E8-91CC238F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B2D18-B1A4-BEAC-C8D6-BE1667BE5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D4D8A-6537-2300-E86F-76423FB0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038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D499D-718A-C77C-1863-0A63A5AB9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8F897-C295-1E0D-A921-F8D30C734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A0E50-FD04-757C-1BD8-5B6B983B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9CD49-DF09-4211-2EA5-25C9B888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CCAB8-6036-EE73-900F-0FE4F7F9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07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EEC197-D821-4778-C14A-43647CB9F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4945D-01B6-C29E-2454-62207E686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A1413-A52D-2B11-8253-A99671965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E270F-07C1-B1CC-95D0-03CDDDF9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16363-E1EC-F117-FC5B-0A5267D7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51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0B18F-7E3B-35F4-4846-7320E174C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FFFC6-4A47-7D8E-5A26-2BB7B5F49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342DE-44A2-8C0E-D8EE-52AA8C071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4D2D9-B48F-4477-9221-5F6FA746BE54}" type="datetimeFigureOut">
              <a:rPr lang="en-IN" smtClean="0"/>
              <a:t>09-01-2025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30D1B-C580-65B7-E80C-8FB890A0D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32174-A7A3-B507-527E-89A2CD7D3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21F34-E2E2-4630-B1B0-09E8E077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74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9CCB423-14A1-CCAB-E4EB-2F32A7CAE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14" y="-248142"/>
            <a:ext cx="6968764" cy="1109026"/>
          </a:xfrm>
          <a:prstGeom prst="rect">
            <a:avLst/>
          </a:prstGeom>
          <a:solidFill>
            <a:srgbClr val="20133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17400" rIns="0" bIns="4761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5E7F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react-router-dom@6 bootstrap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FA5B0-3842-AC94-70E9-B2AA52B7B9C4}"/>
              </a:ext>
            </a:extLst>
          </p:cNvPr>
          <p:cNvSpPr txBox="1"/>
          <p:nvPr/>
        </p:nvSpPr>
        <p:spPr>
          <a:xfrm>
            <a:off x="157899" y="1176683"/>
            <a:ext cx="6094428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"card-body"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84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52BCE8-5DEC-2BA0-C429-7FCF2486B6D9}"/>
              </a:ext>
            </a:extLst>
          </p:cNvPr>
          <p:cNvSpPr txBox="1"/>
          <p:nvPr/>
        </p:nvSpPr>
        <p:spPr>
          <a:xfrm>
            <a:off x="728221" y="499622"/>
            <a:ext cx="7180868" cy="265238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Dashboard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Dashboard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Dashboard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415D1-E386-B527-809F-0556A14735E4}"/>
              </a:ext>
            </a:extLst>
          </p:cNvPr>
          <p:cNvSpPr txBox="1"/>
          <p:nvPr/>
        </p:nvSpPr>
        <p:spPr>
          <a:xfrm>
            <a:off x="624527" y="3379671"/>
            <a:ext cx="7284562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'react-router-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isSignedIn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children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useNavigate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isSignedIn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children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Protected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6F0E7-E437-C7C1-0B1F-643991DE8BA8}"/>
              </a:ext>
            </a:extLst>
          </p:cNvPr>
          <p:cNvSpPr txBox="1"/>
          <p:nvPr/>
        </p:nvSpPr>
        <p:spPr>
          <a:xfrm>
            <a:off x="8628667" y="113122"/>
            <a:ext cx="31831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&lt;Navigate&gt; element changes the current location when it is rendered. It's a component wrapper around </a:t>
            </a:r>
            <a:r>
              <a:rPr lang="en-US" dirty="0" err="1"/>
              <a:t>useNavigate</a:t>
            </a:r>
            <a:r>
              <a:rPr lang="en-US" dirty="0"/>
              <a:t>, and accepts all the same arguments as props.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FE16A-EE94-FFE8-DD70-FDFE0A195BFE}"/>
              </a:ext>
            </a:extLst>
          </p:cNvPr>
          <p:cNvSpPr txBox="1"/>
          <p:nvPr/>
        </p:nvSpPr>
        <p:spPr>
          <a:xfrm>
            <a:off x="8628667" y="2136338"/>
            <a:ext cx="31831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Having a component-based version of the </a:t>
            </a:r>
            <a:r>
              <a:rPr lang="en-US" dirty="0" err="1"/>
              <a:t>useNavigate</a:t>
            </a:r>
            <a:r>
              <a:rPr lang="en-US" dirty="0"/>
              <a:t> hook makes it easier to use this feature in a </a:t>
            </a:r>
            <a:r>
              <a:rPr lang="en-US" dirty="0" err="1"/>
              <a:t>React.Component</a:t>
            </a:r>
            <a:r>
              <a:rPr lang="en-US" dirty="0"/>
              <a:t> subclass where hooks are not able to be used.</a:t>
            </a:r>
            <a:endParaRPr lang="en-I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239AB5-6962-3B82-360F-06DF66775517}"/>
              </a:ext>
            </a:extLst>
          </p:cNvPr>
          <p:cNvCxnSpPr/>
          <p:nvPr/>
        </p:nvCxnSpPr>
        <p:spPr>
          <a:xfrm>
            <a:off x="5316718" y="4289196"/>
            <a:ext cx="3704734" cy="631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482198D-AE48-1646-E1A8-EF5D493CBAAF}"/>
              </a:ext>
            </a:extLst>
          </p:cNvPr>
          <p:cNvSpPr txBox="1"/>
          <p:nvPr/>
        </p:nvSpPr>
        <p:spPr>
          <a:xfrm>
            <a:off x="9257122" y="4223208"/>
            <a:ext cx="2413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 </a:t>
            </a:r>
            <a:r>
              <a:rPr lang="en-US" dirty="0" err="1"/>
              <a:t>destructuring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57C312-4B8F-B06B-E1AF-95F337CD9F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566" t="14145" r="21985" b="58625"/>
          <a:stretch/>
        </p:blipFill>
        <p:spPr>
          <a:xfrm>
            <a:off x="7428322" y="4977871"/>
            <a:ext cx="5175315" cy="186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08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7A32A-5D5A-7B16-1663-EC36D457CD29}"/>
              </a:ext>
            </a:extLst>
          </p:cNvPr>
          <p:cNvSpPr txBox="1"/>
          <p:nvPr/>
        </p:nvSpPr>
        <p:spPr>
          <a:xfrm>
            <a:off x="8543826" y="3349207"/>
            <a:ext cx="3419573" cy="31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isSignedIn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isSignedIn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61D4C-63A3-E372-0EAE-4B6C7294ECA7}"/>
              </a:ext>
            </a:extLst>
          </p:cNvPr>
          <p:cNvSpPr txBox="1"/>
          <p:nvPr/>
        </p:nvSpPr>
        <p:spPr>
          <a:xfrm>
            <a:off x="0" y="-79513"/>
            <a:ext cx="11826737" cy="738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'./App.css'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useState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'react'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Home 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'./Home'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Dashboard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'./Dashboard'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Protected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'./Protected'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BrowserRouter,Link,Routes,Route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,Outlet}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'react-router-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App()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isSignedIn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setIsSignedIn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=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useState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signin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()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setIsSignedIn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signout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()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setIsSignedIn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false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&lt;h2&gt;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React Protected Routes Example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&lt;/h2&gt;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BrowserRouter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&lt;Link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'/home'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Home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&lt;/Link&gt;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 |  '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&lt;Link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'/dashboard'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Dashboard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&lt;/Link&gt;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	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 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isSignedIn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?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	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		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signout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Sign out			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		    )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signin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Sign in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)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&lt;Routes&gt;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&lt;Route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path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"/"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element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&lt;Home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&lt;Route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path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"/home"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element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&lt;Home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&lt;Route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path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"/dashboard"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element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&lt;Protected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isSignedIn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isSignedIn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&lt;Dashboard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&lt;/Protected&gt;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&lt;/Routes&gt;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BrowserRouter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default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App;</a:t>
            </a:r>
          </a:p>
        </p:txBody>
      </p:sp>
    </p:spTree>
    <p:extLst>
      <p:ext uri="{BB962C8B-B14F-4D97-AF65-F5344CB8AC3E}">
        <p14:creationId xmlns:p14="http://schemas.microsoft.com/office/powerpoint/2010/main" val="98343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66" y="604966"/>
            <a:ext cx="8711167" cy="363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495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457</Words>
  <Application>Microsoft Office PowerPoint</Application>
  <PresentationFormat>Widescreen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15</cp:revision>
  <dcterms:created xsi:type="dcterms:W3CDTF">2022-12-19T08:01:55Z</dcterms:created>
  <dcterms:modified xsi:type="dcterms:W3CDTF">2025-01-09T10:35:58Z</dcterms:modified>
</cp:coreProperties>
</file>