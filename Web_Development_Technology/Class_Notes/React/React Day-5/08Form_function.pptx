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5D6347-A6A9-4D07-955C-4E2D9077F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F2876A8-C079-410B-B4CF-87B412F7D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0D306A-6F35-4266-980A-8B6DD1F4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F75EAD-14AE-4B87-99F8-4433ED572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E45193-F7EF-4548-AA42-C75FE293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6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7A604D-5400-4C91-9678-2E04B977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D9DEE1-FEAA-4D14-AA49-1E2F6E1AC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0476D9-6320-43D6-9848-7A5AAB84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D9B84C-FDBD-40C3-96DB-2E8628312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C1D094-1D7A-4668-A807-C43FEAF72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11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0283D6-C3AA-474C-8A64-100D78E3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3D35D5-33AA-4982-BD3C-37F56F2DD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3861E6-7FFC-4728-A8EA-D872DC5D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928738-31DC-42FC-B185-7AE498D5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780E39-5A9B-410E-A3F6-7A682A69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27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DDF210-97FD-46E4-8481-FA29AEFE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C4A55D-5D8A-4110-BF82-A7B33B707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8B60D8E-F7EE-4E63-B671-D6BCC86CC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949FA68-CCC6-4223-AF29-B742EA1E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2221119-3A00-40DE-B43D-22AE2B15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1C08F0C-4214-46FB-84D2-F4696647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953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480AA2-6709-4682-868A-13926217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0C32F6E-393E-4CEB-93AF-DFECDD570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1E3B572-2420-426C-8E8E-F97F07C58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EA87BD6-B41A-45EA-A924-8627370EE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22BDF19-CE3F-4196-94D2-A1A4B2D68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EA9E8FD-B5E8-498C-870A-FF9645C2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2349944-E635-4571-9747-A04BBE94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05B7D41-05A7-4906-84DD-AD38247F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3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F2C9B8-7CF0-4283-8D97-F48DAA8A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D564500-E349-48D6-987D-071B6213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24C0AA7-A88C-4526-BDD7-0983E7E6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40FF701-384F-4328-B5D5-98E8A800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99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09EFC39-9D58-447C-8FAC-1EEDD584D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0E74D10-8794-4BF1-A78E-C2DC03C2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062008B-3D67-4882-A623-1DD23B67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900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146050-43A2-4577-B317-C7BCC5CC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F2EB58-C259-420C-B542-F4EBE5BE4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D71A3E9-2DE0-42A0-8FA3-D520C4FDC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22B6F71-13AF-43AA-B4D8-72CCF0F2E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71A9B3-80D4-450A-8CC4-74061087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CC91915-D82C-405D-B21E-021D20E5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9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B76513-3FF6-495B-93FA-817A77C1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53E9F14-B19C-438C-9946-15B9BCC44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035353B-B49C-4674-B246-13F79035D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35B6ACD-07D7-46F7-9CAB-ACD425AC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D7B3D3C-0168-42B8-BE53-B6E8E643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B5490E-3D3A-4D24-8DEF-86206F65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73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1F2D8E-A7D1-41D7-9815-56CE8ABF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8C72388-DFEA-48CE-833E-6271E2343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6FB76D7-4D64-4506-992A-DAA15B0A1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2A180A-89C5-42B7-ADE5-015997F0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6CCAC9-23F1-449D-8C1B-3509914E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7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0E93641-37E6-4F7D-93AF-1658F0265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7B1785-F640-4973-96C6-F05CBBF67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E35764-ADBB-45E0-B7BA-ADB02ADA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ADF1CC2-158E-400B-8084-B3BE458C9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9ED9BB-9EEA-40B2-9F90-709CCE3AE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41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1F497F9-9E3E-420B-8B6B-51237D91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387277E-5BB5-4190-BE05-F095986DB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B82AF05-9954-4D21-9759-848F25A9F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3ABF8-6C91-4EE8-A35C-306728E04261}" type="datetimeFigureOut">
              <a:rPr lang="en-IN" smtClean="0"/>
              <a:t>22-06-2024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ED9EAB2-095D-4077-ADC6-6CC3DE630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9536CF-2440-48B4-9527-D67E72941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A00D6-2555-4BEA-8F31-62CC11FC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06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BF3E522-DFAC-460E-B462-60072C5C6727}"/>
              </a:ext>
            </a:extLst>
          </p:cNvPr>
          <p:cNvSpPr txBox="1"/>
          <p:nvPr/>
        </p:nvSpPr>
        <p:spPr>
          <a:xfrm>
            <a:off x="4817807" y="98322"/>
            <a:ext cx="355927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Reading Form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255F31B-7487-4BAE-9FE5-E337B330D9F3}"/>
              </a:ext>
            </a:extLst>
          </p:cNvPr>
          <p:cNvSpPr txBox="1"/>
          <p:nvPr/>
        </p:nvSpPr>
        <p:spPr>
          <a:xfrm>
            <a:off x="176980" y="634790"/>
            <a:ext cx="54864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ReactDOM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setInputs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setInputs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({ ...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]: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43A6C8B-40AA-4CA6-9025-5FF04A4F2332}"/>
              </a:ext>
            </a:extLst>
          </p:cNvPr>
          <p:cNvSpPr txBox="1"/>
          <p:nvPr/>
        </p:nvSpPr>
        <p:spPr>
          <a:xfrm>
            <a:off x="6253316" y="805959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&lt;form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onSubmit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handleSubmit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&lt;label&gt;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Enter your name: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"text"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"username"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||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&lt;/label&gt;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&lt;label&gt;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Enter your age: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"number"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"age"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||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&lt;/label&gt;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&lt;select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myCar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IN" sz="1200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name="</a:t>
            </a:r>
            <a:r>
              <a:rPr lang="en-IN" sz="1200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myCar</a:t>
            </a:r>
            <a:r>
              <a:rPr lang="en-IN" sz="1200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&lt;option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"Ford"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&lt;/option&gt;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&lt;option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"Volvo"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Volvo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&lt;/option&gt;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&lt;option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"Fiat"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Fiat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&lt;/option&gt;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&lt;/select&gt;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"submit"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&lt;/form&gt;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5BED032-63B5-4E25-B73B-FA21D20B9DCD}"/>
              </a:ext>
            </a:extLst>
          </p:cNvPr>
          <p:cNvSpPr/>
          <p:nvPr/>
        </p:nvSpPr>
        <p:spPr>
          <a:xfrm>
            <a:off x="3185652" y="4200525"/>
            <a:ext cx="1767348" cy="1409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</a:t>
            </a:r>
            <a:r>
              <a:rPr lang="en-US" dirty="0" err="1" smtClean="0"/>
              <a:t>sername:Vita</a:t>
            </a:r>
            <a:endParaRPr lang="en-US" dirty="0" smtClean="0"/>
          </a:p>
          <a:p>
            <a:pPr algn="ctr"/>
            <a:r>
              <a:rPr lang="en-US" dirty="0" smtClean="0"/>
              <a:t>age:25</a:t>
            </a:r>
            <a:endParaRPr lang="en-IN" dirty="0" smtClean="0"/>
          </a:p>
          <a:p>
            <a:pPr algn="ctr"/>
            <a:r>
              <a:rPr lang="en-IN" dirty="0" err="1" smtClean="0"/>
              <a:t>myCar:Volvo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7BED4B0-C44C-461F-BE0A-14317BC7BC21}"/>
              </a:ext>
            </a:extLst>
          </p:cNvPr>
          <p:cNvSpPr/>
          <p:nvPr/>
        </p:nvSpPr>
        <p:spPr>
          <a:xfrm>
            <a:off x="1219200" y="4709652"/>
            <a:ext cx="875071" cy="58993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A9B7374E-26E3-4942-A3E3-6910227129B2}"/>
              </a:ext>
            </a:extLst>
          </p:cNvPr>
          <p:cNvCxnSpPr/>
          <p:nvPr/>
        </p:nvCxnSpPr>
        <p:spPr>
          <a:xfrm flipV="1">
            <a:off x="2212258" y="4709652"/>
            <a:ext cx="639097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F1697F9-F3CC-48D4-9DB1-8338A2A26521}"/>
              </a:ext>
            </a:extLst>
          </p:cNvPr>
          <p:cNvSpPr txBox="1"/>
          <p:nvPr/>
        </p:nvSpPr>
        <p:spPr>
          <a:xfrm>
            <a:off x="1219200" y="4420442"/>
            <a:ext cx="9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420821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BF3C7F2-5559-339E-B958-E4253705EF04}"/>
              </a:ext>
            </a:extLst>
          </p:cNvPr>
          <p:cNvSpPr txBox="1"/>
          <p:nvPr/>
        </p:nvSpPr>
        <p:spPr>
          <a:xfrm>
            <a:off x="0" y="801278"/>
            <a:ext cx="6323028" cy="35394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ReactDOM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"react-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MyForm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setInputs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listcar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Volvo"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"Fiat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setInputs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({ ...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]: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}))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myCar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3940A5B-2EBF-75B0-5265-89AF8C5F5C40}"/>
              </a:ext>
            </a:extLst>
          </p:cNvPr>
          <p:cNvSpPr txBox="1"/>
          <p:nvPr/>
        </p:nvSpPr>
        <p:spPr>
          <a:xfrm>
            <a:off x="6323028" y="87327"/>
            <a:ext cx="6103856" cy="69865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onSubmit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handleSubmit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Enter your name: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"text"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"username"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inputs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username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||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handleChange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Enter your age: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"number"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"age"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inputs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age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||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handleChange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inputs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myCar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myCar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handleChange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listcar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 key={</a:t>
            </a:r>
            <a:r>
              <a:rPr kumimoji="0" lang="en-IN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option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select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"submit"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4DF9A98-3A6D-D364-93FE-24DA46E66056}"/>
              </a:ext>
            </a:extLst>
          </p:cNvPr>
          <p:cNvSpPr txBox="1"/>
          <p:nvPr/>
        </p:nvSpPr>
        <p:spPr>
          <a:xfrm>
            <a:off x="1074656" y="87327"/>
            <a:ext cx="361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Dynamic drop down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6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25CA695-1DFB-F007-361C-849FF1B94185}"/>
              </a:ext>
            </a:extLst>
          </p:cNvPr>
          <p:cNvSpPr txBox="1"/>
          <p:nvPr/>
        </p:nvSpPr>
        <p:spPr>
          <a:xfrm>
            <a:off x="501977" y="110573"/>
            <a:ext cx="6094428" cy="65556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topping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setTopping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onOptionChange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setTopping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Select Pizza Size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"radio"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"topping"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"Regular"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"regular"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topping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"Regular"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onOptionChange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htmlFor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"regular"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Regular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"radio"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"topping"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"Medium"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"medium"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checked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topping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"Medium"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onOptionChange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htmlFor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"medium"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Medium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978D221-8CCA-DD99-C6EA-E824B5C78CFF}"/>
              </a:ext>
            </a:extLst>
          </p:cNvPr>
          <p:cNvSpPr txBox="1"/>
          <p:nvPr/>
        </p:nvSpPr>
        <p:spPr>
          <a:xfrm>
            <a:off x="6727203" y="88347"/>
            <a:ext cx="5069263" cy="34163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"radio"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"topping"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"Large"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"large"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topping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===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"Large"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onOptionChange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htmlFor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"large"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Large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Select topping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strong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topping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strong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App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7CBF700-381F-ED64-1200-DF6FB7A8E4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09" r="62191" b="57388"/>
          <a:stretch/>
        </p:blipFill>
        <p:spPr>
          <a:xfrm>
            <a:off x="6956980" y="3857471"/>
            <a:ext cx="4609707" cy="261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7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AD6483B-34F8-803B-EB04-69908AA6474C}"/>
              </a:ext>
            </a:extLst>
          </p:cNvPr>
          <p:cNvSpPr txBox="1"/>
          <p:nvPr/>
        </p:nvSpPr>
        <p:spPr>
          <a:xfrm>
            <a:off x="1572" y="669303"/>
            <a:ext cx="6094428" cy="48013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ReactDOM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"react-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Male"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"Female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inputsrd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setInputsrd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setInputsrd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inputsrd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7E6EF36-3116-B320-6F8F-D38FFFA0965A}"/>
              </a:ext>
            </a:extLst>
          </p:cNvPr>
          <p:cNvSpPr txBox="1"/>
          <p:nvPr/>
        </p:nvSpPr>
        <p:spPr>
          <a:xfrm>
            <a:off x="6207550" y="807802"/>
            <a:ext cx="6117996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onSubmit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handleSubmit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Enter Gender: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gender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map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g,i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{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"radio"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"nm"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handleChange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div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})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"submit"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77300DC-12AD-EB71-5630-68876EFDEC3D}"/>
              </a:ext>
            </a:extLst>
          </p:cNvPr>
          <p:cNvSpPr txBox="1"/>
          <p:nvPr/>
        </p:nvSpPr>
        <p:spPr>
          <a:xfrm>
            <a:off x="4500514" y="188535"/>
            <a:ext cx="275812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Dynamic Rdio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CF710BB-BE96-7360-F50C-3CBFD8EE1D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74" r="64001" b="65636"/>
          <a:stretch/>
        </p:blipFill>
        <p:spPr>
          <a:xfrm>
            <a:off x="7334054" y="4821810"/>
            <a:ext cx="4388964" cy="203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3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30FB71F-65A9-C83A-3282-BFDE2AE3E7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73" r="49356" b="34571"/>
          <a:stretch/>
        </p:blipFill>
        <p:spPr>
          <a:xfrm>
            <a:off x="0" y="245096"/>
            <a:ext cx="6174557" cy="424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40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9BF1624-3CE4-1500-78DD-15BD0D36DDEB}"/>
              </a:ext>
            </a:extLst>
          </p:cNvPr>
          <p:cNvSpPr txBox="1"/>
          <p:nvPr/>
        </p:nvSpPr>
        <p:spPr>
          <a:xfrm>
            <a:off x="153186" y="99656"/>
            <a:ext cx="7020612" cy="69865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ReactDOM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"react-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Dance"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"Music"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"Sports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inputsrd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setInputsrd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setInputsrd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[...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inputsrd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Enter Hobbies: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{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"nm"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78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96</Words>
  <Application>Microsoft Office PowerPoint</Application>
  <PresentationFormat>Widescreen</PresentationFormat>
  <Paragraphs>190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User</cp:lastModifiedBy>
  <cp:revision>24</cp:revision>
  <dcterms:created xsi:type="dcterms:W3CDTF">2022-03-04T05:31:24Z</dcterms:created>
  <dcterms:modified xsi:type="dcterms:W3CDTF">2024-06-22T12:00:54Z</dcterms:modified>
</cp:coreProperties>
</file>