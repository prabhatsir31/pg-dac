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20E6-8026-BBAB-44B3-75330BAC4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C6630-8E4A-1D42-7BDD-4FCE652DC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1585D-B57A-731F-09F5-27E60188A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AD79D-8A44-5AA1-E3C1-6F00A20E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61491-EF62-F489-3EF9-35A8D0A3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12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8FEC-1DC6-C2D3-2B6D-C03F0E114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6D585-6760-06A2-DC0E-C24FE8E14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CE92-948F-8F3D-6B7A-1D19FA95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4700C-7C3C-98E8-C195-C40011F5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76826-B851-D650-EE84-72982E8F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08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594A-A100-3446-71F1-F81FADAF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A6706-CB15-C211-BD02-B89AA1082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33336-93B4-467D-5AAF-E60334BF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F2AE8-9EAC-4ED8-AC5B-0300E67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BD1E9-18A3-FC64-93AA-1D9F3AF3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30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D01B-577E-0765-A232-6987FB65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6A234-A095-D6CB-4473-9C59A473E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E112C-049E-94B3-77FB-5D1502EC0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6845-5E4B-3BF0-FE73-D5C1DEF1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32032-7AD8-5A44-1810-7DE1DDE3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7E525-797C-1263-E327-1D105B0F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5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8F57-5351-7147-C200-F7458EC7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20AB2-8BCF-FFD6-45B6-8EE44EB77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497D5-5F37-3F05-C103-4D12DE753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43644-49D2-997C-3254-F5CCD96E4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524E0-86D3-C219-44AC-4481F38BD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0A816-81C8-145D-D90B-E0ADA91E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767E6-4071-28D9-41B6-1A290E42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78AC48-E0BA-B6A6-1A02-B361298C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06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063D-5D45-98CB-228D-F6019D466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9FF31-0234-4E6F-E2EC-AEE136A6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7E1B9-0F79-EFC3-0FA0-3DD0E0C6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9CFAE-272F-3E19-9846-8C156DFE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8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B3528-174A-F827-79F0-047DFFA1F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CE2BA-7F35-3F07-2F4A-9CA46831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1681E-31DB-46A6-4AD2-B1F22238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32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5086-DEAA-3862-FC3F-9522DD9A0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EAE31-4E43-52C4-D7F4-4C0FEFF26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CE9F9-8401-0787-4774-884B03A62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364E3-2A65-8D8B-17CB-DC20FF28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4C0BF-521D-4936-76A0-367AF36B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C50CE-BBF6-E757-D99B-0165CC40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19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2911-4D82-89EB-A778-D53ADA69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FD1AE-168C-A762-F49A-FC37E1853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D3FD1-6C1A-DAB3-3CCC-4E9A049CA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89149-CCEB-D3AE-15F0-87D29A4C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42686-3774-DC90-EB60-F844FBFA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564DE-1DA2-B75F-853D-8250066F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82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AD50-3D17-9A07-CC6E-F0C9D1F1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95404-E380-791C-7136-1508822CA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607C0-2CD3-5BFC-434C-88C5C9E1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F5875-2D35-8DB2-62AA-BC23981D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12AA8-7204-E515-09B9-DD153C0F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6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B5E62D-9E7C-6ADB-884F-3E943B235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38DF4-B7B7-7AC3-75E1-325DDFA11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3C6C7-D3B4-1113-E74A-DECF1EBD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D274-6C58-BEB8-7BD9-499C645B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F4704-198F-8A27-A4E4-0FD5AEAB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66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C06DE-403A-5621-1B9C-120D2D45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8429D-C43A-EE0F-11CA-91D9AED06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74908-4EA7-740E-EB16-E770DF67B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47838-C0A9-48E8-2F94-2E63F11BD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E111B-1B71-73F4-80F6-44C0A7D68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32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3CC566-4EB3-7E76-206B-39F19F9B5A0A}"/>
              </a:ext>
            </a:extLst>
          </p:cNvPr>
          <p:cNvSpPr txBox="1"/>
          <p:nvPr/>
        </p:nvSpPr>
        <p:spPr>
          <a:xfrm>
            <a:off x="812800" y="0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{ </a:t>
            </a:r>
            <a:r>
              <a:rPr lang="en-IN" dirty="0" err="1"/>
              <a:t>useState</a:t>
            </a:r>
            <a:r>
              <a:rPr lang="en-IN" dirty="0"/>
              <a:t> } from 'react';</a:t>
            </a:r>
          </a:p>
          <a:p>
            <a:endParaRPr lang="en-IN" dirty="0"/>
          </a:p>
          <a:p>
            <a:r>
              <a:rPr lang="en-IN" dirty="0"/>
              <a:t>export default function Form() {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[name, </a:t>
            </a:r>
            <a:r>
              <a:rPr lang="en-IN" dirty="0" err="1"/>
              <a:t>setName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('Taylor');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[age, </a:t>
            </a:r>
            <a:r>
              <a:rPr lang="en-IN" dirty="0" err="1"/>
              <a:t>setAge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(42);</a:t>
            </a:r>
          </a:p>
          <a:p>
            <a:endParaRPr lang="en-IN" dirty="0"/>
          </a:p>
          <a:p>
            <a:r>
              <a:rPr lang="en-IN" dirty="0"/>
              <a:t>  function </a:t>
            </a:r>
            <a:r>
              <a:rPr lang="en-IN" dirty="0" err="1"/>
              <a:t>handleButtonClick</a:t>
            </a:r>
            <a:r>
              <a:rPr lang="en-IN" dirty="0"/>
              <a:t>() {</a:t>
            </a:r>
          </a:p>
          <a:p>
            <a:r>
              <a:rPr lang="en-IN" dirty="0"/>
              <a:t>    </a:t>
            </a:r>
            <a:r>
              <a:rPr lang="en-IN" dirty="0" err="1"/>
              <a:t>setAge</a:t>
            </a:r>
            <a:r>
              <a:rPr lang="en-IN" dirty="0"/>
              <a:t>(age + 1);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function </a:t>
            </a:r>
            <a:r>
              <a:rPr lang="en-IN" dirty="0" err="1"/>
              <a:t>handleInputChange</a:t>
            </a:r>
            <a:r>
              <a:rPr lang="en-IN" dirty="0"/>
              <a:t>(e) {</a:t>
            </a:r>
          </a:p>
          <a:p>
            <a:r>
              <a:rPr lang="en-IN" dirty="0"/>
              <a:t>    </a:t>
            </a:r>
            <a:r>
              <a:rPr lang="en-IN" dirty="0" err="1"/>
              <a:t>setName</a:t>
            </a:r>
            <a:r>
              <a:rPr lang="en-IN" dirty="0"/>
              <a:t>(</a:t>
            </a:r>
            <a:r>
              <a:rPr lang="en-IN" dirty="0" err="1"/>
              <a:t>e.target.value</a:t>
            </a:r>
            <a:r>
              <a:rPr lang="en-IN" dirty="0"/>
              <a:t>);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return (</a:t>
            </a:r>
          </a:p>
          <a:p>
            <a:r>
              <a:rPr lang="en-IN" dirty="0"/>
              <a:t>    &lt;&gt;</a:t>
            </a:r>
          </a:p>
          <a:p>
            <a:r>
              <a:rPr lang="en-IN" dirty="0"/>
              <a:t>      &lt;input value={name} </a:t>
            </a:r>
            <a:r>
              <a:rPr lang="en-IN" dirty="0" err="1"/>
              <a:t>onChange</a:t>
            </a:r>
            <a:r>
              <a:rPr lang="en-IN" dirty="0"/>
              <a:t>={</a:t>
            </a:r>
            <a:r>
              <a:rPr lang="en-IN" dirty="0" err="1"/>
              <a:t>handleInputChange</a:t>
            </a:r>
            <a:r>
              <a:rPr lang="en-IN" dirty="0"/>
              <a:t>} /&gt;</a:t>
            </a:r>
          </a:p>
          <a:p>
            <a:r>
              <a:rPr lang="en-IN" dirty="0"/>
              <a:t>      &lt;button </a:t>
            </a:r>
            <a:r>
              <a:rPr lang="en-IN" dirty="0" err="1"/>
              <a:t>onClick</a:t>
            </a:r>
            <a:r>
              <a:rPr lang="en-IN" dirty="0"/>
              <a:t>={</a:t>
            </a:r>
            <a:r>
              <a:rPr lang="en-IN" dirty="0" err="1"/>
              <a:t>handleButtonClick</a:t>
            </a:r>
            <a:r>
              <a:rPr lang="en-IN" dirty="0"/>
              <a:t>}&gt;Increment age&lt;/button&gt;</a:t>
            </a:r>
          </a:p>
          <a:p>
            <a:r>
              <a:rPr lang="en-IN" dirty="0"/>
              <a:t>      &lt;p&gt;Hello, {name}. You are {age}.&lt;/p&gt;</a:t>
            </a:r>
          </a:p>
          <a:p>
            <a:r>
              <a:rPr lang="en-IN" dirty="0"/>
              <a:t>    &lt;/&gt;</a:t>
            </a:r>
          </a:p>
          <a:p>
            <a:r>
              <a:rPr lang="en-IN" dirty="0"/>
              <a:t>  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466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E89557-F726-1E78-64EA-ED9E166E3E5E}"/>
              </a:ext>
            </a:extLst>
          </p:cNvPr>
          <p:cNvSpPr txBox="1"/>
          <p:nvPr/>
        </p:nvSpPr>
        <p:spPr>
          <a:xfrm>
            <a:off x="-1" y="0"/>
            <a:ext cx="6722533" cy="5909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useReducer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reducer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incremented_age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AD9FB"/>
                </a:solidFill>
                <a:effectLst/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changed_name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nextName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Unknown action: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initialState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Taylor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AD9FB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E9712-846D-B2C2-FD2E-1C5B8E82341D}"/>
              </a:ext>
            </a:extLst>
          </p:cNvPr>
          <p:cNvSpPr txBox="1"/>
          <p:nvPr/>
        </p:nvSpPr>
        <p:spPr>
          <a:xfrm>
            <a:off x="6722532" y="-155916"/>
            <a:ext cx="6121400" cy="84023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useReducer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reducer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initialState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handleButtonClick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incremented_age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handleInputChange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changed_name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nextName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input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ABE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CABEFF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handleInputChange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ABEFF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handleButtonClick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Increment age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Hello,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. You are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070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359</Words>
  <Application>Microsoft Office PowerPoint</Application>
  <PresentationFormat>Widescreen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3</cp:revision>
  <dcterms:created xsi:type="dcterms:W3CDTF">2025-05-13T17:00:57Z</dcterms:created>
  <dcterms:modified xsi:type="dcterms:W3CDTF">2025-05-14T05:53:42Z</dcterms:modified>
</cp:coreProperties>
</file>