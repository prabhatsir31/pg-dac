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10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41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6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1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6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4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3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71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5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175" y="35090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ketkiacharya.net@gmail.com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F23579-AC9B-BDE0-432D-267776B3E94D}"/>
              </a:ext>
            </a:extLst>
          </p:cNvPr>
          <p:cNvSpPr txBox="1"/>
          <p:nvPr/>
        </p:nvSpPr>
        <p:spPr>
          <a:xfrm>
            <a:off x="4741682" y="2403835"/>
            <a:ext cx="233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REACT JS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E01C6F-F784-ED80-71F9-A1E51B2B3B97}"/>
              </a:ext>
            </a:extLst>
          </p:cNvPr>
          <p:cNvSpPr txBox="1"/>
          <p:nvPr/>
        </p:nvSpPr>
        <p:spPr>
          <a:xfrm>
            <a:off x="2415116" y="137067"/>
            <a:ext cx="61341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 err="1">
                <a:effectLst/>
                <a:latin typeface="ui-monospace"/>
              </a:rPr>
              <a:t>npm</a:t>
            </a:r>
            <a:r>
              <a:rPr lang="en-IN" b="0" i="0" dirty="0">
                <a:effectLst/>
                <a:latin typeface="ui-monospace"/>
              </a:rPr>
              <a:t> create </a:t>
            </a:r>
            <a:r>
              <a:rPr lang="en-IN" b="0" i="0" dirty="0" err="1">
                <a:effectLst/>
                <a:latin typeface="ui-monospace"/>
              </a:rPr>
              <a:t>vite@latest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32340-15E0-2C47-8477-722DB5B7B5ED}"/>
              </a:ext>
            </a:extLst>
          </p:cNvPr>
          <p:cNvSpPr txBox="1"/>
          <p:nvPr/>
        </p:nvSpPr>
        <p:spPr>
          <a:xfrm>
            <a:off x="425208" y="566016"/>
            <a:ext cx="61341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ui-monospace"/>
              </a:rPr>
              <a:t>npm</a:t>
            </a:r>
            <a:r>
              <a:rPr lang="en-US" b="0" i="0" dirty="0">
                <a:effectLst/>
                <a:latin typeface="ui-monospace"/>
              </a:rPr>
              <a:t> install</a:t>
            </a:r>
            <a:r>
              <a:rPr lang="en-US" b="0" i="0" dirty="0">
                <a:solidFill>
                  <a:srgbClr val="67676C"/>
                </a:solidFill>
                <a:effectLst/>
                <a:latin typeface="ui-monospace"/>
              </a:rPr>
              <a:t> </a:t>
            </a:r>
          </a:p>
          <a:p>
            <a:r>
              <a:rPr lang="en-US" b="0" i="0" dirty="0" err="1">
                <a:effectLst/>
                <a:latin typeface="ui-monospace"/>
              </a:rPr>
              <a:t>npm</a:t>
            </a:r>
            <a:r>
              <a:rPr lang="en-US" b="0" i="0" dirty="0">
                <a:effectLst/>
                <a:latin typeface="ui-monospace"/>
              </a:rPr>
              <a:t> run dev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4F6660-9574-1B0A-4DB8-A89DA1995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148"/>
            <a:ext cx="6346777" cy="36697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78BDBF-51D9-C682-2C7D-55FADF3AF2A1}"/>
              </a:ext>
            </a:extLst>
          </p:cNvPr>
          <p:cNvSpPr txBox="1"/>
          <p:nvPr/>
        </p:nvSpPr>
        <p:spPr>
          <a:xfrm>
            <a:off x="6458555" y="1883677"/>
            <a:ext cx="54634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SWC stands for Speedy Web Compiler. </a:t>
            </a:r>
          </a:p>
          <a:p>
            <a:r>
              <a:rPr lang="en-US" dirty="0"/>
              <a:t>It is a JavaScript and TypeScript compiler written in Rust, designed to be faster than traditional JavaScript build tools like Babel. </a:t>
            </a:r>
          </a:p>
          <a:p>
            <a:endParaRPr lang="en-US" dirty="0"/>
          </a:p>
          <a:p>
            <a:r>
              <a:rPr lang="en-US" dirty="0"/>
              <a:t>SWC is used for </a:t>
            </a:r>
            <a:r>
              <a:rPr lang="en-US" dirty="0" err="1"/>
              <a:t>transpilation</a:t>
            </a:r>
            <a:r>
              <a:rPr lang="en-US" dirty="0"/>
              <a:t>, taking modern JavaScript/TypeScript code and converting it into code that can be run in older browsers. </a:t>
            </a:r>
          </a:p>
          <a:p>
            <a:endParaRPr lang="en-US" dirty="0"/>
          </a:p>
          <a:p>
            <a:r>
              <a:rPr lang="en-US" dirty="0"/>
              <a:t>It can also be used for bundling and minification. </a:t>
            </a:r>
          </a:p>
          <a:p>
            <a:endParaRPr lang="en-US"/>
          </a:p>
          <a:p>
            <a:r>
              <a:rPr lang="en-US"/>
              <a:t>Due </a:t>
            </a:r>
            <a:r>
              <a:rPr lang="en-US" dirty="0"/>
              <a:t>to its speed and efficiency, SWC is often integrated into other tools and frameworks like Next.js, Parcel, and Deno to improve build times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9422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3909</TotalTime>
  <Words>138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Cambria</vt:lpstr>
      <vt:lpstr>Garamond</vt:lpstr>
      <vt:lpstr>ui-monospace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75</cp:revision>
  <dcterms:created xsi:type="dcterms:W3CDTF">2022-02-25T15:07:36Z</dcterms:created>
  <dcterms:modified xsi:type="dcterms:W3CDTF">2025-05-05T12:00:39Z</dcterms:modified>
</cp:coreProperties>
</file>