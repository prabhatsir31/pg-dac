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61" r:id="rId3"/>
    <p:sldId id="267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A5F55-251C-4F81-9AC1-F0A080185D9D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B6A38-92D1-48EF-BF3B-AEEE6CB46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7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4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9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5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7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7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7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9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BF1F43-1343-4B6D-8A88-8C056FA84170}"/>
              </a:ext>
            </a:extLst>
          </p:cNvPr>
          <p:cNvSpPr txBox="1"/>
          <p:nvPr/>
        </p:nvSpPr>
        <p:spPr>
          <a:xfrm>
            <a:off x="176981" y="953729"/>
            <a:ext cx="116020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You can build Single Page Applications (SPA) that are dynamic and highly interactive with React. One feature that allows for this is conditional rendering.</a:t>
            </a: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Conditional rendering is a term to describe the ability to render different user interface (UI) markup if a condition is true or false. In React, it allows us to render different elements or components based on a condition. This concept is applied often in the following scenarios:</a:t>
            </a:r>
          </a:p>
          <a:p>
            <a:pPr algn="l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Rendering external data from an API.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Showing or hiding elements.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Toggling application functionality.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Implementing permission levels.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Handling authentication and authorization.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67CA9-C924-4245-89A8-9CD4BD2FF72D}"/>
              </a:ext>
            </a:extLst>
          </p:cNvPr>
          <p:cNvSpPr txBox="1"/>
          <p:nvPr/>
        </p:nvSpPr>
        <p:spPr>
          <a:xfrm>
            <a:off x="1917291" y="100469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Inter-Regular"/>
                <a:ea typeface="+mn-ea"/>
                <a:cs typeface="+mn-cs"/>
              </a:rPr>
              <a:t>Conditional rendering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7556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7782" y="517803"/>
            <a:ext cx="5430982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795E26"/>
                </a:solidFill>
                <a:latin typeface="Consolas" panose="020B0609020204030204" pitchFamily="49" charset="0"/>
              </a:rPr>
              <a:t>Item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({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isPacked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isPacked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&lt;li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E50000"/>
                </a:solidFill>
                <a:latin typeface="Consolas" panose="020B0609020204030204" pitchFamily="49" charset="0"/>
              </a:rPr>
              <a:t>className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"item"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✔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&lt;li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E50000"/>
                </a:solidFill>
                <a:latin typeface="Consolas" panose="020B0609020204030204" pitchFamily="49" charset="0"/>
              </a:rPr>
              <a:t>className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"item"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49999" y="-112439"/>
            <a:ext cx="5237018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Sally Ride's Packing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Space suit 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Helmet with a golden leaf 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Photo of Tam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349999" y="1213567"/>
            <a:ext cx="4742874" cy="13542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&lt;li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className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"item"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isPacked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?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' ✔'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04386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4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AF00DB"/>
                </a:solidFill>
                <a:latin typeface="Consolas" panose="020B0609020204030204" pitchFamily="49" charset="0"/>
              </a:rPr>
              <a:t>default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PackingList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&lt;section&gt;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Sally Ride's Packing List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400" dirty="0">
                <a:solidFill>
                  <a:srgbClr val="267F99"/>
                </a:solidFill>
                <a:latin typeface="Consolas" panose="020B0609020204030204" pitchFamily="49" charset="0"/>
              </a:rPr>
              <a:t>Item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400" dirty="0" err="1">
                <a:solidFill>
                  <a:srgbClr val="E50000"/>
                </a:solidFill>
                <a:latin typeface="Consolas" panose="020B0609020204030204" pitchFamily="49" charset="0"/>
              </a:rPr>
              <a:t>isPacked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{true}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400" dirty="0">
                <a:solidFill>
                  <a:srgbClr val="E50000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"Space suit"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400" dirty="0">
                <a:solidFill>
                  <a:srgbClr val="267F99"/>
                </a:solidFill>
                <a:latin typeface="Consolas" panose="020B0609020204030204" pitchFamily="49" charset="0"/>
              </a:rPr>
              <a:t>Item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400" dirty="0" err="1">
                <a:solidFill>
                  <a:srgbClr val="E50000"/>
                </a:solidFill>
                <a:latin typeface="Consolas" panose="020B0609020204030204" pitchFamily="49" charset="0"/>
              </a:rPr>
              <a:t>isPacked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{true}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400" dirty="0">
                <a:solidFill>
                  <a:srgbClr val="E50000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"Helmet with a golden leaf"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400" dirty="0">
                <a:solidFill>
                  <a:srgbClr val="267F99"/>
                </a:solidFill>
                <a:latin typeface="Consolas" panose="020B0609020204030204" pitchFamily="49" charset="0"/>
              </a:rPr>
              <a:t>Item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400" dirty="0" err="1">
                <a:solidFill>
                  <a:srgbClr val="E50000"/>
                </a:solidFill>
                <a:latin typeface="Consolas" panose="020B0609020204030204" pitchFamily="49" charset="0"/>
              </a:rPr>
              <a:t>isPacked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{false}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400" dirty="0">
                <a:solidFill>
                  <a:srgbClr val="E50000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"Photo of Tam"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IN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&lt;/section&gt;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144655" y="1921164"/>
            <a:ext cx="1330036" cy="424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92525" y="3749397"/>
            <a:ext cx="3999345" cy="28931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795E26"/>
                </a:solidFill>
                <a:latin typeface="Consolas" panose="020B0609020204030204" pitchFamily="49" charset="0"/>
              </a:rPr>
              <a:t>Item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({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isPacked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&lt;li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E50000"/>
                </a:solidFill>
                <a:latin typeface="Consolas" panose="020B0609020204030204" pitchFamily="49" charset="0"/>
              </a:rPr>
              <a:t>className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"item"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isPacked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? (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&lt;del&gt;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' ✔'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&lt;/del&gt;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) : (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)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9688945" y="4490687"/>
            <a:ext cx="3445163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Sally Ride's Packing List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sng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 suit ✔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sng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Helmet with a golden leaf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Photo of Tam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10763" y="2133600"/>
            <a:ext cx="4156364" cy="135421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&lt;li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E50000"/>
                </a:solidFill>
                <a:latin typeface="Consolas" panose="020B0609020204030204" pitchFamily="49" charset="0"/>
              </a:rPr>
              <a:t>className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"item"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isPacked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'✔'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76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82DF1D-AAA5-6705-6B39-ADA8B039E42A}"/>
              </a:ext>
            </a:extLst>
          </p:cNvPr>
          <p:cNvSpPr txBox="1"/>
          <p:nvPr/>
        </p:nvSpPr>
        <p:spPr>
          <a:xfrm>
            <a:off x="238026" y="751344"/>
            <a:ext cx="6377233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Conditional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setLoggedin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]=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setLoggedin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setLoggedin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}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ff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AuthButton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onlogin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3B52C-77D0-151B-EB58-F6E9726C4252}"/>
              </a:ext>
            </a:extLst>
          </p:cNvPr>
          <p:cNvSpPr txBox="1"/>
          <p:nvPr/>
        </p:nvSpPr>
        <p:spPr>
          <a:xfrm>
            <a:off x="6615260" y="1059700"/>
            <a:ext cx="6132136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AuthButton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onlogin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=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LoggedOut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onlogin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)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6101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1801</TotalTime>
  <Words>580</Words>
  <Application>Microsoft Office PowerPoint</Application>
  <PresentationFormat>Widescreen</PresentationFormat>
  <Paragraphs>104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Cambria</vt:lpstr>
      <vt:lpstr>Consolas</vt:lpstr>
      <vt:lpstr>Garamond</vt:lpstr>
      <vt:lpstr>Inter-Regular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vidyanidhi school</cp:lastModifiedBy>
  <cp:revision>172</cp:revision>
  <dcterms:created xsi:type="dcterms:W3CDTF">2020-12-02T06:26:25Z</dcterms:created>
  <dcterms:modified xsi:type="dcterms:W3CDTF">2024-01-16T13:36:53Z</dcterms:modified>
</cp:coreProperties>
</file>