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60" r:id="rId3"/>
    <p:sldId id="261" r:id="rId4"/>
    <p:sldId id="262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23E8C2-E777-83B7-5A85-B9B710EAE2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A21D5D-4508-BB04-5D1C-0D9E6F5A9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059866-8616-D437-8F10-D5BE51AEAC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F1D9A-22CE-4879-B48F-49D32CCB87C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8BF5F-C758-E883-13F4-507119061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89E0A4-04E3-7DB7-E5D8-25294F0985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60F-3181-475D-9802-73663E076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3920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D15B48-8EA8-0967-A9A3-3F3E6CAB65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C682A7-0024-B5B4-F509-970A21DEE6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D83266-BB47-47D6-AFD2-C8E85E2015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F1D9A-22CE-4879-B48F-49D32CCB87C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F16338-13BF-591C-CF24-A0B356A8EB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C9DF13-F2CE-DA16-AB24-FBEA0B051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60F-3181-475D-9802-73663E076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53070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B0FC22-E32D-61B9-C9E2-15A8E1517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E27BA6-6850-44F2-013F-B8643BE9F5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098CD-D3BA-FADE-A82B-BB48E42A8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F1D9A-22CE-4879-B48F-49D32CCB87C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5D35C-F017-EA78-2B3C-DDDE1AFF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C41CBF-988E-E842-AA85-795037749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60F-3181-475D-9802-73663E076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0164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95D06-1245-F1A3-DAB1-42820EEDC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003762-4A49-80D7-17DD-1AAC900132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BF549F-6EDF-E817-4BE9-62D72966C0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831D71-8606-80F2-AEEE-59E112909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F1D9A-22CE-4879-B48F-49D32CCB87C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66059E-8842-EFD2-B6DC-571F51F31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F4CC32-6559-D8E7-BB79-B182D1E1E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60F-3181-475D-9802-73663E076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5838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ED142-9830-3A4C-0EC1-4361A33AA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7FA991-9F6F-E714-225F-B99848A80A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5C8E7C-AED5-5DFA-A7E1-94304F2C8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C8D729-A5E1-73D8-4A41-322B377C7AF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E18755-AA2A-4D23-AC6C-5E8E7F024EB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355020-C173-3B6C-E069-CEF45CCF5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F1D9A-22CE-4879-B48F-49D32CCB87C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916924E-9CE9-CF1D-4AB0-5771296CF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DAE8869-9028-C0A7-8853-BBBEAE2602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60F-3181-475D-9802-73663E076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2730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84F52-41A6-3BE5-CB00-C0A291137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EC61AC9-0479-A98B-51B2-DA995E2A6B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F1D9A-22CE-4879-B48F-49D32CCB87C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2981768-C167-5362-2710-1F981F1864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EC34DD-C18D-09AE-E562-99DE13519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60F-3181-475D-9802-73663E076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1326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8DE9ADC-197A-5648-3559-4DB74C486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F1D9A-22CE-4879-B48F-49D32CCB87C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5D46DE-79B7-46E1-5A81-D2A777189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320A8B-51CE-6BFD-9441-F2494F7B4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60F-3181-475D-9802-73663E076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53436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876E9-823F-81CD-3E0C-20E5D8B0E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4AAAB-9BC1-9B46-C94C-C6DEE65F9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9FEED-AEE2-EDEA-D932-CB46596380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E1CEC7-B9D4-A7F8-21AE-E4ED2A91FF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F1D9A-22CE-4879-B48F-49D32CCB87C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8261C-3C30-8672-9725-AF254D770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481F29-A9DA-C570-4816-DDEAF532C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60F-3181-475D-9802-73663E076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71193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CE4E67-FDC5-ACF8-1D9F-219FB10DC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1A1DB07-1126-08F6-A32A-F3C6DC1EA5C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B4169F-1213-5CF5-AFF6-7BC50711D0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088CE8-7C54-DF91-CE72-7F1EE6EB8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F1D9A-22CE-4879-B48F-49D32CCB87C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31773-6497-D675-2C92-BBAC1EDE4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E548A-B65E-1BD9-BF6A-FD014D3F0D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60F-3181-475D-9802-73663E076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4822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6FCE3-E190-B82E-B4B0-27A4B547A9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93520C-85F1-3313-0F53-BB627FA7940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E31E8F-103E-B2AE-96C2-B1FE02603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F1D9A-22CE-4879-B48F-49D32CCB87C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A1959-02DE-00F9-E2F7-D75F8DC0D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4C6840-7E2E-40B8-7010-6B12039F2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60F-3181-475D-9802-73663E076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5535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A1C163-7418-69FB-6635-88F0ACDE6F0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2953C23-1F5E-02F4-45DE-27CA2FBB7E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EEFC17-D108-23FA-223C-854CB481D5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DF1D9A-22CE-4879-B48F-49D32CCB87C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DDA938-64AF-A530-FB5D-3659C00B4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69DBF3-AD38-FD05-FE12-4E4B411E5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8D960F-3181-475D-9802-73663E076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33125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8F274-4539-49A0-87A3-8A92926FC4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13C69C-C15D-488F-8E9B-26F0B1525A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5146E9-5B29-4689-B98F-C7A175B11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DD42DB-8643-44D3-B820-E97454798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1B433-8249-456C-AB7B-51A5A281D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740642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4E34C-EBDD-49B8-AE4A-F0DF046D36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ED6A62-373F-446D-BFBD-A2306CF231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1599FF-4428-40EF-AA95-511B46F70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965240-55B7-47C4-A3A8-5BB8E54DF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EA2475-74E2-4E41-8886-F3660D2A9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57405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B6E01C-29F8-490B-8FCF-5A1BA68330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42801F-0138-406C-AAEC-1F17FAEE39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19E173-E83D-48DF-9FEC-A692B1FDE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D9C63D-2389-42AA-9B07-EB7E73B1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BFC83-08F9-4A8D-AD10-8340F22DCE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019824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6D2DE2-51FD-4F10-9681-13C93405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61EAF-F639-4B21-897F-73E828D6951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25640D-430D-41E6-B518-D24AE86B1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09ED6F-D3D2-4301-8236-17897DB66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F62381-5FAE-4B7D-8D9C-CB218975A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FCB351-5329-49A8-B8D2-E48C310019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0677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90C04-E375-40C5-B7BA-A9919778C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37561B-10E8-4E49-8165-C7B1F2B4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AD2C891-3169-4C58-B8C1-F5731E89BA3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FD0839A-777F-4B21-87B0-4C4D42E3B3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64C1FAA-AE14-43CB-869B-A8AF2C664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125958C-7EC9-44EF-BB36-03DEE3EF9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C8A2B2-25CB-4912-80F5-71B3F4A4B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B76D43-02E0-4EC5-AA63-8C56325BF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64098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17326-CF1B-499C-8B9F-5F1927E690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E45BAB-CAA8-4AC3-BDDF-7C436DC53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CF544-61DD-4F09-B6D7-67A699300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958294-3C1C-4F63-9C5E-DD1D6E703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179205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136457-3425-4CFA-92CF-2A286F2D4A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597BCE3-C3D5-41D4-AEBA-25E6B29B7C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758923-2415-409F-8349-E9FEC2B05A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6003847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3790AE-383D-495A-B54E-66E7D7267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A4A5F1-07C2-42DD-8DE3-D03AC50EB9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F7D3AA-403A-49AE-8E4E-15D16E277E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B0DD28-F5CB-46D6-BE31-32DE3E340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FCB876-6E1E-4D5C-BBA6-66671E252A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C78CA-ABFB-40DE-8344-B588BDDB87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88981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846F7-2CFF-4127-A0E4-9CA20E67E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74EB2A-A292-4128-97D8-BFA093C8CD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EF6526-000C-4C84-B2FA-76461329894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B93E7C-181E-45B4-8CCF-DFE2E5F655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7FF50B-C3A8-4E4A-9384-79959A130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79BFE2-92B0-48A4-98B5-55F485BB9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102286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E366-8D52-42B6-8DC8-74EB1D390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5F1B5B-E156-45F3-B38C-3ACEEB5788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AF018B-EF2B-43AD-AF6E-37ED5B5420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CE5020-33BC-438D-AE2B-A8FAFACD4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1DBF86-A9FC-4622-9940-C27B23462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7112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39AC017-584B-41B4-ABC6-FC854AA885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EE36F7-2936-4623-A08C-EE2C114AB4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A2B394-CC83-49C3-A330-2997DE017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10327C-31C9-42F2-9AAB-D6410B88E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D2D46E-8457-4CA5-B3A4-4A02D8756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2384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ECFC60E-30C2-1E80-9BD6-73D76516C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CD3FED-5EF1-24FD-3BF8-18550A58E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C0982-1A6E-61D5-ABB2-A62BA65565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DF1D9A-22CE-4879-B48F-49D32CCB87C3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7822F5-4A54-41FA-F92A-1C5F91E3E0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F5E30-9010-E00C-85D5-F0C2B1C7F2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8D960F-3181-475D-9802-73663E07689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7697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622E19-BB47-4253-8B0A-2302E95EC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880FA-FD6E-43D3-B07B-D84D7AFB85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B2360E-FCC2-4F98-9AA1-CF50B2B059C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FE7E06-79CA-4948-8009-C5BAAA988AD0}" type="datetimeFigureOut">
              <a:rPr lang="en-IN" smtClean="0"/>
              <a:t>16-01-2024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45772D-BFA1-42C1-928A-9198778526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D8C82B-5DF4-4847-9FF4-5F8A632B92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F941A85-03DF-41F8-80EC-AFB96AE601B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775C86D-6AD8-4D5A-97D6-4F8037C90BDA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6199" y="-76200"/>
            <a:ext cx="1249218" cy="835151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D0B7BB87-21E0-4FE6-8CF1-87F129F0BC20}"/>
              </a:ext>
            </a:extLst>
          </p:cNvPr>
          <p:cNvSpPr/>
          <p:nvPr userDrawn="1"/>
        </p:nvSpPr>
        <p:spPr>
          <a:xfrm>
            <a:off x="1173019" y="6550223"/>
            <a:ext cx="829308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USM’s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Shriram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Mantri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</a:t>
            </a:r>
            <a:r>
              <a:rPr lang="en-US" sz="1400" b="1" dirty="0" err="1">
                <a:solidFill>
                  <a:prstClr val="black"/>
                </a:solidFill>
                <a:latin typeface="Cambria" panose="02040503050406030204" pitchFamily="18" charset="0"/>
              </a:rPr>
              <a:t>Vidyanidhi</a:t>
            </a:r>
            <a:r>
              <a:rPr lang="en-US" sz="1400" b="1" dirty="0">
                <a:solidFill>
                  <a:prstClr val="black"/>
                </a:solidFill>
                <a:latin typeface="Cambria" panose="02040503050406030204" pitchFamily="18" charset="0"/>
              </a:rPr>
              <a:t> Info Tech Academy </a:t>
            </a:r>
            <a:endParaRPr lang="en-IN" sz="1400" dirty="0">
              <a:solidFill>
                <a:prstClr val="black"/>
              </a:solidFill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1400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://www.vidyanidhi.com/" TargetMode="Externa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eveloper.mozilla.org/en-US/docs/Web/JavaScript/Reference/Operators/Logical_AND#short-circuit_evaluation" TargetMode="External"/><Relationship Id="rId2" Type="http://schemas.openxmlformats.org/officeDocument/2006/relationships/hyperlink" Target="https://developer.mozilla.org/en-US/docs/Web/JavaScript/Reference/Operators/Conditional_Operator" TargetMode="Externa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FEADA-E901-4302-A497-05D33C2B29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8450" y="971550"/>
            <a:ext cx="6343650" cy="5029200"/>
          </a:xfrm>
        </p:spPr>
        <p:txBody>
          <a:bodyPr/>
          <a:lstStyle/>
          <a:p>
            <a:pPr marL="0" indent="0" algn="ctr">
              <a:buNone/>
            </a:pPr>
            <a:r>
              <a:rPr lang="en-IN" dirty="0">
                <a:hlinkClick r:id="rId2"/>
              </a:rPr>
              <a:t>http://www.vidyanidhi.com/</a:t>
            </a:r>
            <a:endParaRPr lang="en-IN" dirty="0"/>
          </a:p>
          <a:p>
            <a:pPr marL="0" indent="0" algn="ctr">
              <a:buNone/>
            </a:pPr>
            <a:r>
              <a:rPr lang="en-IN" dirty="0"/>
              <a:t>ketkiacharya.net@gmail.com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8DE8A8E-ED85-4B70-916D-ED56E0E40BBC}"/>
              </a:ext>
            </a:extLst>
          </p:cNvPr>
          <p:cNvSpPr txBox="1"/>
          <p:nvPr/>
        </p:nvSpPr>
        <p:spPr>
          <a:xfrm>
            <a:off x="3067050" y="3886201"/>
            <a:ext cx="24574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Ketki</a:t>
            </a: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 Acharya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From: SM VITA ATC of CDAC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9769201036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aramond" panose="02020404030301010803"/>
                <a:ea typeface="+mn-ea"/>
                <a:cs typeface="+mn-cs"/>
              </a:rPr>
              <a:t>ketkiacharya.net@gmail.com</a:t>
            </a:r>
          </a:p>
        </p:txBody>
      </p:sp>
    </p:spTree>
    <p:extLst>
      <p:ext uri="{BB962C8B-B14F-4D97-AF65-F5344CB8AC3E}">
        <p14:creationId xmlns:p14="http://schemas.microsoft.com/office/powerpoint/2010/main" val="6297673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FA67656-BC72-2976-AEE5-09EF5AA7FD86}"/>
              </a:ext>
            </a:extLst>
          </p:cNvPr>
          <p:cNvSpPr txBox="1"/>
          <p:nvPr/>
        </p:nvSpPr>
        <p:spPr>
          <a:xfrm>
            <a:off x="77029" y="1006307"/>
            <a:ext cx="4465154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AdminPanel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&lt;button&gt;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Admmin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sz="1600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LoginForm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sz="1600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&lt;button&gt;</a:t>
            </a:r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Logged IN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sz="1600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sz="1600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IN" sz="1600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2004B57-9F43-3063-3ABE-63CD3BF05273}"/>
              </a:ext>
            </a:extLst>
          </p:cNvPr>
          <p:cNvSpPr txBox="1"/>
          <p:nvPr/>
        </p:nvSpPr>
        <p:spPr>
          <a:xfrm>
            <a:off x="4760223" y="760085"/>
            <a:ext cx="3992840" cy="4031873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App =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function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content;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let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isLoggedIn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=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true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if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isLoggedIn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content =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AdminPanel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}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else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content =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LoginForm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/&gt;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return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(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&lt;div&gt;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{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content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 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&lt;/div&gt;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onsolas" panose="020B0609020204030204" pitchFamily="49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  );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export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default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onsolas" panose="020B0609020204030204" pitchFamily="49" charset="0"/>
                <a:ea typeface="+mn-ea"/>
                <a:cs typeface="+mn-cs"/>
              </a:rPr>
              <a:t> App;</a:t>
            </a:r>
            <a:endParaRPr lang="en-IN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C43569-1B0A-4B33-70A2-1A5E10602A4E}"/>
              </a:ext>
            </a:extLst>
          </p:cNvPr>
          <p:cNvSpPr txBox="1"/>
          <p:nvPr/>
        </p:nvSpPr>
        <p:spPr>
          <a:xfrm>
            <a:off x="3971305" y="0"/>
            <a:ext cx="50950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Conditional rendering</a:t>
            </a:r>
            <a:endParaRPr lang="en-IN" sz="2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B17C685-A63B-CD66-0B55-6BD84815AE7D}"/>
              </a:ext>
            </a:extLst>
          </p:cNvPr>
          <p:cNvSpPr txBox="1"/>
          <p:nvPr/>
        </p:nvSpPr>
        <p:spPr>
          <a:xfrm>
            <a:off x="9561443" y="1242391"/>
            <a:ext cx="1232453" cy="523220"/>
          </a:xfrm>
          <a:prstGeom prst="rect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content</a:t>
            </a:r>
            <a:endParaRPr lang="en-IN" sz="2800" dirty="0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B5FBC78-E2B1-64C2-0AF0-043FB2DC022B}"/>
              </a:ext>
            </a:extLst>
          </p:cNvPr>
          <p:cNvCxnSpPr/>
          <p:nvPr/>
        </p:nvCxnSpPr>
        <p:spPr>
          <a:xfrm flipH="1">
            <a:off x="6679096" y="1679713"/>
            <a:ext cx="3776869" cy="18884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458474E-5B04-18D6-EAB3-7453051939AB}"/>
              </a:ext>
            </a:extLst>
          </p:cNvPr>
          <p:cNvCxnSpPr>
            <a:endCxn id="9" idx="1"/>
          </p:cNvCxnSpPr>
          <p:nvPr/>
        </p:nvCxnSpPr>
        <p:spPr>
          <a:xfrm flipV="1">
            <a:off x="7474226" y="1504001"/>
            <a:ext cx="2087217" cy="3943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51707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756CFED7-A589-3D0E-882A-543C9FC0F7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817" y="431081"/>
            <a:ext cx="10893287" cy="40011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If you prefer more compact code, you can use the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timistic Text"/>
                <a:hlinkClick r:id="rId2"/>
              </a:rPr>
              <a:t>conditional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hlinkClick r:id="rId2"/>
              </a:rPr>
              <a:t>?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Optimistic Text"/>
                <a:hlinkClick r:id="rId2"/>
              </a:rPr>
              <a:t> operator.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Unlike 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</a:rPr>
              <a:t>if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, it works inside JSX:</a:t>
            </a:r>
            <a:r>
              <a:rPr kumimoji="0" lang="en-US" alt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726DED-32EB-A78E-E40E-4650D3CF1235}"/>
              </a:ext>
            </a:extLst>
          </p:cNvPr>
          <p:cNvSpPr txBox="1"/>
          <p:nvPr/>
        </p:nvSpPr>
        <p:spPr>
          <a:xfrm>
            <a:off x="482048" y="995071"/>
            <a:ext cx="61374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AdminPanel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&lt;button&gt;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Admmin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LoginForm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(){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&lt;button&gt;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Logged IN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&lt;/button&gt;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D45D52-9F3D-CF70-37C4-1EFEB3E7DFC1}"/>
              </a:ext>
            </a:extLst>
          </p:cNvPr>
          <p:cNvSpPr txBox="1"/>
          <p:nvPr/>
        </p:nvSpPr>
        <p:spPr>
          <a:xfrm>
            <a:off x="6619460" y="1158951"/>
            <a:ext cx="509049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 =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function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() {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let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isLoggedIn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true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;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isLoggedIn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?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AdminPanel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 : (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LoginForm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)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}</a:t>
            </a:r>
          </a:p>
          <a:p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export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default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App;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1C0866E5-B01B-30C6-5207-7E5CEFAAE8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024" y="5401264"/>
            <a:ext cx="3309730" cy="92333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When you don’t need the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</a:rPr>
              <a:t>else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 branch, you can also use a shorter 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Optimistic Text"/>
                <a:hlinkClick r:id="rId3"/>
              </a:rPr>
              <a:t>logical </a:t>
            </a:r>
            <a:r>
              <a:rPr kumimoji="0" lang="en-US" altLang="en-US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Source Code Pro" panose="020B0509030403020204" pitchFamily="49" charset="0"/>
                <a:hlinkClick r:id="rId3"/>
              </a:rPr>
              <a:t>&amp;&amp;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Optimistic Text"/>
                <a:hlinkClick r:id="rId3"/>
              </a:rPr>
              <a:t> syntax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rgbClr val="23272F"/>
                </a:solidFill>
                <a:effectLst/>
                <a:latin typeface="Optimistic Text"/>
              </a:rPr>
              <a:t>:</a:t>
            </a:r>
            <a:r>
              <a:rPr kumimoji="0" lang="en-US" altLang="en-US" sz="105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en-US" sz="2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A5E027-24CD-29AD-CAA1-08E6C22B3B44}"/>
              </a:ext>
            </a:extLst>
          </p:cNvPr>
          <p:cNvSpPr txBox="1"/>
          <p:nvPr/>
        </p:nvSpPr>
        <p:spPr>
          <a:xfrm>
            <a:off x="5493855" y="5475398"/>
            <a:ext cx="6137412" cy="923330"/>
          </a:xfrm>
          <a:prstGeom prst="rect">
            <a:avLst/>
          </a:prstGeom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 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IN" b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isLoggedIn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&amp;&amp;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IN" b="0" dirty="0" err="1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AdminPanel</a:t>
            </a:r>
            <a:r>
              <a:rPr lang="en-IN" b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/&gt;</a:t>
            </a:r>
            <a:r>
              <a:rPr lang="en-IN" b="0" dirty="0">
                <a:solidFill>
                  <a:srgbClr val="0000FF"/>
                </a:solidFill>
                <a:effectLst/>
                <a:latin typeface="Consolas" panose="020B0609020204030204" pitchFamily="49" charset="0"/>
              </a:rPr>
              <a:t>}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  <a:p>
            <a:r>
              <a:rPr lang="en-IN" b="0" dirty="0">
                <a:solidFill>
                  <a:srgbClr val="800000"/>
                </a:solidFill>
                <a:effectLst/>
                <a:latin typeface="Consolas" panose="020B0609020204030204" pitchFamily="49" charset="0"/>
              </a:rPr>
              <a:t>&lt;/div&gt;</a:t>
            </a:r>
            <a:endParaRPr lang="en-IN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75D125-8AE8-B669-B400-6A877477EE8A}"/>
              </a:ext>
            </a:extLst>
          </p:cNvPr>
          <p:cNvCxnSpPr/>
          <p:nvPr/>
        </p:nvCxnSpPr>
        <p:spPr>
          <a:xfrm flipV="1">
            <a:off x="3140765" y="5784574"/>
            <a:ext cx="2107096" cy="7835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83267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Garamond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300</Words>
  <Application>Microsoft Office PowerPoint</Application>
  <PresentationFormat>Widescreen</PresentationFormat>
  <Paragraphs>71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Consolas</vt:lpstr>
      <vt:lpstr>Garamond</vt:lpstr>
      <vt:lpstr>Optimistic Text</vt:lpstr>
      <vt:lpstr>Source Code Pro</vt:lpstr>
      <vt:lpstr>Office Theme</vt:lpstr>
      <vt:lpstr>1_Office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vidyanidhi school</dc:creator>
  <cp:lastModifiedBy>vidyanidhi school</cp:lastModifiedBy>
  <cp:revision>3</cp:revision>
  <dcterms:created xsi:type="dcterms:W3CDTF">2024-01-04T14:50:45Z</dcterms:created>
  <dcterms:modified xsi:type="dcterms:W3CDTF">2024-01-16T13:34:45Z</dcterms:modified>
</cp:coreProperties>
</file>