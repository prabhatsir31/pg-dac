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861433-443C-47C0-A937-70F58E850A07}" type="datetimeFigureOut">
              <a:rPr lang="en-IN" smtClean="0"/>
              <a:t>11-01-2025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60872E-7939-4693-B5F7-56DCD3DEA8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8868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60872E-7939-4693-B5F7-56DCD3DEA8EC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30296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391FB-A003-F671-6DF7-9EB7C71AEA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39EC7E-F7D8-9D34-FCB1-31DBFD95BD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CD5A5A-0343-2190-8D55-496068385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F0B71-243C-4906-9A91-79A75F9FE18B}" type="datetimeFigureOut">
              <a:rPr lang="en-IN" smtClean="0"/>
              <a:t>11-01-2025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8EB204-3E7D-16CF-16F5-D97811019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CC05C0-95E9-895B-F2EC-9D36EB7DA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DA0C7-2734-44B2-A679-5DA2D7EFC5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2130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EAEF7-C95D-6744-7B29-E5D3B040C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A09A99-58A4-7245-418F-336526A171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670FBD-9EDF-FDA7-345A-5E1C71A68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F0B71-243C-4906-9A91-79A75F9FE18B}" type="datetimeFigureOut">
              <a:rPr lang="en-IN" smtClean="0"/>
              <a:t>11-01-2025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D629F4-A350-042F-1AC6-17F69EABC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8EA852-BBCB-EBF9-54D0-6EE8A7804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DA0C7-2734-44B2-A679-5DA2D7EFC5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1556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27D06-635F-E345-8D7B-202C703CA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0FA038-172F-C081-F014-E209C58BF9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1A7F7-CE26-F9AB-6FB1-807C52A08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F0B71-243C-4906-9A91-79A75F9FE18B}" type="datetimeFigureOut">
              <a:rPr lang="en-IN" smtClean="0"/>
              <a:t>11-01-2025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F18979-693C-4F45-0C89-C64782A1E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F99D25-DC83-72CF-9385-F97A11AEA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DA0C7-2734-44B2-A679-5DA2D7EFC5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5067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9393D-9B79-0B4C-86C1-76F0C5B16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2FB38-C7F6-88F9-160D-985E216C29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1460C1-B660-A429-81B1-5CE24E109E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C10D6A-958F-A117-9A43-3B986E1BE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F0B71-243C-4906-9A91-79A75F9FE18B}" type="datetimeFigureOut">
              <a:rPr lang="en-IN" smtClean="0"/>
              <a:t>11-01-2025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A65BDF-E348-C282-E76C-E40C4ACC8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3C71FF-DE0E-8D37-B4D4-57BFE8D0B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DA0C7-2734-44B2-A679-5DA2D7EFC5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0383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C996B-FF81-BC21-8D9F-773682443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54B1C5-527B-7737-10E4-E231BA81A8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4709C8-23A9-6A96-8E4B-286A15777A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65E7AB-C8F8-5412-1688-EF1F5C4E05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BE0634-496E-4CB4-A0FF-374CD4D368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A5F378-B93B-656A-5156-E1DDBCB25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F0B71-243C-4906-9A91-79A75F9FE18B}" type="datetimeFigureOut">
              <a:rPr lang="en-IN" smtClean="0"/>
              <a:t>11-01-2025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6E6508-CA0F-7C4B-B623-93052A8F7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3A036F-6521-9552-8391-5D0B82FB8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DA0C7-2734-44B2-A679-5DA2D7EFC5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1687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AF207-76AC-208F-3750-763862990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9B4EE8-F291-40FA-FBA8-2A38B862E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F0B71-243C-4906-9A91-79A75F9FE18B}" type="datetimeFigureOut">
              <a:rPr lang="en-IN" smtClean="0"/>
              <a:t>11-01-2025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6F87D7-8328-D8FB-C159-06DBF8AE8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D510B4-3775-84B6-2ED1-41EE7A9F5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DA0C7-2734-44B2-A679-5DA2D7EFC5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69082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13BD3D-37B2-E794-092C-313AE8D65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F0B71-243C-4906-9A91-79A75F9FE18B}" type="datetimeFigureOut">
              <a:rPr lang="en-IN" smtClean="0"/>
              <a:t>11-01-2025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DE139C-0A04-578C-0F92-8CF4C7153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89FF0F-6B40-CDD4-B3B0-E2F432C56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DA0C7-2734-44B2-A679-5DA2D7EFC5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4147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423F7-5386-AAED-EB12-C0C1B1267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9B920-B95B-2596-B641-763114A9BC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194B71-C610-05E5-EE57-52A6F8C568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09018F-C720-F96F-2E39-5C2BB2096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F0B71-243C-4906-9A91-79A75F9FE18B}" type="datetimeFigureOut">
              <a:rPr lang="en-IN" smtClean="0"/>
              <a:t>11-01-2025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370A70-8DC0-7482-DD20-CD868E6F5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69927D-D0BF-B4AB-69D6-0A805CFFE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DA0C7-2734-44B2-A679-5DA2D7EFC5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9870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CCC32-34BF-B3EC-071E-AB8DF23C3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5A5F28-11A5-A0BF-FDE3-9CFC1E56C3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901A20-5EA7-C8E5-3A0E-027096FE90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D0FD22-7BDA-255F-B96A-CC739DAE3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F0B71-243C-4906-9A91-79A75F9FE18B}" type="datetimeFigureOut">
              <a:rPr lang="en-IN" smtClean="0"/>
              <a:t>11-01-2025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4C9946-FCEF-11EE-DC9E-B92B0558D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F7ED3A-8A91-3947-7CFE-C142498BA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DA0C7-2734-44B2-A679-5DA2D7EFC5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7251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498EE-C508-0E2E-3FF0-59616190A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9E2269-570B-5339-56BF-15EC04DA3F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E9510A-3D63-EEDD-2D08-03DA1D165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F0B71-243C-4906-9A91-79A75F9FE18B}" type="datetimeFigureOut">
              <a:rPr lang="en-IN" smtClean="0"/>
              <a:t>11-01-2025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8A86EB-A8A2-D72F-690D-1A01D16EA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F595E2-E194-BF6D-3D08-A5DFEE0D5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DA0C7-2734-44B2-A679-5DA2D7EFC5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45047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A138157-661B-76A2-BC2C-7887274466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D36F96-24C6-2E0E-A233-85193C9B77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05A069-5D18-1C08-DAEB-F9E7C5579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F0B71-243C-4906-9A91-79A75F9FE18B}" type="datetimeFigureOut">
              <a:rPr lang="en-IN" smtClean="0"/>
              <a:t>11-01-2025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F7FD95-6325-F53D-61A6-A1540108E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BEFFB4-CC33-E4E0-7A33-8327E398D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DA0C7-2734-44B2-A679-5DA2D7EFC5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9278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984A04-46B1-246B-5B52-3927F3B5A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4A35F7-D7BB-E147-8CC6-52BCEA1318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967185-DEA3-33B4-4458-52BBFD6A06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EF0B71-243C-4906-9A91-79A75F9FE18B}" type="datetimeFigureOut">
              <a:rPr lang="en-IN" smtClean="0"/>
              <a:t>11-01-2025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650AE8-D50A-01D6-CC77-EEB820375D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55ABB8-A084-3461-EB5F-257B0750A1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ADA0C7-2734-44B2-A679-5DA2D7EFC5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7161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B75E64F-469D-535D-99FF-85C4A133F2B0}"/>
              </a:ext>
            </a:extLst>
          </p:cNvPr>
          <p:cNvSpPr txBox="1"/>
          <p:nvPr/>
        </p:nvSpPr>
        <p:spPr>
          <a:xfrm>
            <a:off x="77026" y="0"/>
            <a:ext cx="11710781" cy="2308324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en-US" b="0" i="0" dirty="0">
                <a:solidFill>
                  <a:srgbClr val="28303D"/>
                </a:solidFill>
                <a:effectLst/>
                <a:latin typeface="-apple-system"/>
              </a:rPr>
              <a:t>1. Redux solves this problem by managing application’s state with a single global object called ?</a:t>
            </a:r>
          </a:p>
          <a:p>
            <a:pPr algn="l"/>
            <a:r>
              <a:rPr lang="en-US" b="0" i="0" dirty="0">
                <a:solidFill>
                  <a:srgbClr val="28303D"/>
                </a:solidFill>
                <a:effectLst/>
                <a:latin typeface="-apple-system"/>
              </a:rPr>
              <a:t>A. directory</a:t>
            </a:r>
            <a:br>
              <a:rPr lang="en-US" b="0" i="0" dirty="0">
                <a:solidFill>
                  <a:srgbClr val="28303D"/>
                </a:solidFill>
                <a:effectLst/>
                <a:latin typeface="-apple-system"/>
              </a:rPr>
            </a:br>
            <a:r>
              <a:rPr lang="en-US" b="0" i="0" dirty="0">
                <a:solidFill>
                  <a:srgbClr val="28303D"/>
                </a:solidFill>
                <a:effectLst/>
                <a:latin typeface="-apple-system"/>
              </a:rPr>
              <a:t>B. file</a:t>
            </a:r>
            <a:br>
              <a:rPr lang="en-US" b="0" i="0" dirty="0">
                <a:solidFill>
                  <a:srgbClr val="28303D"/>
                </a:solidFill>
                <a:effectLst/>
                <a:latin typeface="-apple-system"/>
              </a:rPr>
            </a:br>
            <a:r>
              <a:rPr lang="en-US" b="0" i="0" dirty="0">
                <a:solidFill>
                  <a:srgbClr val="28303D"/>
                </a:solidFill>
                <a:effectLst/>
                <a:latin typeface="-apple-system"/>
              </a:rPr>
              <a:t>C. </a:t>
            </a:r>
            <a:r>
              <a:rPr lang="en-US" b="1" i="0" dirty="0">
                <a:solidFill>
                  <a:srgbClr val="28303D"/>
                </a:solidFill>
                <a:effectLst/>
                <a:latin typeface="-apple-system"/>
              </a:rPr>
              <a:t>store</a:t>
            </a:r>
            <a:br>
              <a:rPr lang="en-US" b="0" i="0" dirty="0">
                <a:solidFill>
                  <a:srgbClr val="28303D"/>
                </a:solidFill>
                <a:effectLst/>
                <a:latin typeface="-apple-system"/>
              </a:rPr>
            </a:br>
            <a:r>
              <a:rPr lang="en-US" b="0" i="0" dirty="0">
                <a:solidFill>
                  <a:srgbClr val="28303D"/>
                </a:solidFill>
                <a:effectLst/>
                <a:latin typeface="-apple-system"/>
              </a:rPr>
              <a:t>D. None of the above</a:t>
            </a:r>
          </a:p>
          <a:p>
            <a:pPr algn="l"/>
            <a:r>
              <a:rPr lang="en-US" b="0" i="0" dirty="0">
                <a:solidFill>
                  <a:srgbClr val="28303D"/>
                </a:solidFill>
                <a:effectLst/>
                <a:latin typeface="-apple-system"/>
              </a:rPr>
              <a:t>View Answer</a:t>
            </a:r>
          </a:p>
          <a:p>
            <a:pPr algn="l"/>
            <a:r>
              <a:rPr lang="en-US" b="0" i="0" dirty="0">
                <a:solidFill>
                  <a:srgbClr val="28303D"/>
                </a:solidFill>
                <a:effectLst/>
                <a:latin typeface="-apple-system"/>
              </a:rPr>
              <a:t>Ans : C</a:t>
            </a:r>
          </a:p>
          <a:p>
            <a:pPr algn="l"/>
            <a:r>
              <a:rPr lang="en-US" b="0" i="0" dirty="0">
                <a:solidFill>
                  <a:srgbClr val="28303D"/>
                </a:solidFill>
                <a:effectLst/>
                <a:latin typeface="-apple-system"/>
              </a:rPr>
              <a:t>Explanation: Redux solves this problem by managing application’s state with a single global object called Store.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0B86CF-07A4-D086-FD95-E9D15E92F6DC}"/>
              </a:ext>
            </a:extLst>
          </p:cNvPr>
          <p:cNvSpPr txBox="1"/>
          <p:nvPr/>
        </p:nvSpPr>
        <p:spPr>
          <a:xfrm>
            <a:off x="0" y="2520292"/>
            <a:ext cx="11976652" cy="2585323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en-US" b="0" i="0" dirty="0">
                <a:solidFill>
                  <a:srgbClr val="28303D"/>
                </a:solidFill>
                <a:effectLst/>
                <a:latin typeface="-apple-system"/>
              </a:rPr>
              <a:t>2. Predictability of Redux is determined by __________ most important principles.</a:t>
            </a:r>
          </a:p>
          <a:p>
            <a:pPr algn="l"/>
            <a:r>
              <a:rPr lang="en-US" b="0" i="0" dirty="0">
                <a:solidFill>
                  <a:srgbClr val="28303D"/>
                </a:solidFill>
                <a:effectLst/>
                <a:latin typeface="-apple-system"/>
              </a:rPr>
              <a:t>A. Two</a:t>
            </a:r>
            <a:br>
              <a:rPr lang="en-US" b="0" i="0" dirty="0">
                <a:solidFill>
                  <a:srgbClr val="28303D"/>
                </a:solidFill>
                <a:effectLst/>
                <a:latin typeface="-apple-system"/>
              </a:rPr>
            </a:br>
            <a:r>
              <a:rPr lang="en-US" b="0" i="0" dirty="0">
                <a:solidFill>
                  <a:srgbClr val="28303D"/>
                </a:solidFill>
                <a:effectLst/>
                <a:latin typeface="-apple-system"/>
              </a:rPr>
              <a:t>B. </a:t>
            </a:r>
            <a:r>
              <a:rPr lang="en-US" b="1" i="0" dirty="0">
                <a:solidFill>
                  <a:srgbClr val="28303D"/>
                </a:solidFill>
                <a:effectLst/>
                <a:latin typeface="-apple-system"/>
              </a:rPr>
              <a:t>Three</a:t>
            </a:r>
            <a:br>
              <a:rPr lang="en-US" b="0" i="0" dirty="0">
                <a:solidFill>
                  <a:srgbClr val="28303D"/>
                </a:solidFill>
                <a:effectLst/>
                <a:latin typeface="-apple-system"/>
              </a:rPr>
            </a:br>
            <a:r>
              <a:rPr lang="en-US" b="0" i="0" dirty="0">
                <a:solidFill>
                  <a:srgbClr val="28303D"/>
                </a:solidFill>
                <a:effectLst/>
                <a:latin typeface="-apple-system"/>
              </a:rPr>
              <a:t>C. Four</a:t>
            </a:r>
            <a:br>
              <a:rPr lang="en-US" b="0" i="0" dirty="0">
                <a:solidFill>
                  <a:srgbClr val="28303D"/>
                </a:solidFill>
                <a:effectLst/>
                <a:latin typeface="-apple-system"/>
              </a:rPr>
            </a:br>
            <a:r>
              <a:rPr lang="en-US" b="0" i="0" dirty="0">
                <a:solidFill>
                  <a:srgbClr val="28303D"/>
                </a:solidFill>
                <a:effectLst/>
                <a:latin typeface="-apple-system"/>
              </a:rPr>
              <a:t>D. Five</a:t>
            </a:r>
          </a:p>
          <a:p>
            <a:pPr algn="l"/>
            <a:r>
              <a:rPr lang="en-US" b="0" i="0" dirty="0">
                <a:solidFill>
                  <a:srgbClr val="28303D"/>
                </a:solidFill>
                <a:effectLst/>
                <a:latin typeface="-apple-system"/>
              </a:rPr>
              <a:t>View Answer</a:t>
            </a:r>
          </a:p>
          <a:p>
            <a:pPr algn="l"/>
            <a:r>
              <a:rPr lang="en-US" b="0" i="0" dirty="0">
                <a:solidFill>
                  <a:srgbClr val="28303D"/>
                </a:solidFill>
                <a:effectLst/>
                <a:latin typeface="-apple-system"/>
              </a:rPr>
              <a:t>Ans : B</a:t>
            </a:r>
          </a:p>
          <a:p>
            <a:pPr algn="l"/>
            <a:r>
              <a:rPr lang="en-US" b="0" i="0" dirty="0">
                <a:solidFill>
                  <a:srgbClr val="28303D"/>
                </a:solidFill>
                <a:effectLst/>
                <a:latin typeface="-apple-system"/>
              </a:rPr>
              <a:t>Explanation: Predictability of Redux is determined by three most important principles : Single Source of Truth, State is Read-only and Changes are made with pure functions.</a:t>
            </a:r>
          </a:p>
        </p:txBody>
      </p:sp>
    </p:spTree>
    <p:extLst>
      <p:ext uri="{BB962C8B-B14F-4D97-AF65-F5344CB8AC3E}">
        <p14:creationId xmlns:p14="http://schemas.microsoft.com/office/powerpoint/2010/main" val="117736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9A4A6ED-E7BA-3425-8A6B-65511BC8D431}"/>
              </a:ext>
            </a:extLst>
          </p:cNvPr>
          <p:cNvSpPr txBox="1"/>
          <p:nvPr/>
        </p:nvSpPr>
        <p:spPr>
          <a:xfrm>
            <a:off x="0" y="0"/>
            <a:ext cx="11996530" cy="230832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en-US" b="0" i="0" dirty="0">
                <a:solidFill>
                  <a:srgbClr val="28303D"/>
                </a:solidFill>
                <a:effectLst/>
                <a:latin typeface="-apple-system"/>
              </a:rPr>
              <a:t>3. What is true about redux?</a:t>
            </a:r>
          </a:p>
          <a:p>
            <a:pPr algn="l"/>
            <a:r>
              <a:rPr lang="en-US" b="0" i="0" dirty="0">
                <a:solidFill>
                  <a:srgbClr val="28303D"/>
                </a:solidFill>
                <a:effectLst/>
                <a:latin typeface="-apple-system"/>
              </a:rPr>
              <a:t>A. Redux is a predictable state container for JavaScript apps.</a:t>
            </a:r>
            <a:br>
              <a:rPr lang="en-US" b="0" i="0" dirty="0">
                <a:solidFill>
                  <a:srgbClr val="28303D"/>
                </a:solidFill>
                <a:effectLst/>
                <a:latin typeface="-apple-system"/>
              </a:rPr>
            </a:br>
            <a:r>
              <a:rPr lang="en-US" b="0" i="0" dirty="0">
                <a:solidFill>
                  <a:srgbClr val="28303D"/>
                </a:solidFill>
                <a:effectLst/>
                <a:latin typeface="-apple-system"/>
              </a:rPr>
              <a:t>B. Redux fundamental principles help in maintaining consistency throughout your application</a:t>
            </a:r>
            <a:br>
              <a:rPr lang="en-US" b="0" i="0" dirty="0">
                <a:solidFill>
                  <a:srgbClr val="28303D"/>
                </a:solidFill>
                <a:effectLst/>
                <a:latin typeface="-apple-system"/>
              </a:rPr>
            </a:br>
            <a:r>
              <a:rPr lang="en-US" b="0" i="0" dirty="0">
                <a:solidFill>
                  <a:srgbClr val="28303D"/>
                </a:solidFill>
                <a:effectLst/>
                <a:latin typeface="-apple-system"/>
              </a:rPr>
              <a:t>C. Redux makes debugging and testing easier</a:t>
            </a:r>
            <a:br>
              <a:rPr lang="en-US" b="0" i="0" dirty="0">
                <a:solidFill>
                  <a:srgbClr val="28303D"/>
                </a:solidFill>
                <a:effectLst/>
                <a:latin typeface="-apple-system"/>
              </a:rPr>
            </a:br>
            <a:r>
              <a:rPr lang="en-US" b="0" i="0" dirty="0">
                <a:solidFill>
                  <a:srgbClr val="28303D"/>
                </a:solidFill>
                <a:effectLst/>
                <a:latin typeface="-apple-system"/>
              </a:rPr>
              <a:t>D. </a:t>
            </a:r>
            <a:r>
              <a:rPr lang="en-US" b="1" i="0" dirty="0">
                <a:solidFill>
                  <a:srgbClr val="28303D"/>
                </a:solidFill>
                <a:effectLst/>
                <a:latin typeface="-apple-system"/>
              </a:rPr>
              <a:t>All of the above</a:t>
            </a:r>
          </a:p>
          <a:p>
            <a:pPr algn="l"/>
            <a:r>
              <a:rPr lang="en-US" b="0" i="0" dirty="0">
                <a:solidFill>
                  <a:srgbClr val="28303D"/>
                </a:solidFill>
                <a:effectLst/>
                <a:latin typeface="-apple-system"/>
              </a:rPr>
              <a:t>View Answer</a:t>
            </a:r>
          </a:p>
          <a:p>
            <a:pPr algn="l"/>
            <a:r>
              <a:rPr lang="en-US" b="0" i="0" dirty="0">
                <a:solidFill>
                  <a:srgbClr val="28303D"/>
                </a:solidFill>
                <a:effectLst/>
                <a:latin typeface="-apple-system"/>
              </a:rPr>
              <a:t>Ans : D</a:t>
            </a:r>
          </a:p>
          <a:p>
            <a:pPr algn="l"/>
            <a:r>
              <a:rPr lang="en-US" b="0" i="0" dirty="0">
                <a:solidFill>
                  <a:srgbClr val="28303D"/>
                </a:solidFill>
                <a:effectLst/>
                <a:latin typeface="-apple-system"/>
              </a:rPr>
              <a:t>Explanation: All of the above statement are true.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BF3E8E9F-6F79-65A0-3F49-C7491769CF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2295508"/>
            <a:ext cx="11996529" cy="1938992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28303D"/>
                </a:solidFill>
                <a:effectLst/>
                <a:latin typeface="-apple-system"/>
              </a:rPr>
              <a:t>4. ___________ is a plain object that describes the intention to cause change with a type property.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28303D"/>
                </a:solidFill>
                <a:effectLst/>
                <a:latin typeface="-apple-system"/>
              </a:rPr>
              <a:t>A. class</a:t>
            </a:r>
            <a:b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28303D"/>
                </a:solidFill>
                <a:effectLst/>
                <a:latin typeface="-apple-system"/>
              </a:rPr>
            </a:b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28303D"/>
                </a:solidFill>
                <a:effectLst/>
                <a:latin typeface="-apple-system"/>
              </a:rPr>
              <a:t>B. plain</a:t>
            </a:r>
            <a:b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28303D"/>
                </a:solidFill>
                <a:effectLst/>
                <a:latin typeface="-apple-system"/>
              </a:rPr>
            </a:b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28303D"/>
                </a:solidFill>
                <a:effectLst/>
                <a:latin typeface="-apple-system"/>
              </a:rPr>
              <a:t>C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28303D"/>
                </a:solidFill>
                <a:effectLst/>
                <a:latin typeface="-apple-system"/>
              </a:rPr>
              <a:t>. action</a:t>
            </a:r>
            <a:b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28303D"/>
                </a:solidFill>
                <a:effectLst/>
                <a:latin typeface="-apple-system"/>
              </a:rPr>
            </a:b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28303D"/>
                </a:solidFill>
                <a:effectLst/>
                <a:latin typeface="-apple-system"/>
              </a:rPr>
              <a:t>D. object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28303D"/>
                </a:solidFill>
                <a:effectLst/>
                <a:latin typeface="-apple-system"/>
              </a:rPr>
              <a:t>View Answer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28303D"/>
                </a:solidFill>
                <a:effectLst/>
                <a:latin typeface="-apple-system"/>
              </a:rPr>
              <a:t>Ans : C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28303D"/>
                </a:solidFill>
                <a:effectLst/>
                <a:latin typeface="-apple-system"/>
              </a:rPr>
              <a:t>Explanation: An action is a plain object that describes the intention to cause change with a type property.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2670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87F03EB-A5A5-DD53-9A02-55ACE33D3220}"/>
              </a:ext>
            </a:extLst>
          </p:cNvPr>
          <p:cNvSpPr txBox="1"/>
          <p:nvPr/>
        </p:nvSpPr>
        <p:spPr>
          <a:xfrm>
            <a:off x="255932" y="0"/>
            <a:ext cx="11936068" cy="258532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en-US" b="0" i="0" dirty="0">
                <a:solidFill>
                  <a:srgbClr val="28303D"/>
                </a:solidFill>
                <a:effectLst/>
                <a:latin typeface="-apple-system"/>
              </a:rPr>
              <a:t>5. Actions and states are held together by a function called?</a:t>
            </a:r>
          </a:p>
          <a:p>
            <a:pPr algn="l"/>
            <a:r>
              <a:rPr lang="en-US" b="0" i="0" dirty="0">
                <a:solidFill>
                  <a:srgbClr val="28303D"/>
                </a:solidFill>
                <a:effectLst/>
                <a:latin typeface="-apple-system"/>
              </a:rPr>
              <a:t>A. </a:t>
            </a:r>
            <a:r>
              <a:rPr lang="en-US" b="1" i="0" dirty="0">
                <a:solidFill>
                  <a:srgbClr val="28303D"/>
                </a:solidFill>
                <a:effectLst/>
                <a:latin typeface="-apple-system"/>
              </a:rPr>
              <a:t>Reducer</a:t>
            </a:r>
            <a:br>
              <a:rPr lang="en-US" b="0" i="0" dirty="0">
                <a:solidFill>
                  <a:srgbClr val="28303D"/>
                </a:solidFill>
                <a:effectLst/>
                <a:latin typeface="-apple-system"/>
              </a:rPr>
            </a:br>
            <a:r>
              <a:rPr lang="en-US" b="0" i="0" dirty="0">
                <a:solidFill>
                  <a:srgbClr val="28303D"/>
                </a:solidFill>
                <a:effectLst/>
                <a:latin typeface="-apple-system"/>
              </a:rPr>
              <a:t>B. Redux</a:t>
            </a:r>
            <a:br>
              <a:rPr lang="en-US" b="0" i="0" dirty="0">
                <a:solidFill>
                  <a:srgbClr val="28303D"/>
                </a:solidFill>
                <a:effectLst/>
                <a:latin typeface="-apple-system"/>
              </a:rPr>
            </a:br>
            <a:r>
              <a:rPr lang="en-US" b="0" i="0" dirty="0">
                <a:solidFill>
                  <a:srgbClr val="28303D"/>
                </a:solidFill>
                <a:effectLst/>
                <a:latin typeface="-apple-system"/>
              </a:rPr>
              <a:t>C. </a:t>
            </a:r>
            <a:r>
              <a:rPr lang="en-US" b="0" i="0" dirty="0" err="1">
                <a:solidFill>
                  <a:srgbClr val="28303D"/>
                </a:solidFill>
                <a:effectLst/>
                <a:latin typeface="-apple-system"/>
              </a:rPr>
              <a:t>suscribe</a:t>
            </a:r>
            <a:br>
              <a:rPr lang="en-US" b="0" i="0" dirty="0">
                <a:solidFill>
                  <a:srgbClr val="28303D"/>
                </a:solidFill>
                <a:effectLst/>
                <a:latin typeface="-apple-system"/>
              </a:rPr>
            </a:br>
            <a:r>
              <a:rPr lang="en-US" b="0" i="0" dirty="0">
                <a:solidFill>
                  <a:srgbClr val="28303D"/>
                </a:solidFill>
                <a:effectLst/>
                <a:latin typeface="-apple-system"/>
              </a:rPr>
              <a:t>D. view</a:t>
            </a:r>
          </a:p>
          <a:p>
            <a:pPr algn="l"/>
            <a:r>
              <a:rPr lang="en-US" b="0" i="0" dirty="0">
                <a:solidFill>
                  <a:srgbClr val="28303D"/>
                </a:solidFill>
                <a:effectLst/>
                <a:latin typeface="-apple-system"/>
              </a:rPr>
              <a:t>View Answer</a:t>
            </a:r>
          </a:p>
          <a:p>
            <a:pPr algn="l"/>
            <a:r>
              <a:rPr lang="en-US" b="0" i="0" dirty="0">
                <a:solidFill>
                  <a:srgbClr val="28303D"/>
                </a:solidFill>
                <a:effectLst/>
                <a:latin typeface="-apple-system"/>
              </a:rPr>
              <a:t>Ans : A</a:t>
            </a:r>
          </a:p>
          <a:p>
            <a:pPr algn="l"/>
            <a:r>
              <a:rPr lang="en-US" b="0" i="0" dirty="0">
                <a:solidFill>
                  <a:srgbClr val="28303D"/>
                </a:solidFill>
                <a:effectLst/>
                <a:latin typeface="-apple-system"/>
              </a:rPr>
              <a:t>Explanation: Actions and states are held together by a function called Reducer. An action is dispatched with an intention to cause change. This change is performed by the reducer.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57E0D4-5F6C-96FA-A545-9DF9FE5E8968}"/>
              </a:ext>
            </a:extLst>
          </p:cNvPr>
          <p:cNvSpPr txBox="1"/>
          <p:nvPr/>
        </p:nvSpPr>
        <p:spPr>
          <a:xfrm>
            <a:off x="255932" y="2706542"/>
            <a:ext cx="11283398" cy="230832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en-US" b="0" i="0" dirty="0">
                <a:solidFill>
                  <a:srgbClr val="28303D"/>
                </a:solidFill>
                <a:effectLst/>
                <a:latin typeface="-apple-system"/>
              </a:rPr>
              <a:t>6. Redux follows the ____________ data flow.</a:t>
            </a:r>
          </a:p>
          <a:p>
            <a:pPr algn="l"/>
            <a:r>
              <a:rPr lang="en-US" b="0" i="0" dirty="0">
                <a:solidFill>
                  <a:srgbClr val="28303D"/>
                </a:solidFill>
                <a:effectLst/>
                <a:latin typeface="-apple-system"/>
              </a:rPr>
              <a:t>A. </a:t>
            </a:r>
            <a:r>
              <a:rPr lang="en-US" b="1" i="0" dirty="0">
                <a:solidFill>
                  <a:srgbClr val="28303D"/>
                </a:solidFill>
                <a:effectLst/>
                <a:latin typeface="-apple-system"/>
              </a:rPr>
              <a:t>unidirectional</a:t>
            </a:r>
            <a:br>
              <a:rPr lang="en-US" b="0" i="0" dirty="0">
                <a:solidFill>
                  <a:srgbClr val="28303D"/>
                </a:solidFill>
                <a:effectLst/>
                <a:latin typeface="-apple-system"/>
              </a:rPr>
            </a:br>
            <a:r>
              <a:rPr lang="en-US" b="0" i="0" dirty="0">
                <a:solidFill>
                  <a:srgbClr val="28303D"/>
                </a:solidFill>
                <a:effectLst/>
                <a:latin typeface="-apple-system"/>
              </a:rPr>
              <a:t>B. bidirectional</a:t>
            </a:r>
            <a:br>
              <a:rPr lang="en-US" b="0" i="0" dirty="0">
                <a:solidFill>
                  <a:srgbClr val="28303D"/>
                </a:solidFill>
                <a:effectLst/>
                <a:latin typeface="-apple-system"/>
              </a:rPr>
            </a:br>
            <a:r>
              <a:rPr lang="en-US" b="0" i="0" dirty="0">
                <a:solidFill>
                  <a:srgbClr val="28303D"/>
                </a:solidFill>
                <a:effectLst/>
                <a:latin typeface="-apple-system"/>
              </a:rPr>
              <a:t>C. Both A and B</a:t>
            </a:r>
            <a:br>
              <a:rPr lang="en-US" b="0" i="0" dirty="0">
                <a:solidFill>
                  <a:srgbClr val="28303D"/>
                </a:solidFill>
                <a:effectLst/>
                <a:latin typeface="-apple-system"/>
              </a:rPr>
            </a:br>
            <a:r>
              <a:rPr lang="en-US" b="0" i="0" dirty="0">
                <a:solidFill>
                  <a:srgbClr val="28303D"/>
                </a:solidFill>
                <a:effectLst/>
                <a:latin typeface="-apple-system"/>
              </a:rPr>
              <a:t>D. None of the above</a:t>
            </a:r>
          </a:p>
          <a:p>
            <a:pPr algn="l"/>
            <a:r>
              <a:rPr lang="en-US" b="0" i="0" dirty="0">
                <a:solidFill>
                  <a:srgbClr val="28303D"/>
                </a:solidFill>
                <a:effectLst/>
                <a:latin typeface="-apple-system"/>
              </a:rPr>
              <a:t>View Answer</a:t>
            </a:r>
          </a:p>
          <a:p>
            <a:pPr algn="l"/>
            <a:r>
              <a:rPr lang="en-US" b="0" i="0" dirty="0">
                <a:solidFill>
                  <a:srgbClr val="28303D"/>
                </a:solidFill>
                <a:effectLst/>
                <a:latin typeface="-apple-system"/>
              </a:rPr>
              <a:t>Ans : A</a:t>
            </a:r>
          </a:p>
          <a:p>
            <a:pPr algn="l"/>
            <a:r>
              <a:rPr lang="en-US" b="0" i="0" dirty="0">
                <a:solidFill>
                  <a:srgbClr val="28303D"/>
                </a:solidFill>
                <a:effectLst/>
                <a:latin typeface="-apple-system"/>
              </a:rPr>
              <a:t>Explanation: Redux follows the unidirectional data flow.</a:t>
            </a:r>
          </a:p>
        </p:txBody>
      </p:sp>
    </p:spTree>
    <p:extLst>
      <p:ext uri="{BB962C8B-B14F-4D97-AF65-F5344CB8AC3E}">
        <p14:creationId xmlns:p14="http://schemas.microsoft.com/office/powerpoint/2010/main" val="38530381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35A1BCD-C44C-50F9-FF74-3D9904C337C1}"/>
              </a:ext>
            </a:extLst>
          </p:cNvPr>
          <p:cNvSpPr txBox="1"/>
          <p:nvPr/>
        </p:nvSpPr>
        <p:spPr>
          <a:xfrm>
            <a:off x="86966" y="387626"/>
            <a:ext cx="11551755" cy="5632311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7. The ____________ can retrieve updated state and re-render again.</a:t>
            </a:r>
          </a:p>
          <a:p>
            <a:r>
              <a:rPr lang="en-US" dirty="0"/>
              <a:t>A. State  B. store  C. </a:t>
            </a:r>
            <a:r>
              <a:rPr lang="en-US" b="1" dirty="0"/>
              <a:t>view</a:t>
            </a:r>
            <a:r>
              <a:rPr lang="en-US" dirty="0"/>
              <a:t>   D. action</a:t>
            </a:r>
          </a:p>
          <a:p>
            <a:endParaRPr lang="en-US" dirty="0"/>
          </a:p>
          <a:p>
            <a:r>
              <a:rPr lang="en-US" dirty="0"/>
              <a:t>View Answer</a:t>
            </a:r>
          </a:p>
          <a:p>
            <a:r>
              <a:rPr lang="en-US" dirty="0"/>
              <a:t>Ans : C</a:t>
            </a:r>
          </a:p>
          <a:p>
            <a:r>
              <a:rPr lang="en-US" dirty="0"/>
              <a:t>Explanation: The view can retrieve updated state and re-render again.</a:t>
            </a:r>
          </a:p>
          <a:p>
            <a:endParaRPr lang="en-US" dirty="0"/>
          </a:p>
          <a:p>
            <a:r>
              <a:rPr lang="en-US" dirty="0"/>
              <a:t>8. The _______ notifies the view by executing their callback functions</a:t>
            </a:r>
          </a:p>
          <a:p>
            <a:r>
              <a:rPr lang="en-US" dirty="0"/>
              <a:t>A. State   B</a:t>
            </a:r>
            <a:r>
              <a:rPr lang="en-US" b="1" dirty="0"/>
              <a:t>. store   </a:t>
            </a:r>
            <a:r>
              <a:rPr lang="en-US" dirty="0"/>
              <a:t>C. reducer   D. action</a:t>
            </a:r>
          </a:p>
          <a:p>
            <a:endParaRPr lang="en-US" dirty="0"/>
          </a:p>
          <a:p>
            <a:r>
              <a:rPr lang="en-US" dirty="0"/>
              <a:t>View Answer</a:t>
            </a:r>
          </a:p>
          <a:p>
            <a:r>
              <a:rPr lang="en-US" dirty="0"/>
              <a:t>Ans : B</a:t>
            </a:r>
          </a:p>
          <a:p>
            <a:r>
              <a:rPr lang="en-US" dirty="0"/>
              <a:t>Explanation: The store notifies the view by executing their callback functions</a:t>
            </a:r>
          </a:p>
          <a:p>
            <a:endParaRPr lang="en-US" dirty="0"/>
          </a:p>
          <a:p>
            <a:r>
              <a:rPr lang="en-US" dirty="0"/>
              <a:t>9. A store is an ___________ object tree in Redux. </a:t>
            </a:r>
          </a:p>
          <a:p>
            <a:pPr marL="342900" indent="-342900">
              <a:buAutoNum type="alphaUcPeriod"/>
            </a:pPr>
            <a:r>
              <a:rPr lang="en-US" b="1" dirty="0"/>
              <a:t>Immutable</a:t>
            </a:r>
            <a:r>
              <a:rPr lang="en-US" dirty="0"/>
              <a:t>       B. mutable     C. Both A and B     D. None of the above</a:t>
            </a:r>
          </a:p>
          <a:p>
            <a:pPr marL="342900" indent="-342900">
              <a:buAutoNum type="alphaUcPeriod"/>
            </a:pPr>
            <a:endParaRPr lang="en-US" dirty="0"/>
          </a:p>
          <a:p>
            <a:r>
              <a:rPr lang="en-US" dirty="0"/>
              <a:t>View Answer</a:t>
            </a:r>
          </a:p>
          <a:p>
            <a:r>
              <a:rPr lang="en-US" dirty="0"/>
              <a:t>Ans : A</a:t>
            </a:r>
          </a:p>
          <a:p>
            <a:r>
              <a:rPr lang="en-US" dirty="0"/>
              <a:t>Explanation: A store is an immutable object tree in Redux.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74320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BE61682-2F0E-C46C-F419-C611C6AB9729}"/>
              </a:ext>
            </a:extLst>
          </p:cNvPr>
          <p:cNvSpPr txBox="1"/>
          <p:nvPr/>
        </p:nvSpPr>
        <p:spPr>
          <a:xfrm>
            <a:off x="-1" y="0"/>
            <a:ext cx="11966713" cy="590931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en-US" b="0" i="0" dirty="0">
                <a:solidFill>
                  <a:srgbClr val="28303D"/>
                </a:solidFill>
                <a:effectLst/>
                <a:latin typeface="-apple-system"/>
              </a:rPr>
              <a:t>10. Redux can have _________ store in your application</a:t>
            </a:r>
          </a:p>
          <a:p>
            <a:pPr marL="342900" indent="-342900" algn="l">
              <a:buAutoNum type="alphaUcPeriod"/>
            </a:pPr>
            <a:r>
              <a:rPr lang="en-US" b="0" i="0" dirty="0">
                <a:solidFill>
                  <a:srgbClr val="28303D"/>
                </a:solidFill>
                <a:effectLst/>
                <a:latin typeface="-apple-system"/>
              </a:rPr>
              <a:t>single</a:t>
            </a:r>
            <a:br>
              <a:rPr lang="en-US" b="0" i="0" dirty="0">
                <a:solidFill>
                  <a:srgbClr val="28303D"/>
                </a:solidFill>
                <a:effectLst/>
                <a:latin typeface="-apple-system"/>
              </a:rPr>
            </a:br>
            <a:r>
              <a:rPr lang="en-US" b="0" i="0" dirty="0">
                <a:solidFill>
                  <a:srgbClr val="28303D"/>
                </a:solidFill>
                <a:effectLst/>
                <a:latin typeface="-apple-system"/>
              </a:rPr>
              <a:t>B. double</a:t>
            </a:r>
            <a:br>
              <a:rPr lang="en-US" b="0" i="0" dirty="0">
                <a:solidFill>
                  <a:srgbClr val="28303D"/>
                </a:solidFill>
                <a:effectLst/>
                <a:latin typeface="-apple-system"/>
              </a:rPr>
            </a:br>
            <a:r>
              <a:rPr lang="en-US" b="0" i="0" dirty="0">
                <a:solidFill>
                  <a:srgbClr val="28303D"/>
                </a:solidFill>
                <a:effectLst/>
                <a:latin typeface="-apple-system"/>
              </a:rPr>
              <a:t>C. multi</a:t>
            </a:r>
            <a:br>
              <a:rPr lang="en-US" b="0" i="0" dirty="0">
                <a:solidFill>
                  <a:srgbClr val="28303D"/>
                </a:solidFill>
                <a:effectLst/>
                <a:latin typeface="-apple-system"/>
              </a:rPr>
            </a:br>
            <a:r>
              <a:rPr lang="en-US" b="0" i="0" dirty="0">
                <a:solidFill>
                  <a:srgbClr val="28303D"/>
                </a:solidFill>
                <a:effectLst/>
                <a:latin typeface="-apple-system"/>
              </a:rPr>
              <a:t>D. None of the above</a:t>
            </a:r>
          </a:p>
          <a:p>
            <a:pPr marL="342900" indent="-342900" algn="l">
              <a:buAutoNum type="alphaUcPeriod"/>
            </a:pPr>
            <a:endParaRPr lang="en-US" b="0" i="0" dirty="0">
              <a:solidFill>
                <a:srgbClr val="28303D"/>
              </a:solidFill>
              <a:effectLst/>
              <a:latin typeface="-apple-system"/>
            </a:endParaRPr>
          </a:p>
          <a:p>
            <a:pPr algn="l"/>
            <a:r>
              <a:rPr lang="en-US" b="0" i="0" dirty="0">
                <a:solidFill>
                  <a:srgbClr val="28303D"/>
                </a:solidFill>
                <a:effectLst/>
                <a:latin typeface="-apple-system"/>
              </a:rPr>
              <a:t>View Answer</a:t>
            </a:r>
          </a:p>
          <a:p>
            <a:pPr algn="l"/>
            <a:r>
              <a:rPr lang="en-US" b="0" i="0" dirty="0">
                <a:solidFill>
                  <a:srgbClr val="28303D"/>
                </a:solidFill>
                <a:effectLst/>
                <a:latin typeface="-apple-system"/>
              </a:rPr>
              <a:t>Ans : A</a:t>
            </a:r>
          </a:p>
          <a:p>
            <a:pPr algn="l"/>
            <a:r>
              <a:rPr lang="en-US" b="0" i="0" dirty="0">
                <a:solidFill>
                  <a:srgbClr val="28303D"/>
                </a:solidFill>
                <a:effectLst/>
                <a:latin typeface="-apple-system"/>
              </a:rPr>
              <a:t>Explanation: Redux can have only a single store in your application. Whenever a store is created in Redux, you need to specify the reducer.</a:t>
            </a:r>
          </a:p>
          <a:p>
            <a:pPr algn="l"/>
            <a:endParaRPr lang="en-US" b="0" i="0" dirty="0">
              <a:solidFill>
                <a:srgbClr val="28303D"/>
              </a:solidFill>
              <a:effectLst/>
              <a:latin typeface="-apple-system"/>
            </a:endParaRPr>
          </a:p>
          <a:p>
            <a:pPr algn="l"/>
            <a:r>
              <a:rPr lang="en-US" b="0" i="0" dirty="0">
                <a:solidFill>
                  <a:srgbClr val="28303D"/>
                </a:solidFill>
                <a:effectLst/>
                <a:latin typeface="-apple-system"/>
              </a:rPr>
              <a:t>11. A </a:t>
            </a:r>
            <a:r>
              <a:rPr lang="en-US" b="0" i="0" dirty="0" err="1">
                <a:solidFill>
                  <a:srgbClr val="28303D"/>
                </a:solidFill>
                <a:effectLst/>
                <a:latin typeface="-apple-system"/>
              </a:rPr>
              <a:t>createStore</a:t>
            </a:r>
            <a:r>
              <a:rPr lang="en-US" b="0" i="0" dirty="0">
                <a:solidFill>
                  <a:srgbClr val="28303D"/>
                </a:solidFill>
                <a:effectLst/>
                <a:latin typeface="-apple-system"/>
              </a:rPr>
              <a:t> function can have _________ arguments.</a:t>
            </a:r>
          </a:p>
          <a:p>
            <a:pPr algn="l"/>
            <a:r>
              <a:rPr lang="en-US" b="0" i="0" dirty="0">
                <a:solidFill>
                  <a:srgbClr val="28303D"/>
                </a:solidFill>
                <a:effectLst/>
                <a:latin typeface="-apple-system"/>
              </a:rPr>
              <a:t>A. 1</a:t>
            </a:r>
            <a:br>
              <a:rPr lang="en-US" b="0" i="0" dirty="0">
                <a:solidFill>
                  <a:srgbClr val="28303D"/>
                </a:solidFill>
                <a:effectLst/>
                <a:latin typeface="-apple-system"/>
              </a:rPr>
            </a:br>
            <a:r>
              <a:rPr lang="en-US" b="0" i="0" dirty="0">
                <a:solidFill>
                  <a:srgbClr val="28303D"/>
                </a:solidFill>
                <a:effectLst/>
                <a:latin typeface="-apple-system"/>
              </a:rPr>
              <a:t>B. 2</a:t>
            </a:r>
            <a:br>
              <a:rPr lang="en-US" b="0" i="0" dirty="0">
                <a:solidFill>
                  <a:srgbClr val="28303D"/>
                </a:solidFill>
                <a:effectLst/>
                <a:latin typeface="-apple-system"/>
              </a:rPr>
            </a:br>
            <a:r>
              <a:rPr lang="en-US" b="0" i="0" dirty="0">
                <a:solidFill>
                  <a:srgbClr val="28303D"/>
                </a:solidFill>
                <a:effectLst/>
                <a:latin typeface="-apple-system"/>
              </a:rPr>
              <a:t>C. 3</a:t>
            </a:r>
            <a:br>
              <a:rPr lang="en-US" b="0" i="0" dirty="0">
                <a:solidFill>
                  <a:srgbClr val="28303D"/>
                </a:solidFill>
                <a:effectLst/>
                <a:latin typeface="-apple-system"/>
              </a:rPr>
            </a:br>
            <a:r>
              <a:rPr lang="en-US" b="0" i="0" dirty="0">
                <a:solidFill>
                  <a:srgbClr val="28303D"/>
                </a:solidFill>
                <a:effectLst/>
                <a:latin typeface="-apple-system"/>
              </a:rPr>
              <a:t>D. 4</a:t>
            </a:r>
          </a:p>
          <a:p>
            <a:pPr algn="l"/>
            <a:r>
              <a:rPr lang="en-US" b="0" i="0" dirty="0">
                <a:solidFill>
                  <a:srgbClr val="28303D"/>
                </a:solidFill>
                <a:effectLst/>
                <a:latin typeface="-apple-system"/>
              </a:rPr>
              <a:t>View Answer</a:t>
            </a:r>
          </a:p>
          <a:p>
            <a:pPr algn="l"/>
            <a:r>
              <a:rPr lang="en-US" b="0" i="0" dirty="0">
                <a:solidFill>
                  <a:srgbClr val="28303D"/>
                </a:solidFill>
                <a:effectLst/>
                <a:latin typeface="-apple-system"/>
              </a:rPr>
              <a:t>Ans : C</a:t>
            </a:r>
          </a:p>
          <a:p>
            <a:pPr algn="l"/>
            <a:r>
              <a:rPr lang="en-US" b="0" i="0" dirty="0">
                <a:solidFill>
                  <a:srgbClr val="28303D"/>
                </a:solidFill>
                <a:effectLst/>
                <a:latin typeface="-apple-system"/>
              </a:rPr>
              <a:t>Explanation: A </a:t>
            </a:r>
            <a:r>
              <a:rPr lang="en-US" b="0" i="0" dirty="0" err="1">
                <a:solidFill>
                  <a:srgbClr val="28303D"/>
                </a:solidFill>
                <a:effectLst/>
                <a:latin typeface="-apple-system"/>
              </a:rPr>
              <a:t>createStore</a:t>
            </a:r>
            <a:r>
              <a:rPr lang="en-US" b="0" i="0" dirty="0">
                <a:solidFill>
                  <a:srgbClr val="28303D"/>
                </a:solidFill>
                <a:effectLst/>
                <a:latin typeface="-apple-system"/>
              </a:rPr>
              <a:t> function can have three arguments. The following is the syntax : </a:t>
            </a:r>
            <a:r>
              <a:rPr lang="en-US" b="0" i="0" dirty="0" err="1">
                <a:solidFill>
                  <a:srgbClr val="28303D"/>
                </a:solidFill>
                <a:effectLst/>
                <a:latin typeface="-apple-system"/>
              </a:rPr>
              <a:t>createStore</a:t>
            </a:r>
            <a:r>
              <a:rPr lang="en-US" b="0" i="0" dirty="0">
                <a:solidFill>
                  <a:srgbClr val="28303D"/>
                </a:solidFill>
                <a:effectLst/>
                <a:latin typeface="-apple-system"/>
              </a:rPr>
              <a:t>(reducer, [</a:t>
            </a:r>
            <a:r>
              <a:rPr lang="en-US" b="0" i="0" dirty="0" err="1">
                <a:solidFill>
                  <a:srgbClr val="28303D"/>
                </a:solidFill>
                <a:effectLst/>
                <a:latin typeface="-apple-system"/>
              </a:rPr>
              <a:t>preloadedState</a:t>
            </a:r>
            <a:r>
              <a:rPr lang="en-US" b="0" i="0" dirty="0">
                <a:solidFill>
                  <a:srgbClr val="28303D"/>
                </a:solidFill>
                <a:effectLst/>
                <a:latin typeface="-apple-system"/>
              </a:rPr>
              <a:t>], [enhancer])</a:t>
            </a:r>
          </a:p>
          <a:p>
            <a:pPr algn="l"/>
            <a:r>
              <a:rPr lang="en-US" b="0" i="0" dirty="0">
                <a:solidFill>
                  <a:srgbClr val="28303D"/>
                </a:solidFill>
                <a:effectLst/>
                <a:latin typeface="-apple-system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651697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CD6F77E-FE9E-AA20-B91B-B908C54AE0AD}"/>
              </a:ext>
            </a:extLst>
          </p:cNvPr>
          <p:cNvSpPr txBox="1"/>
          <p:nvPr/>
        </p:nvSpPr>
        <p:spPr>
          <a:xfrm>
            <a:off x="0" y="0"/>
            <a:ext cx="12026348" cy="6740307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303D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12. Which method helps you retrieve the current state of your Redux store?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U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303D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dispatch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303D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303D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B. subscribe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303D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303D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C. action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303D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303D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D.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8303D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getState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8303D"/>
              </a:solidFill>
              <a:effectLst/>
              <a:uLnTx/>
              <a:uFillTx/>
              <a:latin typeface="-apple-system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UcPeriod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8303D"/>
              </a:solidFill>
              <a:effectLst/>
              <a:uLnTx/>
              <a:uFillTx/>
              <a:latin typeface="-apple-system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303D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View Answer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303D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Ans : 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8303D"/>
              </a:solidFill>
              <a:effectLst/>
              <a:uLnTx/>
              <a:uFillTx/>
              <a:latin typeface="-apple-system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303D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Explanation: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8303D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getState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303D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 : It helps you retrieve the current state of your Redux 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8303D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store.The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303D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 syntax for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8303D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getState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303D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 is as follows :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8303D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store.getState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303D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8303D"/>
              </a:solidFill>
              <a:effectLst/>
              <a:uLnTx/>
              <a:uFillTx/>
              <a:latin typeface="-apple-system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303D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13. Which of the following is react-Redux helper method?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U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303D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help()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303D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303D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B. assist()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303D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303D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C. view()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303D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303D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D. connect()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UcPeriod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8303D"/>
              </a:solidFill>
              <a:effectLst/>
              <a:uLnTx/>
              <a:uFillTx/>
              <a:latin typeface="-apple-system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303D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View Answer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303D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Ans : 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8303D"/>
              </a:solidFill>
              <a:effectLst/>
              <a:uLnTx/>
              <a:uFillTx/>
              <a:latin typeface="-apple-system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303D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Explanation: You can dispatch an action by directly using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8303D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store.dispatch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303D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(). However, it is more likely that you access it with react-Redux helper method called connect(). You can also use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8303D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bindActionCreators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303D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() method to bind many action creators with dispatch function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03963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14ACD5F-CF24-0BC8-CF38-F2C5F7883388}"/>
              </a:ext>
            </a:extLst>
          </p:cNvPr>
          <p:cNvSpPr txBox="1"/>
          <p:nvPr/>
        </p:nvSpPr>
        <p:spPr>
          <a:xfrm>
            <a:off x="77027" y="0"/>
            <a:ext cx="11800233" cy="6986528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en-US" sz="1600" b="0" i="0" dirty="0">
                <a:solidFill>
                  <a:srgbClr val="28303D"/>
                </a:solidFill>
                <a:effectLst/>
                <a:latin typeface="-apple-system"/>
              </a:rPr>
              <a:t>14. Which of the following rules are correct for Pure Functions?</a:t>
            </a:r>
          </a:p>
          <a:p>
            <a:pPr marL="342900" indent="-342900" algn="l">
              <a:buAutoNum type="alphaUcPeriod"/>
            </a:pPr>
            <a:r>
              <a:rPr lang="en-US" sz="1600" b="0" i="0" dirty="0">
                <a:solidFill>
                  <a:srgbClr val="28303D"/>
                </a:solidFill>
                <a:effectLst/>
                <a:latin typeface="-apple-system"/>
              </a:rPr>
              <a:t>A function returns the same result for same arguments.</a:t>
            </a:r>
            <a:br>
              <a:rPr lang="en-US" sz="1600" b="0" i="0" dirty="0">
                <a:solidFill>
                  <a:srgbClr val="28303D"/>
                </a:solidFill>
                <a:effectLst/>
                <a:latin typeface="-apple-system"/>
              </a:rPr>
            </a:br>
            <a:r>
              <a:rPr lang="en-US" sz="1600" b="0" i="0" dirty="0">
                <a:solidFill>
                  <a:srgbClr val="28303D"/>
                </a:solidFill>
                <a:effectLst/>
                <a:latin typeface="-apple-system"/>
              </a:rPr>
              <a:t>B. Its evaluation has no side effects, i.e., it does not alter input data.</a:t>
            </a:r>
            <a:br>
              <a:rPr lang="en-US" sz="1600" b="0" i="0" dirty="0">
                <a:solidFill>
                  <a:srgbClr val="28303D"/>
                </a:solidFill>
                <a:effectLst/>
                <a:latin typeface="-apple-system"/>
              </a:rPr>
            </a:br>
            <a:r>
              <a:rPr lang="en-US" sz="1600" b="0" i="0" dirty="0">
                <a:solidFill>
                  <a:srgbClr val="28303D"/>
                </a:solidFill>
                <a:effectLst/>
                <a:latin typeface="-apple-system"/>
              </a:rPr>
              <a:t>C. No mutation of local &amp; global variables</a:t>
            </a:r>
            <a:br>
              <a:rPr lang="en-US" sz="1600" b="0" i="0" dirty="0">
                <a:solidFill>
                  <a:srgbClr val="28303D"/>
                </a:solidFill>
                <a:effectLst/>
                <a:latin typeface="-apple-system"/>
              </a:rPr>
            </a:br>
            <a:r>
              <a:rPr lang="en-US" sz="1600" b="0" i="0" dirty="0">
                <a:solidFill>
                  <a:srgbClr val="28303D"/>
                </a:solidFill>
                <a:effectLst/>
                <a:latin typeface="-apple-system"/>
              </a:rPr>
              <a:t>D. All of the above</a:t>
            </a:r>
          </a:p>
          <a:p>
            <a:pPr marL="342900" indent="-342900" algn="l">
              <a:buAutoNum type="alphaUcPeriod"/>
            </a:pPr>
            <a:endParaRPr lang="en-US" sz="1600" b="0" i="0" dirty="0">
              <a:solidFill>
                <a:srgbClr val="28303D"/>
              </a:solidFill>
              <a:effectLst/>
              <a:latin typeface="-apple-system"/>
            </a:endParaRPr>
          </a:p>
          <a:p>
            <a:pPr algn="l"/>
            <a:r>
              <a:rPr lang="en-US" sz="1600" b="0" i="0" dirty="0">
                <a:solidFill>
                  <a:srgbClr val="28303D"/>
                </a:solidFill>
                <a:effectLst/>
                <a:latin typeface="-apple-system"/>
              </a:rPr>
              <a:t>View Answer</a:t>
            </a:r>
          </a:p>
          <a:p>
            <a:pPr algn="l"/>
            <a:r>
              <a:rPr lang="en-US" sz="1600" b="0" i="0" dirty="0">
                <a:solidFill>
                  <a:srgbClr val="28303D"/>
                </a:solidFill>
                <a:effectLst/>
                <a:latin typeface="-apple-system"/>
              </a:rPr>
              <a:t>D</a:t>
            </a:r>
          </a:p>
          <a:p>
            <a:pPr algn="l"/>
            <a:endParaRPr lang="en-US" sz="1600" b="0" i="0" dirty="0">
              <a:solidFill>
                <a:srgbClr val="28303D"/>
              </a:solidFill>
              <a:effectLst/>
              <a:latin typeface="-apple-system"/>
            </a:endParaRPr>
          </a:p>
          <a:p>
            <a:pPr algn="l"/>
            <a:r>
              <a:rPr lang="en-US" sz="1600" b="0" i="0" dirty="0">
                <a:solidFill>
                  <a:srgbClr val="28303D"/>
                </a:solidFill>
                <a:effectLst/>
                <a:latin typeface="-apple-system"/>
              </a:rPr>
              <a:t>15. Reducers are a pure function in Redux.</a:t>
            </a:r>
          </a:p>
          <a:p>
            <a:pPr marL="342900" indent="-342900" algn="l">
              <a:buAutoNum type="alphaUcPeriod"/>
            </a:pPr>
            <a:r>
              <a:rPr lang="en-US" sz="1600" b="0" i="0" dirty="0">
                <a:solidFill>
                  <a:srgbClr val="28303D"/>
                </a:solidFill>
                <a:effectLst/>
                <a:latin typeface="-apple-system"/>
              </a:rPr>
              <a:t>TRUE</a:t>
            </a:r>
            <a:br>
              <a:rPr lang="en-US" sz="1600" b="0" i="0" dirty="0">
                <a:solidFill>
                  <a:srgbClr val="28303D"/>
                </a:solidFill>
                <a:effectLst/>
                <a:latin typeface="-apple-system"/>
              </a:rPr>
            </a:br>
            <a:r>
              <a:rPr lang="en-US" sz="1600" b="0" i="0" dirty="0">
                <a:solidFill>
                  <a:srgbClr val="28303D"/>
                </a:solidFill>
                <a:effectLst/>
                <a:latin typeface="-apple-system"/>
              </a:rPr>
              <a:t>B. FALSE</a:t>
            </a:r>
            <a:br>
              <a:rPr lang="en-US" sz="1600" b="0" i="0" dirty="0">
                <a:solidFill>
                  <a:srgbClr val="28303D"/>
                </a:solidFill>
                <a:effectLst/>
                <a:latin typeface="-apple-system"/>
              </a:rPr>
            </a:br>
            <a:r>
              <a:rPr lang="en-US" sz="1600" b="0" i="0" dirty="0">
                <a:solidFill>
                  <a:srgbClr val="28303D"/>
                </a:solidFill>
                <a:effectLst/>
                <a:latin typeface="-apple-system"/>
              </a:rPr>
              <a:t>C. Can be true or false</a:t>
            </a:r>
            <a:br>
              <a:rPr lang="en-US" sz="1600" b="0" i="0" dirty="0">
                <a:solidFill>
                  <a:srgbClr val="28303D"/>
                </a:solidFill>
                <a:effectLst/>
                <a:latin typeface="-apple-system"/>
              </a:rPr>
            </a:br>
            <a:r>
              <a:rPr lang="en-US" sz="1600" b="0" i="0" dirty="0">
                <a:solidFill>
                  <a:srgbClr val="28303D"/>
                </a:solidFill>
                <a:effectLst/>
                <a:latin typeface="-apple-system"/>
              </a:rPr>
              <a:t>D. Can not say</a:t>
            </a:r>
          </a:p>
          <a:p>
            <a:pPr marL="342900" indent="-342900" algn="l">
              <a:buAutoNum type="alphaUcPeriod"/>
            </a:pPr>
            <a:endParaRPr lang="en-US" sz="1600" b="0" i="0" dirty="0">
              <a:solidFill>
                <a:srgbClr val="28303D"/>
              </a:solidFill>
              <a:effectLst/>
              <a:latin typeface="-apple-system"/>
            </a:endParaRPr>
          </a:p>
          <a:p>
            <a:pPr algn="l"/>
            <a:r>
              <a:rPr lang="en-US" sz="1600" b="0" i="0" dirty="0">
                <a:solidFill>
                  <a:srgbClr val="28303D"/>
                </a:solidFill>
                <a:effectLst/>
                <a:latin typeface="-apple-system"/>
              </a:rPr>
              <a:t>View Answer</a:t>
            </a:r>
          </a:p>
          <a:p>
            <a:pPr algn="l"/>
            <a:r>
              <a:rPr lang="en-US" sz="1600" b="0" i="0" dirty="0">
                <a:solidFill>
                  <a:srgbClr val="28303D"/>
                </a:solidFill>
                <a:effectLst/>
                <a:latin typeface="-apple-system"/>
              </a:rPr>
              <a:t>Ans : A</a:t>
            </a:r>
          </a:p>
          <a:p>
            <a:pPr algn="l"/>
            <a:r>
              <a:rPr lang="en-US" sz="1600" b="0" i="0" dirty="0">
                <a:solidFill>
                  <a:srgbClr val="28303D"/>
                </a:solidFill>
                <a:effectLst/>
                <a:latin typeface="-apple-system"/>
              </a:rPr>
              <a:t>Explanation: True, Reducers are a pure function in Redux.</a:t>
            </a:r>
          </a:p>
          <a:p>
            <a:pPr algn="l"/>
            <a:endParaRPr lang="en-US" sz="1600" b="0" i="0" dirty="0">
              <a:solidFill>
                <a:srgbClr val="28303D"/>
              </a:solidFill>
              <a:effectLst/>
              <a:latin typeface="-apple-system"/>
            </a:endParaRPr>
          </a:p>
          <a:p>
            <a:pPr algn="l"/>
            <a:r>
              <a:rPr lang="en-US" sz="1600" b="0" i="0" dirty="0">
                <a:solidFill>
                  <a:srgbClr val="28303D"/>
                </a:solidFill>
                <a:effectLst/>
                <a:latin typeface="-apple-system"/>
              </a:rPr>
              <a:t>16. Pure functions are unpredictable</a:t>
            </a:r>
          </a:p>
          <a:p>
            <a:pPr marL="342900" indent="-342900" algn="l">
              <a:buAutoNum type="alphaUcPeriod"/>
            </a:pPr>
            <a:r>
              <a:rPr lang="en-US" sz="1600" b="0" i="0" dirty="0">
                <a:solidFill>
                  <a:srgbClr val="28303D"/>
                </a:solidFill>
                <a:effectLst/>
                <a:latin typeface="-apple-system"/>
              </a:rPr>
              <a:t>TRUE</a:t>
            </a:r>
            <a:br>
              <a:rPr lang="en-US" sz="1600" b="0" i="0" dirty="0">
                <a:solidFill>
                  <a:srgbClr val="28303D"/>
                </a:solidFill>
                <a:effectLst/>
                <a:latin typeface="-apple-system"/>
              </a:rPr>
            </a:br>
            <a:r>
              <a:rPr lang="en-US" sz="1600" b="0" i="0" dirty="0">
                <a:solidFill>
                  <a:srgbClr val="28303D"/>
                </a:solidFill>
                <a:effectLst/>
                <a:latin typeface="-apple-system"/>
              </a:rPr>
              <a:t>B. FALSE</a:t>
            </a:r>
            <a:br>
              <a:rPr lang="en-US" sz="1600" b="0" i="0" dirty="0">
                <a:solidFill>
                  <a:srgbClr val="28303D"/>
                </a:solidFill>
                <a:effectLst/>
                <a:latin typeface="-apple-system"/>
              </a:rPr>
            </a:br>
            <a:r>
              <a:rPr lang="en-US" sz="1600" b="0" i="0" dirty="0">
                <a:solidFill>
                  <a:srgbClr val="28303D"/>
                </a:solidFill>
                <a:effectLst/>
                <a:latin typeface="-apple-system"/>
              </a:rPr>
              <a:t>C. Can be true or false</a:t>
            </a:r>
            <a:br>
              <a:rPr lang="en-US" sz="1600" b="0" i="0" dirty="0">
                <a:solidFill>
                  <a:srgbClr val="28303D"/>
                </a:solidFill>
                <a:effectLst/>
                <a:latin typeface="-apple-system"/>
              </a:rPr>
            </a:br>
            <a:r>
              <a:rPr lang="en-US" sz="1600" b="0" i="0" dirty="0">
                <a:solidFill>
                  <a:srgbClr val="28303D"/>
                </a:solidFill>
                <a:effectLst/>
                <a:latin typeface="-apple-system"/>
              </a:rPr>
              <a:t>D. Can not say</a:t>
            </a:r>
          </a:p>
          <a:p>
            <a:pPr marL="342900" indent="-342900" algn="l">
              <a:buAutoNum type="alphaUcPeriod"/>
            </a:pPr>
            <a:endParaRPr lang="en-US" sz="1600" b="0" i="0" dirty="0">
              <a:solidFill>
                <a:srgbClr val="28303D"/>
              </a:solidFill>
              <a:effectLst/>
              <a:latin typeface="-apple-system"/>
            </a:endParaRPr>
          </a:p>
          <a:p>
            <a:pPr algn="l"/>
            <a:r>
              <a:rPr lang="en-US" sz="1600" b="0" i="0" dirty="0">
                <a:solidFill>
                  <a:srgbClr val="28303D"/>
                </a:solidFill>
                <a:effectLst/>
                <a:latin typeface="-apple-system"/>
              </a:rPr>
              <a:t>View Answer</a:t>
            </a:r>
          </a:p>
          <a:p>
            <a:pPr algn="l"/>
            <a:r>
              <a:rPr lang="en-US" sz="1600" b="0" i="0" dirty="0">
                <a:solidFill>
                  <a:srgbClr val="28303D"/>
                </a:solidFill>
                <a:effectLst/>
                <a:latin typeface="-apple-system"/>
              </a:rPr>
              <a:t>Ans : B</a:t>
            </a:r>
          </a:p>
          <a:p>
            <a:pPr algn="l"/>
            <a:r>
              <a:rPr lang="en-US" sz="1600" b="0" i="0" dirty="0">
                <a:solidFill>
                  <a:srgbClr val="28303D"/>
                </a:solidFill>
                <a:effectLst/>
                <a:latin typeface="-apple-system"/>
              </a:rPr>
              <a:t>Explanation: False, Pure functions are predictable.</a:t>
            </a:r>
          </a:p>
        </p:txBody>
      </p:sp>
    </p:spTree>
    <p:extLst>
      <p:ext uri="{BB962C8B-B14F-4D97-AF65-F5344CB8AC3E}">
        <p14:creationId xmlns:p14="http://schemas.microsoft.com/office/powerpoint/2010/main" val="32970382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62AC591-9501-8C1B-54D5-F7F909DBDFDC}"/>
              </a:ext>
            </a:extLst>
          </p:cNvPr>
          <p:cNvSpPr txBox="1"/>
          <p:nvPr/>
        </p:nvSpPr>
        <p:spPr>
          <a:xfrm>
            <a:off x="255932" y="0"/>
            <a:ext cx="11770415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303D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17. Which of them provide us debugging platform for Redux apps?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U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303D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Redux-Testing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303D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303D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B. Redux-Middleware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303D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303D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C. Redux-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8303D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Devtools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303D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303D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D. Redux-subscriber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UcPeriod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8303D"/>
              </a:solidFill>
              <a:effectLst/>
              <a:uLnTx/>
              <a:uFillTx/>
              <a:latin typeface="-apple-system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303D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View Answer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303D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Ans : C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303D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Explanation: Redux-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8303D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Devtools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303D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 provide us debugging platform for Redux apps. It allows us to perform time-travel debugging and live editing.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8303D"/>
              </a:solidFill>
              <a:effectLst/>
              <a:uLnTx/>
              <a:uFillTx/>
              <a:latin typeface="-apple-system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303D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18. Both props and state are plain JavaScript objects.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303D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A. TRUE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303D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303D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B. FALSE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303D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303D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C. Can be true or false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303D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303D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D. Can not say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303D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View Answer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303D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Ans : 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303D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Explanation: True, Both props and state are plain JavaScript objects.</a:t>
            </a:r>
          </a:p>
        </p:txBody>
      </p:sp>
    </p:spTree>
    <p:extLst>
      <p:ext uri="{BB962C8B-B14F-4D97-AF65-F5344CB8AC3E}">
        <p14:creationId xmlns:p14="http://schemas.microsoft.com/office/powerpoint/2010/main" val="4498477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CB06056-F578-9851-A1B3-AC08E30D7651}"/>
              </a:ext>
            </a:extLst>
          </p:cNvPr>
          <p:cNvSpPr txBox="1"/>
          <p:nvPr/>
        </p:nvSpPr>
        <p:spPr>
          <a:xfrm>
            <a:off x="0" y="671691"/>
            <a:ext cx="12227615" cy="618630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303D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19. Which of the following makes stores available?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U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303D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COMPONENT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303D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303D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B. CONTAINER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303D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303D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C. ACTIONS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303D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303D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D. PROVIDER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UcPeriod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8303D"/>
              </a:solidFill>
              <a:effectLst/>
              <a:uLnTx/>
              <a:uFillTx/>
              <a:latin typeface="-apple-system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303D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View Answer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303D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Ans : 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8303D"/>
              </a:solidFill>
              <a:effectLst/>
              <a:uLnTx/>
              <a:uFillTx/>
              <a:latin typeface="-apple-system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303D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Explanation: PROVIDER : Makes stores available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8303D"/>
              </a:solidFill>
              <a:effectLst/>
              <a:uLnTx/>
              <a:uFillTx/>
              <a:latin typeface="-apple-system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303D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20. Which method allows you to dispatch an action to change a state in your application?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UcPeriod"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8303D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getState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303D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303D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B.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8303D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setState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303D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303D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C. dispatch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303D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303D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D. subscribe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UcPeriod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8303D"/>
              </a:solidFill>
              <a:effectLst/>
              <a:uLnTx/>
              <a:uFillTx/>
              <a:latin typeface="-apple-system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303D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View Answer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303D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Ans : C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8303D"/>
              </a:solidFill>
              <a:effectLst/>
              <a:uLnTx/>
              <a:uFillTx/>
              <a:latin typeface="-apple-system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303D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Explanation: dispatch : It allows you to dispatch an action to change a state in your 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8303D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application.The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303D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 syntax for dispatch is as follows :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8303D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store.dispatch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303D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({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8303D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type:’ITEMS_REQUEST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303D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’})</a:t>
            </a:r>
          </a:p>
        </p:txBody>
      </p:sp>
    </p:spTree>
    <p:extLst>
      <p:ext uri="{BB962C8B-B14F-4D97-AF65-F5344CB8AC3E}">
        <p14:creationId xmlns:p14="http://schemas.microsoft.com/office/powerpoint/2010/main" val="39774059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1097</Words>
  <Application>Microsoft Office PowerPoint</Application>
  <PresentationFormat>Widescreen</PresentationFormat>
  <Paragraphs>125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-apple-system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vidyanidhi school</dc:creator>
  <cp:lastModifiedBy>sriram mantri vidyanidhi infotech academy</cp:lastModifiedBy>
  <cp:revision>5</cp:revision>
  <dcterms:created xsi:type="dcterms:W3CDTF">2024-01-23T05:57:23Z</dcterms:created>
  <dcterms:modified xsi:type="dcterms:W3CDTF">2025-01-11T06:07:09Z</dcterms:modified>
</cp:coreProperties>
</file>