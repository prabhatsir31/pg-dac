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6"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D1E53-0B50-07CC-0E75-CECE6960AB9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73A5208-7571-D974-05A2-18CAA0A4E7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BE8E81F-CF72-27D2-8AFD-352675638C13}"/>
              </a:ext>
            </a:extLst>
          </p:cNvPr>
          <p:cNvSpPr>
            <a:spLocks noGrp="1"/>
          </p:cNvSpPr>
          <p:nvPr>
            <p:ph type="dt" sz="half" idx="10"/>
          </p:nvPr>
        </p:nvSpPr>
        <p:spPr/>
        <p:txBody>
          <a:bodyPr/>
          <a:lstStyle/>
          <a:p>
            <a:fld id="{E1397D00-8CB5-4D80-9951-4E65ABC9B955}" type="datetimeFigureOut">
              <a:rPr lang="en-IN" smtClean="0"/>
              <a:t>04-05-2023</a:t>
            </a:fld>
            <a:endParaRPr lang="en-IN"/>
          </a:p>
        </p:txBody>
      </p:sp>
      <p:sp>
        <p:nvSpPr>
          <p:cNvPr id="5" name="Footer Placeholder 4">
            <a:extLst>
              <a:ext uri="{FF2B5EF4-FFF2-40B4-BE49-F238E27FC236}">
                <a16:creationId xmlns:a16="http://schemas.microsoft.com/office/drawing/2014/main" id="{59B3E9AE-BD78-CE11-520A-8A751B61D4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AFB08B-E32B-06F8-CC8E-28A0000902B0}"/>
              </a:ext>
            </a:extLst>
          </p:cNvPr>
          <p:cNvSpPr>
            <a:spLocks noGrp="1"/>
          </p:cNvSpPr>
          <p:nvPr>
            <p:ph type="sldNum" sz="quarter" idx="12"/>
          </p:nvPr>
        </p:nvSpPr>
        <p:spPr/>
        <p:txBody>
          <a:bodyPr/>
          <a:lstStyle/>
          <a:p>
            <a:fld id="{941ACE91-2A72-420C-84CE-09E1B4C30AE4}" type="slidenum">
              <a:rPr lang="en-IN" smtClean="0"/>
              <a:t>‹#›</a:t>
            </a:fld>
            <a:endParaRPr lang="en-IN"/>
          </a:p>
        </p:txBody>
      </p:sp>
    </p:spTree>
    <p:extLst>
      <p:ext uri="{BB962C8B-B14F-4D97-AF65-F5344CB8AC3E}">
        <p14:creationId xmlns:p14="http://schemas.microsoft.com/office/powerpoint/2010/main" val="4291009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EFE0C-E58B-0798-D15A-44AA7AFE6C9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821CD00-C00A-7E5D-0AF6-3BA4286428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31C099-9D2B-CFFC-AFA1-6F64EE657F49}"/>
              </a:ext>
            </a:extLst>
          </p:cNvPr>
          <p:cNvSpPr>
            <a:spLocks noGrp="1"/>
          </p:cNvSpPr>
          <p:nvPr>
            <p:ph type="dt" sz="half" idx="10"/>
          </p:nvPr>
        </p:nvSpPr>
        <p:spPr/>
        <p:txBody>
          <a:bodyPr/>
          <a:lstStyle/>
          <a:p>
            <a:fld id="{E1397D00-8CB5-4D80-9951-4E65ABC9B955}" type="datetimeFigureOut">
              <a:rPr lang="en-IN" smtClean="0"/>
              <a:t>04-05-2023</a:t>
            </a:fld>
            <a:endParaRPr lang="en-IN"/>
          </a:p>
        </p:txBody>
      </p:sp>
      <p:sp>
        <p:nvSpPr>
          <p:cNvPr id="5" name="Footer Placeholder 4">
            <a:extLst>
              <a:ext uri="{FF2B5EF4-FFF2-40B4-BE49-F238E27FC236}">
                <a16:creationId xmlns:a16="http://schemas.microsoft.com/office/drawing/2014/main" id="{8D7B5BCD-84BC-0476-B8B5-5F72845321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35F690-FC24-587A-6006-326B0D0155D0}"/>
              </a:ext>
            </a:extLst>
          </p:cNvPr>
          <p:cNvSpPr>
            <a:spLocks noGrp="1"/>
          </p:cNvSpPr>
          <p:nvPr>
            <p:ph type="sldNum" sz="quarter" idx="12"/>
          </p:nvPr>
        </p:nvSpPr>
        <p:spPr/>
        <p:txBody>
          <a:bodyPr/>
          <a:lstStyle/>
          <a:p>
            <a:fld id="{941ACE91-2A72-420C-84CE-09E1B4C30AE4}" type="slidenum">
              <a:rPr lang="en-IN" smtClean="0"/>
              <a:t>‹#›</a:t>
            </a:fld>
            <a:endParaRPr lang="en-IN"/>
          </a:p>
        </p:txBody>
      </p:sp>
    </p:spTree>
    <p:extLst>
      <p:ext uri="{BB962C8B-B14F-4D97-AF65-F5344CB8AC3E}">
        <p14:creationId xmlns:p14="http://schemas.microsoft.com/office/powerpoint/2010/main" val="2138591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34F8-933C-DAA0-4CCF-E838F534A5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014BEEB-710B-1C1C-CA41-88973E14433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F589E69-FEE9-98E2-63CA-C4B9FC311C82}"/>
              </a:ext>
            </a:extLst>
          </p:cNvPr>
          <p:cNvSpPr>
            <a:spLocks noGrp="1"/>
          </p:cNvSpPr>
          <p:nvPr>
            <p:ph type="dt" sz="half" idx="10"/>
          </p:nvPr>
        </p:nvSpPr>
        <p:spPr/>
        <p:txBody>
          <a:bodyPr/>
          <a:lstStyle/>
          <a:p>
            <a:fld id="{E1397D00-8CB5-4D80-9951-4E65ABC9B955}" type="datetimeFigureOut">
              <a:rPr lang="en-IN" smtClean="0"/>
              <a:t>04-05-2023</a:t>
            </a:fld>
            <a:endParaRPr lang="en-IN"/>
          </a:p>
        </p:txBody>
      </p:sp>
      <p:sp>
        <p:nvSpPr>
          <p:cNvPr id="5" name="Footer Placeholder 4">
            <a:extLst>
              <a:ext uri="{FF2B5EF4-FFF2-40B4-BE49-F238E27FC236}">
                <a16:creationId xmlns:a16="http://schemas.microsoft.com/office/drawing/2014/main" id="{7ADBD4AC-CC2A-9B13-BAE5-622325BF96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6AF862-3439-B1AA-21D3-1B9575642C12}"/>
              </a:ext>
            </a:extLst>
          </p:cNvPr>
          <p:cNvSpPr>
            <a:spLocks noGrp="1"/>
          </p:cNvSpPr>
          <p:nvPr>
            <p:ph type="sldNum" sz="quarter" idx="12"/>
          </p:nvPr>
        </p:nvSpPr>
        <p:spPr/>
        <p:txBody>
          <a:bodyPr/>
          <a:lstStyle/>
          <a:p>
            <a:fld id="{941ACE91-2A72-420C-84CE-09E1B4C30AE4}" type="slidenum">
              <a:rPr lang="en-IN" smtClean="0"/>
              <a:t>‹#›</a:t>
            </a:fld>
            <a:endParaRPr lang="en-IN"/>
          </a:p>
        </p:txBody>
      </p:sp>
    </p:spTree>
    <p:extLst>
      <p:ext uri="{BB962C8B-B14F-4D97-AF65-F5344CB8AC3E}">
        <p14:creationId xmlns:p14="http://schemas.microsoft.com/office/powerpoint/2010/main" val="1451785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2225C-792D-4B65-1ADF-C14B3FAF3D1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8E07B02-8A61-8924-987A-95C5949E4F4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4A3EDAC-179C-A1CB-FCB9-3E3DB23A078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D901A7F-9841-400F-E12C-5E54756DA2C1}"/>
              </a:ext>
            </a:extLst>
          </p:cNvPr>
          <p:cNvSpPr>
            <a:spLocks noGrp="1"/>
          </p:cNvSpPr>
          <p:nvPr>
            <p:ph type="dt" sz="half" idx="10"/>
          </p:nvPr>
        </p:nvSpPr>
        <p:spPr/>
        <p:txBody>
          <a:bodyPr/>
          <a:lstStyle/>
          <a:p>
            <a:fld id="{E1397D00-8CB5-4D80-9951-4E65ABC9B955}" type="datetimeFigureOut">
              <a:rPr lang="en-IN" smtClean="0"/>
              <a:t>04-05-2023</a:t>
            </a:fld>
            <a:endParaRPr lang="en-IN"/>
          </a:p>
        </p:txBody>
      </p:sp>
      <p:sp>
        <p:nvSpPr>
          <p:cNvPr id="6" name="Footer Placeholder 5">
            <a:extLst>
              <a:ext uri="{FF2B5EF4-FFF2-40B4-BE49-F238E27FC236}">
                <a16:creationId xmlns:a16="http://schemas.microsoft.com/office/drawing/2014/main" id="{41796987-A687-73D2-01B5-81F3C972940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F1168F7-8B2E-E815-E61D-4124FAB8AAA0}"/>
              </a:ext>
            </a:extLst>
          </p:cNvPr>
          <p:cNvSpPr>
            <a:spLocks noGrp="1"/>
          </p:cNvSpPr>
          <p:nvPr>
            <p:ph type="sldNum" sz="quarter" idx="12"/>
          </p:nvPr>
        </p:nvSpPr>
        <p:spPr/>
        <p:txBody>
          <a:bodyPr/>
          <a:lstStyle/>
          <a:p>
            <a:fld id="{941ACE91-2A72-420C-84CE-09E1B4C30AE4}" type="slidenum">
              <a:rPr lang="en-IN" smtClean="0"/>
              <a:t>‹#›</a:t>
            </a:fld>
            <a:endParaRPr lang="en-IN"/>
          </a:p>
        </p:txBody>
      </p:sp>
    </p:spTree>
    <p:extLst>
      <p:ext uri="{BB962C8B-B14F-4D97-AF65-F5344CB8AC3E}">
        <p14:creationId xmlns:p14="http://schemas.microsoft.com/office/powerpoint/2010/main" val="19001256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F4D5E-76F0-CA6F-38B8-4970FECAF7F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09FFE1C-4F92-94FB-0224-60C68BF532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E5E62B-E7A9-DFBE-0FF1-D84C941CBE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8A25219-B7A1-4FE6-1CC1-AFF3AD7E7E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20A196-D43E-96FA-12CB-1B369AC9A98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E245C39-FBC7-8944-4895-C9E65AFC5F7E}"/>
              </a:ext>
            </a:extLst>
          </p:cNvPr>
          <p:cNvSpPr>
            <a:spLocks noGrp="1"/>
          </p:cNvSpPr>
          <p:nvPr>
            <p:ph type="dt" sz="half" idx="10"/>
          </p:nvPr>
        </p:nvSpPr>
        <p:spPr/>
        <p:txBody>
          <a:bodyPr/>
          <a:lstStyle/>
          <a:p>
            <a:fld id="{E1397D00-8CB5-4D80-9951-4E65ABC9B955}" type="datetimeFigureOut">
              <a:rPr lang="en-IN" smtClean="0"/>
              <a:t>04-05-2023</a:t>
            </a:fld>
            <a:endParaRPr lang="en-IN"/>
          </a:p>
        </p:txBody>
      </p:sp>
      <p:sp>
        <p:nvSpPr>
          <p:cNvPr id="8" name="Footer Placeholder 7">
            <a:extLst>
              <a:ext uri="{FF2B5EF4-FFF2-40B4-BE49-F238E27FC236}">
                <a16:creationId xmlns:a16="http://schemas.microsoft.com/office/drawing/2014/main" id="{4B2D0F34-B67D-671B-C3CA-D36756611B9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2B7F8F3-4C9D-09A0-598C-29BDD9D5FEEF}"/>
              </a:ext>
            </a:extLst>
          </p:cNvPr>
          <p:cNvSpPr>
            <a:spLocks noGrp="1"/>
          </p:cNvSpPr>
          <p:nvPr>
            <p:ph type="sldNum" sz="quarter" idx="12"/>
          </p:nvPr>
        </p:nvSpPr>
        <p:spPr/>
        <p:txBody>
          <a:bodyPr/>
          <a:lstStyle/>
          <a:p>
            <a:fld id="{941ACE91-2A72-420C-84CE-09E1B4C30AE4}" type="slidenum">
              <a:rPr lang="en-IN" smtClean="0"/>
              <a:t>‹#›</a:t>
            </a:fld>
            <a:endParaRPr lang="en-IN"/>
          </a:p>
        </p:txBody>
      </p:sp>
    </p:spTree>
    <p:extLst>
      <p:ext uri="{BB962C8B-B14F-4D97-AF65-F5344CB8AC3E}">
        <p14:creationId xmlns:p14="http://schemas.microsoft.com/office/powerpoint/2010/main" val="885467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4E01-00BD-72C2-C97D-C41AC12EE94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FDE95B2-B6A8-9689-42EB-5965FE232517}"/>
              </a:ext>
            </a:extLst>
          </p:cNvPr>
          <p:cNvSpPr>
            <a:spLocks noGrp="1"/>
          </p:cNvSpPr>
          <p:nvPr>
            <p:ph type="dt" sz="half" idx="10"/>
          </p:nvPr>
        </p:nvSpPr>
        <p:spPr/>
        <p:txBody>
          <a:bodyPr/>
          <a:lstStyle/>
          <a:p>
            <a:fld id="{E1397D00-8CB5-4D80-9951-4E65ABC9B955}" type="datetimeFigureOut">
              <a:rPr lang="en-IN" smtClean="0"/>
              <a:t>04-05-2023</a:t>
            </a:fld>
            <a:endParaRPr lang="en-IN"/>
          </a:p>
        </p:txBody>
      </p:sp>
      <p:sp>
        <p:nvSpPr>
          <p:cNvPr id="4" name="Footer Placeholder 3">
            <a:extLst>
              <a:ext uri="{FF2B5EF4-FFF2-40B4-BE49-F238E27FC236}">
                <a16:creationId xmlns:a16="http://schemas.microsoft.com/office/drawing/2014/main" id="{51E2B7E8-9421-019A-249F-DDC5D18333D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DD3957D-044E-186A-8126-10C624F7DFE4}"/>
              </a:ext>
            </a:extLst>
          </p:cNvPr>
          <p:cNvSpPr>
            <a:spLocks noGrp="1"/>
          </p:cNvSpPr>
          <p:nvPr>
            <p:ph type="sldNum" sz="quarter" idx="12"/>
          </p:nvPr>
        </p:nvSpPr>
        <p:spPr/>
        <p:txBody>
          <a:bodyPr/>
          <a:lstStyle/>
          <a:p>
            <a:fld id="{941ACE91-2A72-420C-84CE-09E1B4C30AE4}" type="slidenum">
              <a:rPr lang="en-IN" smtClean="0"/>
              <a:t>‹#›</a:t>
            </a:fld>
            <a:endParaRPr lang="en-IN"/>
          </a:p>
        </p:txBody>
      </p:sp>
    </p:spTree>
    <p:extLst>
      <p:ext uri="{BB962C8B-B14F-4D97-AF65-F5344CB8AC3E}">
        <p14:creationId xmlns:p14="http://schemas.microsoft.com/office/powerpoint/2010/main" val="1135020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AA4104-0EF8-700D-6510-4D0D48AF1DEC}"/>
              </a:ext>
            </a:extLst>
          </p:cNvPr>
          <p:cNvSpPr>
            <a:spLocks noGrp="1"/>
          </p:cNvSpPr>
          <p:nvPr>
            <p:ph type="dt" sz="half" idx="10"/>
          </p:nvPr>
        </p:nvSpPr>
        <p:spPr/>
        <p:txBody>
          <a:bodyPr/>
          <a:lstStyle/>
          <a:p>
            <a:fld id="{E1397D00-8CB5-4D80-9951-4E65ABC9B955}" type="datetimeFigureOut">
              <a:rPr lang="en-IN" smtClean="0"/>
              <a:t>04-05-2023</a:t>
            </a:fld>
            <a:endParaRPr lang="en-IN"/>
          </a:p>
        </p:txBody>
      </p:sp>
      <p:sp>
        <p:nvSpPr>
          <p:cNvPr id="3" name="Footer Placeholder 2">
            <a:extLst>
              <a:ext uri="{FF2B5EF4-FFF2-40B4-BE49-F238E27FC236}">
                <a16:creationId xmlns:a16="http://schemas.microsoft.com/office/drawing/2014/main" id="{4503AE6F-2CAD-BA22-B09D-B02DC243438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F871C4D-D516-EFE6-DF87-AD846CAFCFAE}"/>
              </a:ext>
            </a:extLst>
          </p:cNvPr>
          <p:cNvSpPr>
            <a:spLocks noGrp="1"/>
          </p:cNvSpPr>
          <p:nvPr>
            <p:ph type="sldNum" sz="quarter" idx="12"/>
          </p:nvPr>
        </p:nvSpPr>
        <p:spPr/>
        <p:txBody>
          <a:bodyPr/>
          <a:lstStyle/>
          <a:p>
            <a:fld id="{941ACE91-2A72-420C-84CE-09E1B4C30AE4}" type="slidenum">
              <a:rPr lang="en-IN" smtClean="0"/>
              <a:t>‹#›</a:t>
            </a:fld>
            <a:endParaRPr lang="en-IN"/>
          </a:p>
        </p:txBody>
      </p:sp>
    </p:spTree>
    <p:extLst>
      <p:ext uri="{BB962C8B-B14F-4D97-AF65-F5344CB8AC3E}">
        <p14:creationId xmlns:p14="http://schemas.microsoft.com/office/powerpoint/2010/main" val="6246069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5504C-6097-FF20-588D-1CDCA4CF38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E06F44C-8406-C021-5074-DDC45717DF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2BC3813-C7EC-93DE-A25F-6C7EF053BD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652696-7820-E3AC-AB3C-091ECBC6CDFD}"/>
              </a:ext>
            </a:extLst>
          </p:cNvPr>
          <p:cNvSpPr>
            <a:spLocks noGrp="1"/>
          </p:cNvSpPr>
          <p:nvPr>
            <p:ph type="dt" sz="half" idx="10"/>
          </p:nvPr>
        </p:nvSpPr>
        <p:spPr/>
        <p:txBody>
          <a:bodyPr/>
          <a:lstStyle/>
          <a:p>
            <a:fld id="{E1397D00-8CB5-4D80-9951-4E65ABC9B955}" type="datetimeFigureOut">
              <a:rPr lang="en-IN" smtClean="0"/>
              <a:t>04-05-2023</a:t>
            </a:fld>
            <a:endParaRPr lang="en-IN"/>
          </a:p>
        </p:txBody>
      </p:sp>
      <p:sp>
        <p:nvSpPr>
          <p:cNvPr id="6" name="Footer Placeholder 5">
            <a:extLst>
              <a:ext uri="{FF2B5EF4-FFF2-40B4-BE49-F238E27FC236}">
                <a16:creationId xmlns:a16="http://schemas.microsoft.com/office/drawing/2014/main" id="{59ACB745-E7B5-75D1-26ED-DBA00BE109A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8F607A-1A60-BB2B-43F5-0C48BA239FF1}"/>
              </a:ext>
            </a:extLst>
          </p:cNvPr>
          <p:cNvSpPr>
            <a:spLocks noGrp="1"/>
          </p:cNvSpPr>
          <p:nvPr>
            <p:ph type="sldNum" sz="quarter" idx="12"/>
          </p:nvPr>
        </p:nvSpPr>
        <p:spPr/>
        <p:txBody>
          <a:bodyPr/>
          <a:lstStyle/>
          <a:p>
            <a:fld id="{941ACE91-2A72-420C-84CE-09E1B4C30AE4}" type="slidenum">
              <a:rPr lang="en-IN" smtClean="0"/>
              <a:t>‹#›</a:t>
            </a:fld>
            <a:endParaRPr lang="en-IN"/>
          </a:p>
        </p:txBody>
      </p:sp>
    </p:spTree>
    <p:extLst>
      <p:ext uri="{BB962C8B-B14F-4D97-AF65-F5344CB8AC3E}">
        <p14:creationId xmlns:p14="http://schemas.microsoft.com/office/powerpoint/2010/main" val="1346122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33DB7-A820-82F3-4BAA-518AC1CD64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E15C284-0F3A-586F-2CB1-F0E185845F3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EC3F34C-DB25-E6AD-C33B-97A2B8AD9C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A7EDDF-63C3-F978-5D54-F5E4EF4AEA80}"/>
              </a:ext>
            </a:extLst>
          </p:cNvPr>
          <p:cNvSpPr>
            <a:spLocks noGrp="1"/>
          </p:cNvSpPr>
          <p:nvPr>
            <p:ph type="dt" sz="half" idx="10"/>
          </p:nvPr>
        </p:nvSpPr>
        <p:spPr/>
        <p:txBody>
          <a:bodyPr/>
          <a:lstStyle/>
          <a:p>
            <a:fld id="{E1397D00-8CB5-4D80-9951-4E65ABC9B955}" type="datetimeFigureOut">
              <a:rPr lang="en-IN" smtClean="0"/>
              <a:t>04-05-2023</a:t>
            </a:fld>
            <a:endParaRPr lang="en-IN"/>
          </a:p>
        </p:txBody>
      </p:sp>
      <p:sp>
        <p:nvSpPr>
          <p:cNvPr id="6" name="Footer Placeholder 5">
            <a:extLst>
              <a:ext uri="{FF2B5EF4-FFF2-40B4-BE49-F238E27FC236}">
                <a16:creationId xmlns:a16="http://schemas.microsoft.com/office/drawing/2014/main" id="{8FB5CC78-702E-6101-8EBE-DD2D87A1504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C06EA0-3BED-F11E-858E-1F09740A0D2F}"/>
              </a:ext>
            </a:extLst>
          </p:cNvPr>
          <p:cNvSpPr>
            <a:spLocks noGrp="1"/>
          </p:cNvSpPr>
          <p:nvPr>
            <p:ph type="sldNum" sz="quarter" idx="12"/>
          </p:nvPr>
        </p:nvSpPr>
        <p:spPr/>
        <p:txBody>
          <a:bodyPr/>
          <a:lstStyle/>
          <a:p>
            <a:fld id="{941ACE91-2A72-420C-84CE-09E1B4C30AE4}" type="slidenum">
              <a:rPr lang="en-IN" smtClean="0"/>
              <a:t>‹#›</a:t>
            </a:fld>
            <a:endParaRPr lang="en-IN"/>
          </a:p>
        </p:txBody>
      </p:sp>
    </p:spTree>
    <p:extLst>
      <p:ext uri="{BB962C8B-B14F-4D97-AF65-F5344CB8AC3E}">
        <p14:creationId xmlns:p14="http://schemas.microsoft.com/office/powerpoint/2010/main" val="26536958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3F83E-5A91-BA34-34D4-D0ABE77AD9D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E18C6C-BB3A-B33B-A65C-1634B779C9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B41F86-876A-0687-8015-265501A1B717}"/>
              </a:ext>
            </a:extLst>
          </p:cNvPr>
          <p:cNvSpPr>
            <a:spLocks noGrp="1"/>
          </p:cNvSpPr>
          <p:nvPr>
            <p:ph type="dt" sz="half" idx="10"/>
          </p:nvPr>
        </p:nvSpPr>
        <p:spPr/>
        <p:txBody>
          <a:bodyPr/>
          <a:lstStyle/>
          <a:p>
            <a:fld id="{E1397D00-8CB5-4D80-9951-4E65ABC9B955}" type="datetimeFigureOut">
              <a:rPr lang="en-IN" smtClean="0"/>
              <a:t>04-05-2023</a:t>
            </a:fld>
            <a:endParaRPr lang="en-IN"/>
          </a:p>
        </p:txBody>
      </p:sp>
      <p:sp>
        <p:nvSpPr>
          <p:cNvPr id="5" name="Footer Placeholder 4">
            <a:extLst>
              <a:ext uri="{FF2B5EF4-FFF2-40B4-BE49-F238E27FC236}">
                <a16:creationId xmlns:a16="http://schemas.microsoft.com/office/drawing/2014/main" id="{74C7ED41-D944-9FD4-442D-AFC2E797ED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3F3A40-402A-649C-AE97-A22F7E35C07B}"/>
              </a:ext>
            </a:extLst>
          </p:cNvPr>
          <p:cNvSpPr>
            <a:spLocks noGrp="1"/>
          </p:cNvSpPr>
          <p:nvPr>
            <p:ph type="sldNum" sz="quarter" idx="12"/>
          </p:nvPr>
        </p:nvSpPr>
        <p:spPr/>
        <p:txBody>
          <a:bodyPr/>
          <a:lstStyle/>
          <a:p>
            <a:fld id="{941ACE91-2A72-420C-84CE-09E1B4C30AE4}" type="slidenum">
              <a:rPr lang="en-IN" smtClean="0"/>
              <a:t>‹#›</a:t>
            </a:fld>
            <a:endParaRPr lang="en-IN"/>
          </a:p>
        </p:txBody>
      </p:sp>
    </p:spTree>
    <p:extLst>
      <p:ext uri="{BB962C8B-B14F-4D97-AF65-F5344CB8AC3E}">
        <p14:creationId xmlns:p14="http://schemas.microsoft.com/office/powerpoint/2010/main" val="7712121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F505D7-0C12-75F0-8871-AF073D50745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812B146-9558-8578-0516-7CF8EB511E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C2A382-38A2-F01D-B4C5-557E15E4C5D4}"/>
              </a:ext>
            </a:extLst>
          </p:cNvPr>
          <p:cNvSpPr>
            <a:spLocks noGrp="1"/>
          </p:cNvSpPr>
          <p:nvPr>
            <p:ph type="dt" sz="half" idx="10"/>
          </p:nvPr>
        </p:nvSpPr>
        <p:spPr/>
        <p:txBody>
          <a:bodyPr/>
          <a:lstStyle/>
          <a:p>
            <a:fld id="{E1397D00-8CB5-4D80-9951-4E65ABC9B955}" type="datetimeFigureOut">
              <a:rPr lang="en-IN" smtClean="0"/>
              <a:t>04-05-2023</a:t>
            </a:fld>
            <a:endParaRPr lang="en-IN"/>
          </a:p>
        </p:txBody>
      </p:sp>
      <p:sp>
        <p:nvSpPr>
          <p:cNvPr id="5" name="Footer Placeholder 4">
            <a:extLst>
              <a:ext uri="{FF2B5EF4-FFF2-40B4-BE49-F238E27FC236}">
                <a16:creationId xmlns:a16="http://schemas.microsoft.com/office/drawing/2014/main" id="{891B8949-0AE3-F0B9-473F-F15818C418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C38B91-1EEA-9EDE-8779-50112BC96EC0}"/>
              </a:ext>
            </a:extLst>
          </p:cNvPr>
          <p:cNvSpPr>
            <a:spLocks noGrp="1"/>
          </p:cNvSpPr>
          <p:nvPr>
            <p:ph type="sldNum" sz="quarter" idx="12"/>
          </p:nvPr>
        </p:nvSpPr>
        <p:spPr/>
        <p:txBody>
          <a:bodyPr/>
          <a:lstStyle/>
          <a:p>
            <a:fld id="{941ACE91-2A72-420C-84CE-09E1B4C30AE4}" type="slidenum">
              <a:rPr lang="en-IN" smtClean="0"/>
              <a:t>‹#›</a:t>
            </a:fld>
            <a:endParaRPr lang="en-IN"/>
          </a:p>
        </p:txBody>
      </p:sp>
    </p:spTree>
    <p:extLst>
      <p:ext uri="{BB962C8B-B14F-4D97-AF65-F5344CB8AC3E}">
        <p14:creationId xmlns:p14="http://schemas.microsoft.com/office/powerpoint/2010/main" val="3882545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3D59CB4-9573-1DBD-30A4-1A5DD1955A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EEA1757-1EEF-2303-621E-49C174A081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4EE840-3186-8064-3E1F-6A1A669D99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397D00-8CB5-4D80-9951-4E65ABC9B955}" type="datetimeFigureOut">
              <a:rPr lang="en-IN" smtClean="0"/>
              <a:t>04-05-2023</a:t>
            </a:fld>
            <a:endParaRPr lang="en-IN"/>
          </a:p>
        </p:txBody>
      </p:sp>
      <p:sp>
        <p:nvSpPr>
          <p:cNvPr id="5" name="Footer Placeholder 4">
            <a:extLst>
              <a:ext uri="{FF2B5EF4-FFF2-40B4-BE49-F238E27FC236}">
                <a16:creationId xmlns:a16="http://schemas.microsoft.com/office/drawing/2014/main" id="{6F4E7C3D-01E8-7442-1B8E-7E3F3D82E7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B9FB4F8-7D27-AABF-AF7C-E5ED68AEE2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1ACE91-2A72-420C-84CE-09E1B4C30AE4}" type="slidenum">
              <a:rPr lang="en-IN" smtClean="0"/>
              <a:t>‹#›</a:t>
            </a:fld>
            <a:endParaRPr lang="en-IN"/>
          </a:p>
        </p:txBody>
      </p:sp>
    </p:spTree>
    <p:extLst>
      <p:ext uri="{BB962C8B-B14F-4D97-AF65-F5344CB8AC3E}">
        <p14:creationId xmlns:p14="http://schemas.microsoft.com/office/powerpoint/2010/main" val="9563096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C972A13-D650-61F0-80C2-41B58F411F64}"/>
              </a:ext>
            </a:extLst>
          </p:cNvPr>
          <p:cNvSpPr txBox="1"/>
          <p:nvPr/>
        </p:nvSpPr>
        <p:spPr>
          <a:xfrm>
            <a:off x="200320" y="225773"/>
            <a:ext cx="11064710" cy="1200329"/>
          </a:xfrm>
          <a:prstGeom prst="rect">
            <a:avLst/>
          </a:prstGeom>
          <a:noFill/>
        </p:spPr>
        <p:txBody>
          <a:bodyPr wrap="square">
            <a:spAutoFit/>
          </a:bodyPr>
          <a:lstStyle/>
          <a:p>
            <a:pPr algn="just"/>
            <a:r>
              <a:rPr lang="en-US" b="0" i="0" dirty="0">
                <a:solidFill>
                  <a:srgbClr val="4466C5"/>
                </a:solidFill>
                <a:effectLst/>
                <a:latin typeface="Segoe UI" panose="020B0502040204020203" pitchFamily="34" charset="0"/>
              </a:rPr>
              <a:t>Association</a:t>
            </a:r>
          </a:p>
          <a:p>
            <a:pPr algn="just"/>
            <a:r>
              <a:rPr lang="en-US" b="0" i="0" dirty="0">
                <a:solidFill>
                  <a:srgbClr val="161616"/>
                </a:solidFill>
                <a:effectLst/>
                <a:latin typeface="Segoe UI" panose="020B0502040204020203" pitchFamily="34" charset="0"/>
              </a:rPr>
              <a:t>It represents a relationship between two or more objects where all objects have their own lifecycle and there is no owner. The name of an association specifies the nature of the relationship between objects. This is represented by a solid line.</a:t>
            </a:r>
          </a:p>
        </p:txBody>
      </p:sp>
      <p:pic>
        <p:nvPicPr>
          <p:cNvPr id="2050" name="Picture 2">
            <a:extLst>
              <a:ext uri="{FF2B5EF4-FFF2-40B4-BE49-F238E27FC236}">
                <a16:creationId xmlns:a16="http://schemas.microsoft.com/office/drawing/2014/main" id="{42301BA0-5A5B-7CD8-188F-E6F4CFB917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3301" y="1707872"/>
            <a:ext cx="1571625" cy="14287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F059D02-F65D-4C6E-C28A-5BA0D68F77CA}"/>
              </a:ext>
            </a:extLst>
          </p:cNvPr>
          <p:cNvSpPr txBox="1"/>
          <p:nvPr/>
        </p:nvSpPr>
        <p:spPr>
          <a:xfrm>
            <a:off x="285161" y="1958419"/>
            <a:ext cx="11309808" cy="923330"/>
          </a:xfrm>
          <a:prstGeom prst="rect">
            <a:avLst/>
          </a:prstGeom>
          <a:noFill/>
        </p:spPr>
        <p:txBody>
          <a:bodyPr wrap="square">
            <a:spAutoFit/>
          </a:bodyPr>
          <a:lstStyle/>
          <a:p>
            <a:r>
              <a:rPr lang="en-US" b="0" i="0" dirty="0">
                <a:solidFill>
                  <a:srgbClr val="161616"/>
                </a:solidFill>
                <a:effectLst/>
                <a:latin typeface="Segoe UI" panose="020B0502040204020203" pitchFamily="34" charset="0"/>
              </a:rPr>
              <a:t>Let’s take an example of a relationship between Teacher and Student. Multiple students can associate with a single teacher and a single student can associate with multiple teachers. But there is no ownership between the objects and both have their own lifecycle. Both can be created and deleted independently.</a:t>
            </a:r>
            <a:endParaRPr lang="en-IN" dirty="0"/>
          </a:p>
        </p:txBody>
      </p:sp>
      <p:sp>
        <p:nvSpPr>
          <p:cNvPr id="8" name="Rectangle 7">
            <a:extLst>
              <a:ext uri="{FF2B5EF4-FFF2-40B4-BE49-F238E27FC236}">
                <a16:creationId xmlns:a16="http://schemas.microsoft.com/office/drawing/2014/main" id="{400466AB-3F0E-08C3-D410-6AD81B0281CC}"/>
              </a:ext>
            </a:extLst>
          </p:cNvPr>
          <p:cNvSpPr/>
          <p:nvPr/>
        </p:nvSpPr>
        <p:spPr>
          <a:xfrm>
            <a:off x="2620651" y="3271101"/>
            <a:ext cx="1178351" cy="4996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Student</a:t>
            </a:r>
            <a:endParaRPr lang="en-IN" dirty="0"/>
          </a:p>
        </p:txBody>
      </p:sp>
      <p:sp>
        <p:nvSpPr>
          <p:cNvPr id="9" name="Rectangle 8">
            <a:extLst>
              <a:ext uri="{FF2B5EF4-FFF2-40B4-BE49-F238E27FC236}">
                <a16:creationId xmlns:a16="http://schemas.microsoft.com/office/drawing/2014/main" id="{063ED2AD-3A9F-30B1-5C37-DB7689A12B98}"/>
              </a:ext>
            </a:extLst>
          </p:cNvPr>
          <p:cNvSpPr/>
          <p:nvPr/>
        </p:nvSpPr>
        <p:spPr>
          <a:xfrm>
            <a:off x="5549491" y="3301068"/>
            <a:ext cx="1178351" cy="4996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Teacher</a:t>
            </a:r>
            <a:endParaRPr lang="en-IN" dirty="0"/>
          </a:p>
        </p:txBody>
      </p:sp>
      <p:pic>
        <p:nvPicPr>
          <p:cNvPr id="10" name="Picture 2">
            <a:extLst>
              <a:ext uri="{FF2B5EF4-FFF2-40B4-BE49-F238E27FC236}">
                <a16:creationId xmlns:a16="http://schemas.microsoft.com/office/drawing/2014/main" id="{E73CEFC2-5E8E-033D-136D-EE1BE0AFB2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3301" y="3520911"/>
            <a:ext cx="1571625" cy="14287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63420CE6-F895-8248-B2FE-4825BCD9D542}"/>
              </a:ext>
            </a:extLst>
          </p:cNvPr>
          <p:cNvSpPr txBox="1"/>
          <p:nvPr/>
        </p:nvSpPr>
        <p:spPr>
          <a:xfrm>
            <a:off x="4161688" y="3181546"/>
            <a:ext cx="1598089" cy="369332"/>
          </a:xfrm>
          <a:prstGeom prst="rect">
            <a:avLst/>
          </a:prstGeom>
          <a:noFill/>
        </p:spPr>
        <p:txBody>
          <a:bodyPr wrap="square" rtlCol="0">
            <a:spAutoFit/>
          </a:bodyPr>
          <a:lstStyle/>
          <a:p>
            <a:r>
              <a:rPr lang="en-US" dirty="0" err="1"/>
              <a:t>TaughtBy</a:t>
            </a:r>
            <a:endParaRPr lang="en-IN" dirty="0"/>
          </a:p>
        </p:txBody>
      </p:sp>
      <p:sp>
        <p:nvSpPr>
          <p:cNvPr id="12" name="TextBox 11">
            <a:extLst>
              <a:ext uri="{FF2B5EF4-FFF2-40B4-BE49-F238E27FC236}">
                <a16:creationId xmlns:a16="http://schemas.microsoft.com/office/drawing/2014/main" id="{50020A8C-BE7F-7052-8CFB-2ECD804A4768}"/>
              </a:ext>
            </a:extLst>
          </p:cNvPr>
          <p:cNvSpPr txBox="1"/>
          <p:nvPr/>
        </p:nvSpPr>
        <p:spPr>
          <a:xfrm>
            <a:off x="3951402" y="3700135"/>
            <a:ext cx="1598089" cy="307777"/>
          </a:xfrm>
          <a:prstGeom prst="rect">
            <a:avLst/>
          </a:prstGeom>
          <a:noFill/>
        </p:spPr>
        <p:txBody>
          <a:bodyPr wrap="square" rtlCol="0">
            <a:spAutoFit/>
          </a:bodyPr>
          <a:lstStyle/>
          <a:p>
            <a:pPr algn="just"/>
            <a:r>
              <a:rPr lang="en-US" sz="1400" b="0" i="0" dirty="0">
                <a:solidFill>
                  <a:srgbClr val="4466C5"/>
                </a:solidFill>
                <a:effectLst/>
                <a:latin typeface="Segoe UI" panose="020B0502040204020203" pitchFamily="34" charset="0"/>
              </a:rPr>
              <a:t>Association</a:t>
            </a:r>
          </a:p>
        </p:txBody>
      </p:sp>
    </p:spTree>
    <p:extLst>
      <p:ext uri="{BB962C8B-B14F-4D97-AF65-F5344CB8AC3E}">
        <p14:creationId xmlns:p14="http://schemas.microsoft.com/office/powerpoint/2010/main" val="954752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CBCA327-29C6-5B0D-6306-C721E53B2157}"/>
              </a:ext>
            </a:extLst>
          </p:cNvPr>
          <p:cNvSpPr>
            <a:spLocks noChangeArrowheads="1"/>
          </p:cNvSpPr>
          <p:nvPr/>
        </p:nvSpPr>
        <p:spPr bwMode="auto">
          <a:xfrm>
            <a:off x="329938" y="460539"/>
            <a:ext cx="11538408" cy="1482417"/>
          </a:xfrm>
          <a:prstGeom prst="rect">
            <a:avLst/>
          </a:prstGeom>
          <a:solidFill>
            <a:srgbClr val="FCFC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rgbClr val="4466C5"/>
                </a:solidFill>
                <a:effectLst/>
                <a:latin typeface="Segoe UI" panose="020B0502040204020203" pitchFamily="34" charset="0"/>
                <a:cs typeface="Segoe UI" panose="020B0502040204020203" pitchFamily="34" charset="0"/>
              </a:rPr>
              <a:t>Aggregation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It is a specialized form of Association where all object has its own lifecycle but there is ownership. This represents “whole-part or a-part-of” relationship. This is represented by a hollow diamond followed by a line.  </a:t>
            </a: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a:t>
            </a:r>
            <a:endParaRPr kumimoji="0" lang="en-US" altLang="en-US" sz="10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Let’s take an example of a relationship between the Department and Teacher. A Teacher may belong to multiple departments. Hence Teacher is a part of multiple departments. But if we delete a Department, Teacher Object will not destroy.</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pic>
        <p:nvPicPr>
          <p:cNvPr id="3074" name="Picture 2">
            <a:extLst>
              <a:ext uri="{FF2B5EF4-FFF2-40B4-BE49-F238E27FC236}">
                <a16:creationId xmlns:a16="http://schemas.microsoft.com/office/drawing/2014/main" id="{3F3EB339-0FDB-C8EB-B63E-A4424E1E76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3612" y="2106485"/>
            <a:ext cx="1885950" cy="24765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757EE72B-9E2D-CC2D-CA48-B8984A11E3E6}"/>
              </a:ext>
            </a:extLst>
          </p:cNvPr>
          <p:cNvSpPr/>
          <p:nvPr/>
        </p:nvSpPr>
        <p:spPr>
          <a:xfrm>
            <a:off x="2721217" y="2393989"/>
            <a:ext cx="1583704" cy="4996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Department</a:t>
            </a:r>
            <a:endParaRPr lang="en-IN" dirty="0"/>
          </a:p>
        </p:txBody>
      </p:sp>
      <p:sp>
        <p:nvSpPr>
          <p:cNvPr id="6" name="Rectangle 5">
            <a:extLst>
              <a:ext uri="{FF2B5EF4-FFF2-40B4-BE49-F238E27FC236}">
                <a16:creationId xmlns:a16="http://schemas.microsoft.com/office/drawing/2014/main" id="{C4CE8517-1E07-61CB-8DEE-8BA128B8D376}"/>
              </a:ext>
            </a:extLst>
          </p:cNvPr>
          <p:cNvSpPr/>
          <p:nvPr/>
        </p:nvSpPr>
        <p:spPr>
          <a:xfrm>
            <a:off x="5596625" y="2354135"/>
            <a:ext cx="1178351" cy="4996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Teacher</a:t>
            </a:r>
            <a:endParaRPr lang="en-IN" dirty="0"/>
          </a:p>
        </p:txBody>
      </p:sp>
      <p:pic>
        <p:nvPicPr>
          <p:cNvPr id="7" name="Picture 2">
            <a:extLst>
              <a:ext uri="{FF2B5EF4-FFF2-40B4-BE49-F238E27FC236}">
                <a16:creationId xmlns:a16="http://schemas.microsoft.com/office/drawing/2014/main" id="{4724964C-0ED5-983E-EDC4-1F7B3B6FAB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flipV="1">
            <a:off x="4304921" y="2603945"/>
            <a:ext cx="1291704" cy="16961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28B15026-0FCF-C3FA-739A-B8F55CE845FA}"/>
              </a:ext>
            </a:extLst>
          </p:cNvPr>
          <p:cNvSpPr txBox="1"/>
          <p:nvPr/>
        </p:nvSpPr>
        <p:spPr>
          <a:xfrm>
            <a:off x="4151728" y="2983519"/>
            <a:ext cx="1598089" cy="307777"/>
          </a:xfrm>
          <a:prstGeom prst="rect">
            <a:avLst/>
          </a:prstGeom>
          <a:noFill/>
        </p:spPr>
        <p:txBody>
          <a:bodyPr wrap="square" rtlCol="0">
            <a:spAutoFit/>
          </a:bodyPr>
          <a:lstStyle/>
          <a:p>
            <a:pPr algn="just"/>
            <a:r>
              <a:rPr lang="en-US" sz="1400" b="0" i="0" dirty="0">
                <a:solidFill>
                  <a:srgbClr val="4466C5"/>
                </a:solidFill>
                <a:effectLst/>
                <a:latin typeface="Segoe UI" panose="020B0502040204020203" pitchFamily="34" charset="0"/>
              </a:rPr>
              <a:t>Aggregation</a:t>
            </a:r>
          </a:p>
        </p:txBody>
      </p:sp>
      <p:sp>
        <p:nvSpPr>
          <p:cNvPr id="9" name="Rectangle 3">
            <a:extLst>
              <a:ext uri="{FF2B5EF4-FFF2-40B4-BE49-F238E27FC236}">
                <a16:creationId xmlns:a16="http://schemas.microsoft.com/office/drawing/2014/main" id="{6252B9DD-44DF-FF01-66E7-7ED8D6D66781}"/>
              </a:ext>
            </a:extLst>
          </p:cNvPr>
          <p:cNvSpPr>
            <a:spLocks noChangeArrowheads="1"/>
          </p:cNvSpPr>
          <p:nvPr/>
        </p:nvSpPr>
        <p:spPr bwMode="auto">
          <a:xfrm>
            <a:off x="117986" y="3311750"/>
            <a:ext cx="11750359" cy="2067192"/>
          </a:xfrm>
          <a:prstGeom prst="rect">
            <a:avLst/>
          </a:prstGeom>
          <a:solidFill>
            <a:srgbClr val="FCFC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rgbClr val="4466C5"/>
                </a:solidFill>
                <a:effectLst/>
                <a:latin typeface="Segoe UI" panose="020B0502040204020203" pitchFamily="34" charset="0"/>
                <a:cs typeface="Segoe UI" panose="020B0502040204020203" pitchFamily="34" charset="0"/>
              </a:rPr>
              <a:t>Composition</a:t>
            </a:r>
            <a:endParaRPr kumimoji="0" lang="en-US" altLang="en-US" sz="2800" b="1" i="0" u="none" strike="noStrike" cap="none" normalizeH="0" baseline="0" dirty="0">
              <a:ln>
                <a:noFill/>
              </a:ln>
              <a:solidFill>
                <a:srgbClr val="4466C5"/>
              </a:solidFill>
              <a:effectLst/>
              <a:latin typeface="Segoe UI" panose="020B0502040204020203" pitchFamily="34" charset="0"/>
              <a:cs typeface="Segoe UI" panose="020B0502040204020203"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It is a specialized form of Aggregation. It is a </a:t>
            </a:r>
            <a:r>
              <a:rPr kumimoji="0" lang="en-US" altLang="en-US" sz="1600" b="1" i="0" u="none" strike="noStrike" cap="none" normalizeH="0" baseline="0" dirty="0">
                <a:ln>
                  <a:noFill/>
                </a:ln>
                <a:solidFill>
                  <a:srgbClr val="FF0000"/>
                </a:solidFill>
                <a:effectLst/>
                <a:latin typeface="Segoe UI" panose="020B0502040204020203" pitchFamily="34" charset="0"/>
                <a:cs typeface="Segoe UI" panose="020B0502040204020203" pitchFamily="34" charset="0"/>
              </a:rPr>
              <a:t>strong type of Aggregation</a:t>
            </a:r>
            <a:r>
              <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In this relationship, child objects do not have their lifecycle without the Parent object. If a parent object is deleted, all its child objects will also be deleted. This represents “death” relationship. This is represented by a solid diamond followed by a line.</a:t>
            </a:r>
            <a:endParaRPr kumimoji="0" lang="en-US" altLang="en-US" sz="10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a:t>
            </a:r>
            <a:r>
              <a:rPr kumimoji="0" lang="en-US" altLang="en-US" sz="24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a:t>
            </a:r>
            <a:endParaRPr kumimoji="0" lang="en-US" altLang="en-US" sz="10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Let’s take an example of a relationship between House and rooms. House can contain multiple rooms there is no independent life of room and any room cannot belongs to two different houses if we delete the house room will automatically delete.</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pic>
        <p:nvPicPr>
          <p:cNvPr id="10" name="Picture 4">
            <a:extLst>
              <a:ext uri="{FF2B5EF4-FFF2-40B4-BE49-F238E27FC236}">
                <a16:creationId xmlns:a16="http://schemas.microsoft.com/office/drawing/2014/main" id="{110AEA6D-C58D-9826-3EAE-8D8692FBCF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V="1">
            <a:off x="1567424" y="5314110"/>
            <a:ext cx="3155406" cy="48297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2E795005-E619-E282-EA64-ABBE64631E7E}"/>
              </a:ext>
            </a:extLst>
          </p:cNvPr>
          <p:cNvSpPr txBox="1"/>
          <p:nvPr/>
        </p:nvSpPr>
        <p:spPr>
          <a:xfrm>
            <a:off x="0" y="5824406"/>
            <a:ext cx="11621665" cy="923330"/>
          </a:xfrm>
          <a:prstGeom prst="rect">
            <a:avLst/>
          </a:prstGeom>
          <a:noFill/>
        </p:spPr>
        <p:txBody>
          <a:bodyPr wrap="square">
            <a:spAutoFit/>
          </a:bodyPr>
          <a:lstStyle/>
          <a:p>
            <a:r>
              <a:rPr lang="en-US" b="0" i="0" dirty="0">
                <a:solidFill>
                  <a:srgbClr val="161616"/>
                </a:solidFill>
                <a:effectLst/>
                <a:latin typeface="Segoe UI" panose="020B0502040204020203" pitchFamily="34" charset="0"/>
              </a:rPr>
              <a:t>Let’s take another example of a relationship between Questions and options. Single questions can have multiple options and option cannot belong to multiple questions. If we delete questions options will be automatically deleted.</a:t>
            </a:r>
            <a:endParaRPr lang="en-IN" dirty="0"/>
          </a:p>
        </p:txBody>
      </p:sp>
    </p:spTree>
    <p:extLst>
      <p:ext uri="{BB962C8B-B14F-4D97-AF65-F5344CB8AC3E}">
        <p14:creationId xmlns:p14="http://schemas.microsoft.com/office/powerpoint/2010/main" val="3709155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2A5807C6-9284-A0C6-2953-6846F8966E5C}"/>
              </a:ext>
            </a:extLst>
          </p:cNvPr>
          <p:cNvGraphicFramePr>
            <a:graphicFrameLocks noGrp="1"/>
          </p:cNvGraphicFramePr>
          <p:nvPr>
            <p:ph idx="1"/>
            <p:extLst>
              <p:ext uri="{D42A27DB-BD31-4B8C-83A1-F6EECF244321}">
                <p14:modId xmlns:p14="http://schemas.microsoft.com/office/powerpoint/2010/main" val="11061531"/>
              </p:ext>
            </p:extLst>
          </p:nvPr>
        </p:nvGraphicFramePr>
        <p:xfrm>
          <a:off x="711200" y="1084739"/>
          <a:ext cx="10515600" cy="5364480"/>
        </p:xfrm>
        <a:graphic>
          <a:graphicData uri="http://schemas.openxmlformats.org/drawingml/2006/table">
            <a:tbl>
              <a:tblPr/>
              <a:tblGrid>
                <a:gridCol w="929064">
                  <a:extLst>
                    <a:ext uri="{9D8B030D-6E8A-4147-A177-3AD203B41FA5}">
                      <a16:colId xmlns:a16="http://schemas.microsoft.com/office/drawing/2014/main" val="3177594089"/>
                    </a:ext>
                  </a:extLst>
                </a:gridCol>
                <a:gridCol w="4402317">
                  <a:extLst>
                    <a:ext uri="{9D8B030D-6E8A-4147-A177-3AD203B41FA5}">
                      <a16:colId xmlns:a16="http://schemas.microsoft.com/office/drawing/2014/main" val="1145071716"/>
                    </a:ext>
                  </a:extLst>
                </a:gridCol>
                <a:gridCol w="5184219">
                  <a:extLst>
                    <a:ext uri="{9D8B030D-6E8A-4147-A177-3AD203B41FA5}">
                      <a16:colId xmlns:a16="http://schemas.microsoft.com/office/drawing/2014/main" val="2835307893"/>
                    </a:ext>
                  </a:extLst>
                </a:gridCol>
              </a:tblGrid>
              <a:tr h="0">
                <a:tc>
                  <a:txBody>
                    <a:bodyPr/>
                    <a:lstStyle/>
                    <a:p>
                      <a:pPr algn="ctr" fontAlgn="base"/>
                      <a:r>
                        <a:rPr lang="en-IN" sz="2000" b="1">
                          <a:effectLst/>
                        </a:rPr>
                        <a:t>S.NO</a:t>
                      </a:r>
                    </a:p>
                  </a:txBody>
                  <a:tcPr marL="38100" marR="381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tcPr>
                </a:tc>
                <a:tc>
                  <a:txBody>
                    <a:bodyPr/>
                    <a:lstStyle/>
                    <a:p>
                      <a:pPr algn="ctr" fontAlgn="base"/>
                      <a:r>
                        <a:rPr lang="en-IN" sz="2000" b="1">
                          <a:effectLst/>
                        </a:rPr>
                        <a:t>Inheritance</a:t>
                      </a:r>
                    </a:p>
                  </a:txBody>
                  <a:tcPr marL="76200" marR="762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tcPr>
                </a:tc>
                <a:tc>
                  <a:txBody>
                    <a:bodyPr/>
                    <a:lstStyle/>
                    <a:p>
                      <a:pPr algn="ctr" fontAlgn="base"/>
                      <a:r>
                        <a:rPr lang="en-IN" sz="2000" b="1">
                          <a:effectLst/>
                        </a:rPr>
                        <a:t>Composition</a:t>
                      </a:r>
                    </a:p>
                  </a:txBody>
                  <a:tcPr marL="76200" marR="762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tcPr>
                </a:tc>
                <a:extLst>
                  <a:ext uri="{0D108BD9-81ED-4DB2-BD59-A6C34878D82A}">
                    <a16:rowId xmlns:a16="http://schemas.microsoft.com/office/drawing/2014/main" val="2569219567"/>
                  </a:ext>
                </a:extLst>
              </a:tr>
              <a:tr h="0">
                <a:tc>
                  <a:txBody>
                    <a:bodyPr/>
                    <a:lstStyle/>
                    <a:p>
                      <a:pPr algn="l" fontAlgn="ctr"/>
                      <a:r>
                        <a:rPr lang="en-IN" sz="1800" b="0" dirty="0">
                          <a:effectLst/>
                        </a:rPr>
                        <a:t>1.</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tcPr>
                </a:tc>
                <a:tc>
                  <a:txBody>
                    <a:bodyPr/>
                    <a:lstStyle/>
                    <a:p>
                      <a:pPr algn="l" fontAlgn="ctr"/>
                      <a:r>
                        <a:rPr lang="en-US" sz="1800" b="0" dirty="0">
                          <a:effectLst/>
                        </a:rPr>
                        <a:t>In inheritance, we define the class which we are inheriting(super class) and most importantly it cannot be changed at runtime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tcPr>
                </a:tc>
                <a:tc>
                  <a:txBody>
                    <a:bodyPr/>
                    <a:lstStyle/>
                    <a:p>
                      <a:pPr algn="l" fontAlgn="ctr"/>
                      <a:r>
                        <a:rPr lang="en-US" sz="1800" b="0">
                          <a:effectLst/>
                        </a:rPr>
                        <a:t>Whereas in composition we only define a type which we want to use and which can hold its different implementation also it can change at runtime. Hence, Composition is much more flexible than Inheritance.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tcPr>
                </a:tc>
                <a:extLst>
                  <a:ext uri="{0D108BD9-81ED-4DB2-BD59-A6C34878D82A}">
                    <a16:rowId xmlns:a16="http://schemas.microsoft.com/office/drawing/2014/main" val="2227602380"/>
                  </a:ext>
                </a:extLst>
              </a:tr>
              <a:tr h="0">
                <a:tc>
                  <a:txBody>
                    <a:bodyPr/>
                    <a:lstStyle/>
                    <a:p>
                      <a:pPr algn="l" fontAlgn="ctr"/>
                      <a:r>
                        <a:rPr lang="en-IN" sz="1800" b="0">
                          <a:effectLst/>
                        </a:rPr>
                        <a:t>2.</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tcPr>
                </a:tc>
                <a:tc>
                  <a:txBody>
                    <a:bodyPr/>
                    <a:lstStyle/>
                    <a:p>
                      <a:pPr algn="l" fontAlgn="ctr"/>
                      <a:r>
                        <a:rPr lang="en-US" sz="1800" b="0">
                          <a:effectLst/>
                        </a:rPr>
                        <a:t>Here we can only extend one class, in other words more than one class can’t be extended as java do not support multiple inheritance. </a:t>
                      </a:r>
                      <a:br>
                        <a:rPr lang="en-US" sz="1800" b="0">
                          <a:effectLst/>
                        </a:rPr>
                      </a:br>
                      <a:r>
                        <a:rPr lang="en-US" sz="1800" b="0">
                          <a:effectLst/>
                        </a:rPr>
                        <a:t> </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tcPr>
                </a:tc>
                <a:tc>
                  <a:txBody>
                    <a:bodyPr/>
                    <a:lstStyle/>
                    <a:p>
                      <a:pPr algn="l" fontAlgn="ctr"/>
                      <a:r>
                        <a:rPr lang="en-US" sz="1800" b="0">
                          <a:effectLst/>
                        </a:rPr>
                        <a:t>Whereas composition allows to use functionality from different class.</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tcPr>
                </a:tc>
                <a:extLst>
                  <a:ext uri="{0D108BD9-81ED-4DB2-BD59-A6C34878D82A}">
                    <a16:rowId xmlns:a16="http://schemas.microsoft.com/office/drawing/2014/main" val="4103115358"/>
                  </a:ext>
                </a:extLst>
              </a:tr>
              <a:tr h="0">
                <a:tc>
                  <a:txBody>
                    <a:bodyPr/>
                    <a:lstStyle/>
                    <a:p>
                      <a:pPr algn="l" fontAlgn="ctr"/>
                      <a:r>
                        <a:rPr lang="en-IN" sz="1800" b="0">
                          <a:effectLst/>
                        </a:rPr>
                        <a:t>3.</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tcPr>
                </a:tc>
                <a:tc>
                  <a:txBody>
                    <a:bodyPr/>
                    <a:lstStyle/>
                    <a:p>
                      <a:pPr algn="l" fontAlgn="ctr"/>
                      <a:r>
                        <a:rPr lang="en-US" sz="1800" b="0">
                          <a:effectLst/>
                        </a:rPr>
                        <a:t>In inheritance we need parent class in order to test child class.</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tcPr>
                </a:tc>
                <a:tc>
                  <a:txBody>
                    <a:bodyPr/>
                    <a:lstStyle/>
                    <a:p>
                      <a:pPr algn="l" fontAlgn="ctr"/>
                      <a:r>
                        <a:rPr lang="en-US" sz="1800" b="0">
                          <a:effectLst/>
                        </a:rPr>
                        <a:t>Composition allows to test the implementation of the classes we are using independent of parent or child class.</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tcPr>
                </a:tc>
                <a:extLst>
                  <a:ext uri="{0D108BD9-81ED-4DB2-BD59-A6C34878D82A}">
                    <a16:rowId xmlns:a16="http://schemas.microsoft.com/office/drawing/2014/main" val="1248666131"/>
                  </a:ext>
                </a:extLst>
              </a:tr>
              <a:tr h="0">
                <a:tc>
                  <a:txBody>
                    <a:bodyPr/>
                    <a:lstStyle/>
                    <a:p>
                      <a:pPr algn="l" fontAlgn="ctr"/>
                      <a:r>
                        <a:rPr lang="en-IN" sz="1800" b="0">
                          <a:effectLst/>
                        </a:rPr>
                        <a:t>4.</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tcPr>
                </a:tc>
                <a:tc>
                  <a:txBody>
                    <a:bodyPr/>
                    <a:lstStyle/>
                    <a:p>
                      <a:pPr algn="l" fontAlgn="ctr"/>
                      <a:r>
                        <a:rPr lang="en-US" sz="1800" b="0">
                          <a:effectLst/>
                        </a:rPr>
                        <a:t>Inheritance cannot extend final class.</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tcPr>
                </a:tc>
                <a:tc>
                  <a:txBody>
                    <a:bodyPr/>
                    <a:lstStyle/>
                    <a:p>
                      <a:pPr algn="l" fontAlgn="ctr"/>
                      <a:r>
                        <a:rPr lang="en-US" sz="1800" b="0">
                          <a:effectLst/>
                        </a:rPr>
                        <a:t>Whereas composition allows code reuse even from final classes.</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tcPr>
                </a:tc>
                <a:extLst>
                  <a:ext uri="{0D108BD9-81ED-4DB2-BD59-A6C34878D82A}">
                    <a16:rowId xmlns:a16="http://schemas.microsoft.com/office/drawing/2014/main" val="3255763538"/>
                  </a:ext>
                </a:extLst>
              </a:tr>
              <a:tr h="0">
                <a:tc>
                  <a:txBody>
                    <a:bodyPr/>
                    <a:lstStyle/>
                    <a:p>
                      <a:pPr algn="l" fontAlgn="ctr"/>
                      <a:r>
                        <a:rPr lang="en-IN" sz="1800" b="0">
                          <a:effectLst/>
                        </a:rPr>
                        <a:t>5.</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tcPr>
                </a:tc>
                <a:tc>
                  <a:txBody>
                    <a:bodyPr/>
                    <a:lstStyle/>
                    <a:p>
                      <a:pPr algn="l" fontAlgn="ctr"/>
                      <a:r>
                        <a:rPr lang="en-US" sz="1800" b="0">
                          <a:effectLst/>
                        </a:rPr>
                        <a:t>It is an </a:t>
                      </a:r>
                      <a:r>
                        <a:rPr lang="en-US" sz="1800" b="1">
                          <a:effectLst/>
                        </a:rPr>
                        <a:t>is-a</a:t>
                      </a:r>
                      <a:r>
                        <a:rPr lang="en-US" sz="1800" b="0">
                          <a:effectLst/>
                        </a:rPr>
                        <a:t> relationship.</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tcPr>
                </a:tc>
                <a:tc>
                  <a:txBody>
                    <a:bodyPr/>
                    <a:lstStyle/>
                    <a:p>
                      <a:pPr algn="l" fontAlgn="ctr"/>
                      <a:r>
                        <a:rPr lang="en-US" sz="1800" b="0" dirty="0">
                          <a:effectLst/>
                        </a:rPr>
                        <a:t>While it is a </a:t>
                      </a:r>
                      <a:r>
                        <a:rPr lang="en-US" sz="1800" b="1" dirty="0">
                          <a:effectLst/>
                        </a:rPr>
                        <a:t>has-a</a:t>
                      </a:r>
                      <a:r>
                        <a:rPr lang="en-US" sz="1800" b="0" dirty="0">
                          <a:effectLst/>
                        </a:rPr>
                        <a:t> relationship.</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tcPr>
                </a:tc>
                <a:extLst>
                  <a:ext uri="{0D108BD9-81ED-4DB2-BD59-A6C34878D82A}">
                    <a16:rowId xmlns:a16="http://schemas.microsoft.com/office/drawing/2014/main" val="862738753"/>
                  </a:ext>
                </a:extLst>
              </a:tr>
            </a:tbl>
          </a:graphicData>
        </a:graphic>
      </p:graphicFrame>
    </p:spTree>
    <p:extLst>
      <p:ext uri="{BB962C8B-B14F-4D97-AF65-F5344CB8AC3E}">
        <p14:creationId xmlns:p14="http://schemas.microsoft.com/office/powerpoint/2010/main" val="35431142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512</Words>
  <Application>Microsoft Office PowerPoint</Application>
  <PresentationFormat>Widescreen</PresentationFormat>
  <Paragraphs>36</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Calibri</vt:lpstr>
      <vt:lpstr>Calibri Light</vt:lpstr>
      <vt:lpstr>Segoe UI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vidyanidhi school</dc:creator>
  <cp:lastModifiedBy>vidyanidhi school</cp:lastModifiedBy>
  <cp:revision>6</cp:revision>
  <dcterms:created xsi:type="dcterms:W3CDTF">2023-05-04T10:17:57Z</dcterms:created>
  <dcterms:modified xsi:type="dcterms:W3CDTF">2023-05-04T10:34:46Z</dcterms:modified>
</cp:coreProperties>
</file>