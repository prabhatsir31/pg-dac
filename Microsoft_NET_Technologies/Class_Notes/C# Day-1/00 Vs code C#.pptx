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D5CF-EEE7-45D7-90A6-A0A05E41A105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8EAD-66A7-4C97-B07A-DFA0E1A5D2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75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D5CF-EEE7-45D7-90A6-A0A05E41A105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8EAD-66A7-4C97-B07A-DFA0E1A5D2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465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D5CF-EEE7-45D7-90A6-A0A05E41A105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8EAD-66A7-4C97-B07A-DFA0E1A5D2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623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D5CF-EEE7-45D7-90A6-A0A05E41A105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8EAD-66A7-4C97-B07A-DFA0E1A5D2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760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D5CF-EEE7-45D7-90A6-A0A05E41A105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8EAD-66A7-4C97-B07A-DFA0E1A5D2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298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D5CF-EEE7-45D7-90A6-A0A05E41A105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8EAD-66A7-4C97-B07A-DFA0E1A5D2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99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D5CF-EEE7-45D7-90A6-A0A05E41A105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8EAD-66A7-4C97-B07A-DFA0E1A5D2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342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D5CF-EEE7-45D7-90A6-A0A05E41A105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8EAD-66A7-4C97-B07A-DFA0E1A5D2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2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D5CF-EEE7-45D7-90A6-A0A05E41A105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8EAD-66A7-4C97-B07A-DFA0E1A5D2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294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D5CF-EEE7-45D7-90A6-A0A05E41A105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8EAD-66A7-4C97-B07A-DFA0E1A5D2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1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8D5CF-EEE7-45D7-90A6-A0A05E41A105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8EAD-66A7-4C97-B07A-DFA0E1A5D2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576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8D5CF-EEE7-45D7-90A6-A0A05E41A105}" type="datetimeFigureOut">
              <a:rPr lang="en-IN" smtClean="0"/>
              <a:t>10-04-2024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308EAD-66A7-4C97-B07A-DFA0E1A5D2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452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1547740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365125"/>
            <a:ext cx="10877550" cy="5492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Click on </a:t>
            </a:r>
            <a:r>
              <a:rPr lang="en-US" dirty="0" smtClean="0"/>
              <a:t>extension </a:t>
            </a:r>
            <a:r>
              <a:rPr lang="en-US" dirty="0" smtClean="0"/>
              <a:t>and type c# </a:t>
            </a:r>
            <a:r>
              <a:rPr lang="en-US" dirty="0" err="1" smtClean="0"/>
              <a:t>dev</a:t>
            </a:r>
            <a:r>
              <a:rPr lang="en-US" dirty="0" smtClean="0"/>
              <a:t> Kit and install it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639159"/>
            <a:ext cx="9609487" cy="200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486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0390" y="266218"/>
            <a:ext cx="8368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Click on View</a:t>
            </a:r>
          </a:p>
          <a:p>
            <a:r>
              <a:rPr lang="en-US" dirty="0" smtClean="0"/>
              <a:t>Click on command Palette</a:t>
            </a:r>
          </a:p>
          <a:p>
            <a:r>
              <a:rPr lang="en-US" dirty="0" smtClean="0"/>
              <a:t>Type </a:t>
            </a:r>
            <a:r>
              <a:rPr lang="en-US" dirty="0" err="1" smtClean="0"/>
              <a:t>.Net</a:t>
            </a:r>
            <a:r>
              <a:rPr lang="en-US" dirty="0" smtClean="0"/>
              <a:t> Project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62" y="1570964"/>
            <a:ext cx="8569752" cy="373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732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0" y="1477328"/>
            <a:ext cx="9171412" cy="3377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0360" y="0"/>
            <a:ext cx="6168313" cy="147732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Select Console App Common Console</a:t>
            </a:r>
          </a:p>
          <a:p>
            <a:r>
              <a:rPr lang="en-US" dirty="0" smtClean="0"/>
              <a:t>Then it will open window explorer </a:t>
            </a:r>
          </a:p>
          <a:p>
            <a:r>
              <a:rPr lang="en-US" dirty="0" smtClean="0"/>
              <a:t>You have to select folder in which it will create your project</a:t>
            </a:r>
          </a:p>
          <a:p>
            <a:r>
              <a:rPr lang="en-US" dirty="0" smtClean="0"/>
              <a:t>Type project name , it will create a folder with that project name</a:t>
            </a:r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90" y="4545539"/>
            <a:ext cx="11396965" cy="294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688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3406" y="676275"/>
            <a:ext cx="2836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Run </a:t>
            </a:r>
            <a:r>
              <a:rPr lang="en-US" smtClean="0"/>
              <a:t>the application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4771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1087</TotalTime>
  <Words>78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Click on extension and type c# dev Kit and install it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7</cp:revision>
  <dcterms:created xsi:type="dcterms:W3CDTF">2024-04-03T11:21:16Z</dcterms:created>
  <dcterms:modified xsi:type="dcterms:W3CDTF">2024-04-10T03:21:36Z</dcterms:modified>
</cp:coreProperties>
</file>