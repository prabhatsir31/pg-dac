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661756-E4FF-B0CF-656F-F392877F3E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1FCE5079-46FF-02C8-EA46-4FB70BD5E7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08881180-F8DD-DD2F-969F-301A32F10DBD}"/>
              </a:ext>
            </a:extLst>
          </p:cNvPr>
          <p:cNvSpPr>
            <a:spLocks noGrp="1"/>
          </p:cNvSpPr>
          <p:nvPr>
            <p:ph type="dt" sz="half" idx="10"/>
          </p:nvPr>
        </p:nvSpPr>
        <p:spPr/>
        <p:txBody>
          <a:bodyPr/>
          <a:lstStyle/>
          <a:p>
            <a:fld id="{AED9E1F0-BCE1-4923-A8FF-3D64849A7F31}" type="datetimeFigureOut">
              <a:rPr lang="en-IN" smtClean="0"/>
              <a:t>19-07-2023</a:t>
            </a:fld>
            <a:endParaRPr lang="en-IN"/>
          </a:p>
        </p:txBody>
      </p:sp>
      <p:sp>
        <p:nvSpPr>
          <p:cNvPr id="5" name="Footer Placeholder 4">
            <a:extLst>
              <a:ext uri="{FF2B5EF4-FFF2-40B4-BE49-F238E27FC236}">
                <a16:creationId xmlns:a16="http://schemas.microsoft.com/office/drawing/2014/main" xmlns="" id="{24509F2E-24BA-2BCE-4E8D-CF7AD85A1D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4B8B966-8FF9-701E-4F51-1DC9FE99ECD3}"/>
              </a:ext>
            </a:extLst>
          </p:cNvPr>
          <p:cNvSpPr>
            <a:spLocks noGrp="1"/>
          </p:cNvSpPr>
          <p:nvPr>
            <p:ph type="sldNum" sz="quarter" idx="12"/>
          </p:nvPr>
        </p:nvSpPr>
        <p:spPr/>
        <p:txBody>
          <a:bodyPr/>
          <a:lstStyle/>
          <a:p>
            <a:fld id="{428DA0BA-FDC7-48C8-BAD2-3545F8CFC272}" type="slidenum">
              <a:rPr lang="en-IN" smtClean="0"/>
              <a:t>‹#›</a:t>
            </a:fld>
            <a:endParaRPr lang="en-IN"/>
          </a:p>
        </p:txBody>
      </p:sp>
    </p:spTree>
    <p:extLst>
      <p:ext uri="{BB962C8B-B14F-4D97-AF65-F5344CB8AC3E}">
        <p14:creationId xmlns:p14="http://schemas.microsoft.com/office/powerpoint/2010/main" val="501392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359126-DECE-B5E3-8625-859E6AE5A4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AF5936E2-22FD-7C91-8980-78A21ED8F5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8433ECA-3797-220A-CC15-239D19B7B3B2}"/>
              </a:ext>
            </a:extLst>
          </p:cNvPr>
          <p:cNvSpPr>
            <a:spLocks noGrp="1"/>
          </p:cNvSpPr>
          <p:nvPr>
            <p:ph type="dt" sz="half" idx="10"/>
          </p:nvPr>
        </p:nvSpPr>
        <p:spPr/>
        <p:txBody>
          <a:bodyPr/>
          <a:lstStyle/>
          <a:p>
            <a:fld id="{AED9E1F0-BCE1-4923-A8FF-3D64849A7F31}" type="datetimeFigureOut">
              <a:rPr lang="en-IN" smtClean="0"/>
              <a:t>19-07-2023</a:t>
            </a:fld>
            <a:endParaRPr lang="en-IN"/>
          </a:p>
        </p:txBody>
      </p:sp>
      <p:sp>
        <p:nvSpPr>
          <p:cNvPr id="5" name="Footer Placeholder 4">
            <a:extLst>
              <a:ext uri="{FF2B5EF4-FFF2-40B4-BE49-F238E27FC236}">
                <a16:creationId xmlns:a16="http://schemas.microsoft.com/office/drawing/2014/main" xmlns="" id="{6B9ED276-E568-76A9-FC4F-345FE654FB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7AB9B6C-DF54-27C4-E45A-C936998A61E8}"/>
              </a:ext>
            </a:extLst>
          </p:cNvPr>
          <p:cNvSpPr>
            <a:spLocks noGrp="1"/>
          </p:cNvSpPr>
          <p:nvPr>
            <p:ph type="sldNum" sz="quarter" idx="12"/>
          </p:nvPr>
        </p:nvSpPr>
        <p:spPr/>
        <p:txBody>
          <a:bodyPr/>
          <a:lstStyle/>
          <a:p>
            <a:fld id="{428DA0BA-FDC7-48C8-BAD2-3545F8CFC272}" type="slidenum">
              <a:rPr lang="en-IN" smtClean="0"/>
              <a:t>‹#›</a:t>
            </a:fld>
            <a:endParaRPr lang="en-IN"/>
          </a:p>
        </p:txBody>
      </p:sp>
    </p:spTree>
    <p:extLst>
      <p:ext uri="{BB962C8B-B14F-4D97-AF65-F5344CB8AC3E}">
        <p14:creationId xmlns:p14="http://schemas.microsoft.com/office/powerpoint/2010/main" val="778661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6AFE9F-0A9F-B00D-EFCA-E18D1A7818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7FE29954-A495-DC92-A9FF-7A8E4D40ED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C919F2D-C748-0C9D-BEA3-7BFEC1B8FB49}"/>
              </a:ext>
            </a:extLst>
          </p:cNvPr>
          <p:cNvSpPr>
            <a:spLocks noGrp="1"/>
          </p:cNvSpPr>
          <p:nvPr>
            <p:ph type="dt" sz="half" idx="10"/>
          </p:nvPr>
        </p:nvSpPr>
        <p:spPr/>
        <p:txBody>
          <a:bodyPr/>
          <a:lstStyle/>
          <a:p>
            <a:fld id="{AED9E1F0-BCE1-4923-A8FF-3D64849A7F31}" type="datetimeFigureOut">
              <a:rPr lang="en-IN" smtClean="0"/>
              <a:t>19-07-2023</a:t>
            </a:fld>
            <a:endParaRPr lang="en-IN"/>
          </a:p>
        </p:txBody>
      </p:sp>
      <p:sp>
        <p:nvSpPr>
          <p:cNvPr id="5" name="Footer Placeholder 4">
            <a:extLst>
              <a:ext uri="{FF2B5EF4-FFF2-40B4-BE49-F238E27FC236}">
                <a16:creationId xmlns:a16="http://schemas.microsoft.com/office/drawing/2014/main" xmlns="" id="{BAA11C3E-D7CE-75D1-EE94-2FE289CF6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64E7285-9DDA-0493-A6CE-BFA597E73CA9}"/>
              </a:ext>
            </a:extLst>
          </p:cNvPr>
          <p:cNvSpPr>
            <a:spLocks noGrp="1"/>
          </p:cNvSpPr>
          <p:nvPr>
            <p:ph type="sldNum" sz="quarter" idx="12"/>
          </p:nvPr>
        </p:nvSpPr>
        <p:spPr/>
        <p:txBody>
          <a:bodyPr/>
          <a:lstStyle/>
          <a:p>
            <a:fld id="{428DA0BA-FDC7-48C8-BAD2-3545F8CFC272}" type="slidenum">
              <a:rPr lang="en-IN" smtClean="0"/>
              <a:t>‹#›</a:t>
            </a:fld>
            <a:endParaRPr lang="en-IN"/>
          </a:p>
        </p:txBody>
      </p:sp>
    </p:spTree>
    <p:extLst>
      <p:ext uri="{BB962C8B-B14F-4D97-AF65-F5344CB8AC3E}">
        <p14:creationId xmlns:p14="http://schemas.microsoft.com/office/powerpoint/2010/main" val="1404624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C65C9A-4371-E0E0-468D-C5ABDE6FC8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A76AC4F-5EEB-B19A-834C-3A4137699D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B9C55F0E-AE95-C147-E150-0587593805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100D5747-4B43-D5F4-E293-69F4D889FB17}"/>
              </a:ext>
            </a:extLst>
          </p:cNvPr>
          <p:cNvSpPr>
            <a:spLocks noGrp="1"/>
          </p:cNvSpPr>
          <p:nvPr>
            <p:ph type="dt" sz="half" idx="10"/>
          </p:nvPr>
        </p:nvSpPr>
        <p:spPr/>
        <p:txBody>
          <a:bodyPr/>
          <a:lstStyle/>
          <a:p>
            <a:fld id="{AED9E1F0-BCE1-4923-A8FF-3D64849A7F31}" type="datetimeFigureOut">
              <a:rPr lang="en-IN" smtClean="0"/>
              <a:t>19-07-2023</a:t>
            </a:fld>
            <a:endParaRPr lang="en-IN"/>
          </a:p>
        </p:txBody>
      </p:sp>
      <p:sp>
        <p:nvSpPr>
          <p:cNvPr id="6" name="Footer Placeholder 5">
            <a:extLst>
              <a:ext uri="{FF2B5EF4-FFF2-40B4-BE49-F238E27FC236}">
                <a16:creationId xmlns:a16="http://schemas.microsoft.com/office/drawing/2014/main" xmlns="" id="{C72C4C3E-4218-F012-8060-4BB22475F6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41C1AA4-BC46-8008-EDA1-E94E30CC859C}"/>
              </a:ext>
            </a:extLst>
          </p:cNvPr>
          <p:cNvSpPr>
            <a:spLocks noGrp="1"/>
          </p:cNvSpPr>
          <p:nvPr>
            <p:ph type="sldNum" sz="quarter" idx="12"/>
          </p:nvPr>
        </p:nvSpPr>
        <p:spPr/>
        <p:txBody>
          <a:bodyPr/>
          <a:lstStyle/>
          <a:p>
            <a:fld id="{428DA0BA-FDC7-48C8-BAD2-3545F8CFC272}" type="slidenum">
              <a:rPr lang="en-IN" smtClean="0"/>
              <a:t>‹#›</a:t>
            </a:fld>
            <a:endParaRPr lang="en-IN"/>
          </a:p>
        </p:txBody>
      </p:sp>
    </p:spTree>
    <p:extLst>
      <p:ext uri="{BB962C8B-B14F-4D97-AF65-F5344CB8AC3E}">
        <p14:creationId xmlns:p14="http://schemas.microsoft.com/office/powerpoint/2010/main" val="2118901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587F3A-898C-1460-492D-9405345A625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E51F8E4-AD18-03A9-76DF-07C2B7231A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467DEAF-2587-07E4-89DF-575986F6DE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215BF46-3154-C6E8-A57F-4953D3796E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09E3390-805A-9E99-18D3-CE3D60533B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6940B2CF-1CC8-43BF-DBEA-BCB021491A80}"/>
              </a:ext>
            </a:extLst>
          </p:cNvPr>
          <p:cNvSpPr>
            <a:spLocks noGrp="1"/>
          </p:cNvSpPr>
          <p:nvPr>
            <p:ph type="dt" sz="half" idx="10"/>
          </p:nvPr>
        </p:nvSpPr>
        <p:spPr/>
        <p:txBody>
          <a:bodyPr/>
          <a:lstStyle/>
          <a:p>
            <a:fld id="{AED9E1F0-BCE1-4923-A8FF-3D64849A7F31}" type="datetimeFigureOut">
              <a:rPr lang="en-IN" smtClean="0"/>
              <a:t>19-07-2023</a:t>
            </a:fld>
            <a:endParaRPr lang="en-IN"/>
          </a:p>
        </p:txBody>
      </p:sp>
      <p:sp>
        <p:nvSpPr>
          <p:cNvPr id="8" name="Footer Placeholder 7">
            <a:extLst>
              <a:ext uri="{FF2B5EF4-FFF2-40B4-BE49-F238E27FC236}">
                <a16:creationId xmlns:a16="http://schemas.microsoft.com/office/drawing/2014/main" xmlns="" id="{BA289073-6C21-9B13-21CB-37D9266C080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3F8011EE-3C00-E71B-2DEA-C57DACA4BF5D}"/>
              </a:ext>
            </a:extLst>
          </p:cNvPr>
          <p:cNvSpPr>
            <a:spLocks noGrp="1"/>
          </p:cNvSpPr>
          <p:nvPr>
            <p:ph type="sldNum" sz="quarter" idx="12"/>
          </p:nvPr>
        </p:nvSpPr>
        <p:spPr/>
        <p:txBody>
          <a:bodyPr/>
          <a:lstStyle/>
          <a:p>
            <a:fld id="{428DA0BA-FDC7-48C8-BAD2-3545F8CFC272}" type="slidenum">
              <a:rPr lang="en-IN" smtClean="0"/>
              <a:t>‹#›</a:t>
            </a:fld>
            <a:endParaRPr lang="en-IN"/>
          </a:p>
        </p:txBody>
      </p:sp>
    </p:spTree>
    <p:extLst>
      <p:ext uri="{BB962C8B-B14F-4D97-AF65-F5344CB8AC3E}">
        <p14:creationId xmlns:p14="http://schemas.microsoft.com/office/powerpoint/2010/main" val="3783287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37AD92-E305-1E7F-AEE0-88D04FD930D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E9B745B-3758-737A-F6D6-B8E2E645AFFD}"/>
              </a:ext>
            </a:extLst>
          </p:cNvPr>
          <p:cNvSpPr>
            <a:spLocks noGrp="1"/>
          </p:cNvSpPr>
          <p:nvPr>
            <p:ph type="dt" sz="half" idx="10"/>
          </p:nvPr>
        </p:nvSpPr>
        <p:spPr/>
        <p:txBody>
          <a:bodyPr/>
          <a:lstStyle/>
          <a:p>
            <a:fld id="{AED9E1F0-BCE1-4923-A8FF-3D64849A7F31}" type="datetimeFigureOut">
              <a:rPr lang="en-IN" smtClean="0"/>
              <a:t>19-07-2023</a:t>
            </a:fld>
            <a:endParaRPr lang="en-IN"/>
          </a:p>
        </p:txBody>
      </p:sp>
      <p:sp>
        <p:nvSpPr>
          <p:cNvPr id="4" name="Footer Placeholder 3">
            <a:extLst>
              <a:ext uri="{FF2B5EF4-FFF2-40B4-BE49-F238E27FC236}">
                <a16:creationId xmlns:a16="http://schemas.microsoft.com/office/drawing/2014/main" xmlns="" id="{51C04AF9-A5ED-90B6-CEEA-A156F22FEDE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CA50C6DC-50A4-1F09-BB6C-7FFC9FDBBCD7}"/>
              </a:ext>
            </a:extLst>
          </p:cNvPr>
          <p:cNvSpPr>
            <a:spLocks noGrp="1"/>
          </p:cNvSpPr>
          <p:nvPr>
            <p:ph type="sldNum" sz="quarter" idx="12"/>
          </p:nvPr>
        </p:nvSpPr>
        <p:spPr/>
        <p:txBody>
          <a:bodyPr/>
          <a:lstStyle/>
          <a:p>
            <a:fld id="{428DA0BA-FDC7-48C8-BAD2-3545F8CFC272}" type="slidenum">
              <a:rPr lang="en-IN" smtClean="0"/>
              <a:t>‹#›</a:t>
            </a:fld>
            <a:endParaRPr lang="en-IN"/>
          </a:p>
        </p:txBody>
      </p:sp>
    </p:spTree>
    <p:extLst>
      <p:ext uri="{BB962C8B-B14F-4D97-AF65-F5344CB8AC3E}">
        <p14:creationId xmlns:p14="http://schemas.microsoft.com/office/powerpoint/2010/main" val="1576216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5E19069-E474-1010-F0D4-B2DF36B32391}"/>
              </a:ext>
            </a:extLst>
          </p:cNvPr>
          <p:cNvSpPr>
            <a:spLocks noGrp="1"/>
          </p:cNvSpPr>
          <p:nvPr>
            <p:ph type="dt" sz="half" idx="10"/>
          </p:nvPr>
        </p:nvSpPr>
        <p:spPr/>
        <p:txBody>
          <a:bodyPr/>
          <a:lstStyle/>
          <a:p>
            <a:fld id="{AED9E1F0-BCE1-4923-A8FF-3D64849A7F31}" type="datetimeFigureOut">
              <a:rPr lang="en-IN" smtClean="0"/>
              <a:t>19-07-2023</a:t>
            </a:fld>
            <a:endParaRPr lang="en-IN"/>
          </a:p>
        </p:txBody>
      </p:sp>
      <p:sp>
        <p:nvSpPr>
          <p:cNvPr id="3" name="Footer Placeholder 2">
            <a:extLst>
              <a:ext uri="{FF2B5EF4-FFF2-40B4-BE49-F238E27FC236}">
                <a16:creationId xmlns:a16="http://schemas.microsoft.com/office/drawing/2014/main" xmlns="" id="{AD827B9B-B149-5AEB-B632-CBD9592E33B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794064C0-10DF-622C-A765-301F8306088E}"/>
              </a:ext>
            </a:extLst>
          </p:cNvPr>
          <p:cNvSpPr>
            <a:spLocks noGrp="1"/>
          </p:cNvSpPr>
          <p:nvPr>
            <p:ph type="sldNum" sz="quarter" idx="12"/>
          </p:nvPr>
        </p:nvSpPr>
        <p:spPr/>
        <p:txBody>
          <a:bodyPr/>
          <a:lstStyle/>
          <a:p>
            <a:fld id="{428DA0BA-FDC7-48C8-BAD2-3545F8CFC272}" type="slidenum">
              <a:rPr lang="en-IN" smtClean="0"/>
              <a:t>‹#›</a:t>
            </a:fld>
            <a:endParaRPr lang="en-IN"/>
          </a:p>
        </p:txBody>
      </p:sp>
    </p:spTree>
    <p:extLst>
      <p:ext uri="{BB962C8B-B14F-4D97-AF65-F5344CB8AC3E}">
        <p14:creationId xmlns:p14="http://schemas.microsoft.com/office/powerpoint/2010/main" val="3356701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18DB00-4C56-B879-A74A-1CDCF6AF7F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AB3E7A43-CACF-02F8-7267-DFC7EE13F2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F893C522-A51F-0E7A-2EE3-481DA5F872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6A71B9E-432B-911C-EDAA-AADB0E107168}"/>
              </a:ext>
            </a:extLst>
          </p:cNvPr>
          <p:cNvSpPr>
            <a:spLocks noGrp="1"/>
          </p:cNvSpPr>
          <p:nvPr>
            <p:ph type="dt" sz="half" idx="10"/>
          </p:nvPr>
        </p:nvSpPr>
        <p:spPr/>
        <p:txBody>
          <a:bodyPr/>
          <a:lstStyle/>
          <a:p>
            <a:fld id="{AED9E1F0-BCE1-4923-A8FF-3D64849A7F31}" type="datetimeFigureOut">
              <a:rPr lang="en-IN" smtClean="0"/>
              <a:t>19-07-2023</a:t>
            </a:fld>
            <a:endParaRPr lang="en-IN"/>
          </a:p>
        </p:txBody>
      </p:sp>
      <p:sp>
        <p:nvSpPr>
          <p:cNvPr id="6" name="Footer Placeholder 5">
            <a:extLst>
              <a:ext uri="{FF2B5EF4-FFF2-40B4-BE49-F238E27FC236}">
                <a16:creationId xmlns:a16="http://schemas.microsoft.com/office/drawing/2014/main" xmlns="" id="{69E002ED-76AE-C7A2-6A69-E563D7AF06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84572FB-95B8-935F-EAB9-D79FB3A3B742}"/>
              </a:ext>
            </a:extLst>
          </p:cNvPr>
          <p:cNvSpPr>
            <a:spLocks noGrp="1"/>
          </p:cNvSpPr>
          <p:nvPr>
            <p:ph type="sldNum" sz="quarter" idx="12"/>
          </p:nvPr>
        </p:nvSpPr>
        <p:spPr/>
        <p:txBody>
          <a:bodyPr/>
          <a:lstStyle/>
          <a:p>
            <a:fld id="{428DA0BA-FDC7-48C8-BAD2-3545F8CFC272}" type="slidenum">
              <a:rPr lang="en-IN" smtClean="0"/>
              <a:t>‹#›</a:t>
            </a:fld>
            <a:endParaRPr lang="en-IN"/>
          </a:p>
        </p:txBody>
      </p:sp>
    </p:spTree>
    <p:extLst>
      <p:ext uri="{BB962C8B-B14F-4D97-AF65-F5344CB8AC3E}">
        <p14:creationId xmlns:p14="http://schemas.microsoft.com/office/powerpoint/2010/main" val="3561661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82DB24-8F50-75F8-E86B-3028D06CB9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F5CB266D-3530-473D-E041-FE031C9DD0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8F75B3AE-93E4-2046-9EBA-95F407167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23055D2-BAC6-76F6-D548-1EFA983901CE}"/>
              </a:ext>
            </a:extLst>
          </p:cNvPr>
          <p:cNvSpPr>
            <a:spLocks noGrp="1"/>
          </p:cNvSpPr>
          <p:nvPr>
            <p:ph type="dt" sz="half" idx="10"/>
          </p:nvPr>
        </p:nvSpPr>
        <p:spPr/>
        <p:txBody>
          <a:bodyPr/>
          <a:lstStyle/>
          <a:p>
            <a:fld id="{AED9E1F0-BCE1-4923-A8FF-3D64849A7F31}" type="datetimeFigureOut">
              <a:rPr lang="en-IN" smtClean="0"/>
              <a:t>19-07-2023</a:t>
            </a:fld>
            <a:endParaRPr lang="en-IN"/>
          </a:p>
        </p:txBody>
      </p:sp>
      <p:sp>
        <p:nvSpPr>
          <p:cNvPr id="6" name="Footer Placeholder 5">
            <a:extLst>
              <a:ext uri="{FF2B5EF4-FFF2-40B4-BE49-F238E27FC236}">
                <a16:creationId xmlns:a16="http://schemas.microsoft.com/office/drawing/2014/main" xmlns="" id="{3B242A59-CE42-43CF-CB77-1D8F6A60CE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007944A-75FC-4739-1262-33008B9405E4}"/>
              </a:ext>
            </a:extLst>
          </p:cNvPr>
          <p:cNvSpPr>
            <a:spLocks noGrp="1"/>
          </p:cNvSpPr>
          <p:nvPr>
            <p:ph type="sldNum" sz="quarter" idx="12"/>
          </p:nvPr>
        </p:nvSpPr>
        <p:spPr/>
        <p:txBody>
          <a:bodyPr/>
          <a:lstStyle/>
          <a:p>
            <a:fld id="{428DA0BA-FDC7-48C8-BAD2-3545F8CFC272}" type="slidenum">
              <a:rPr lang="en-IN" smtClean="0"/>
              <a:t>‹#›</a:t>
            </a:fld>
            <a:endParaRPr lang="en-IN"/>
          </a:p>
        </p:txBody>
      </p:sp>
    </p:spTree>
    <p:extLst>
      <p:ext uri="{BB962C8B-B14F-4D97-AF65-F5344CB8AC3E}">
        <p14:creationId xmlns:p14="http://schemas.microsoft.com/office/powerpoint/2010/main" val="3577036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1BB531-5993-21A1-392D-534399B5F0A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869CB5F4-82C6-B28D-9BF0-32D9F5A894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2E1F049-6D1D-48C3-7674-022D560F0AC8}"/>
              </a:ext>
            </a:extLst>
          </p:cNvPr>
          <p:cNvSpPr>
            <a:spLocks noGrp="1"/>
          </p:cNvSpPr>
          <p:nvPr>
            <p:ph type="dt" sz="half" idx="10"/>
          </p:nvPr>
        </p:nvSpPr>
        <p:spPr/>
        <p:txBody>
          <a:bodyPr/>
          <a:lstStyle/>
          <a:p>
            <a:fld id="{AED9E1F0-BCE1-4923-A8FF-3D64849A7F31}" type="datetimeFigureOut">
              <a:rPr lang="en-IN" smtClean="0"/>
              <a:t>19-07-2023</a:t>
            </a:fld>
            <a:endParaRPr lang="en-IN"/>
          </a:p>
        </p:txBody>
      </p:sp>
      <p:sp>
        <p:nvSpPr>
          <p:cNvPr id="5" name="Footer Placeholder 4">
            <a:extLst>
              <a:ext uri="{FF2B5EF4-FFF2-40B4-BE49-F238E27FC236}">
                <a16:creationId xmlns:a16="http://schemas.microsoft.com/office/drawing/2014/main" xmlns="" id="{5EA2EAD2-2511-2C5A-68BA-8EE0D65FBA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BBD256A-1B01-DB46-2D15-EE7A4F54F40C}"/>
              </a:ext>
            </a:extLst>
          </p:cNvPr>
          <p:cNvSpPr>
            <a:spLocks noGrp="1"/>
          </p:cNvSpPr>
          <p:nvPr>
            <p:ph type="sldNum" sz="quarter" idx="12"/>
          </p:nvPr>
        </p:nvSpPr>
        <p:spPr/>
        <p:txBody>
          <a:bodyPr/>
          <a:lstStyle/>
          <a:p>
            <a:fld id="{428DA0BA-FDC7-48C8-BAD2-3545F8CFC272}" type="slidenum">
              <a:rPr lang="en-IN" smtClean="0"/>
              <a:t>‹#›</a:t>
            </a:fld>
            <a:endParaRPr lang="en-IN"/>
          </a:p>
        </p:txBody>
      </p:sp>
    </p:spTree>
    <p:extLst>
      <p:ext uri="{BB962C8B-B14F-4D97-AF65-F5344CB8AC3E}">
        <p14:creationId xmlns:p14="http://schemas.microsoft.com/office/powerpoint/2010/main" val="1826848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D0E1A0E-8BD4-44A4-4C7D-9A47DA9359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A2E33A18-A933-615A-9DC4-25AFEBC347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8764286-F553-F0DB-DE82-FE7DCB101574}"/>
              </a:ext>
            </a:extLst>
          </p:cNvPr>
          <p:cNvSpPr>
            <a:spLocks noGrp="1"/>
          </p:cNvSpPr>
          <p:nvPr>
            <p:ph type="dt" sz="half" idx="10"/>
          </p:nvPr>
        </p:nvSpPr>
        <p:spPr/>
        <p:txBody>
          <a:bodyPr/>
          <a:lstStyle/>
          <a:p>
            <a:fld id="{AED9E1F0-BCE1-4923-A8FF-3D64849A7F31}" type="datetimeFigureOut">
              <a:rPr lang="en-IN" smtClean="0"/>
              <a:t>19-07-2023</a:t>
            </a:fld>
            <a:endParaRPr lang="en-IN"/>
          </a:p>
        </p:txBody>
      </p:sp>
      <p:sp>
        <p:nvSpPr>
          <p:cNvPr id="5" name="Footer Placeholder 4">
            <a:extLst>
              <a:ext uri="{FF2B5EF4-FFF2-40B4-BE49-F238E27FC236}">
                <a16:creationId xmlns:a16="http://schemas.microsoft.com/office/drawing/2014/main" xmlns="" id="{2ADF5FA4-CBE5-1C45-9323-B968E626D6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AA1296B-FFE3-A471-69EA-53C6EB42CC2F}"/>
              </a:ext>
            </a:extLst>
          </p:cNvPr>
          <p:cNvSpPr>
            <a:spLocks noGrp="1"/>
          </p:cNvSpPr>
          <p:nvPr>
            <p:ph type="sldNum" sz="quarter" idx="12"/>
          </p:nvPr>
        </p:nvSpPr>
        <p:spPr/>
        <p:txBody>
          <a:bodyPr/>
          <a:lstStyle/>
          <a:p>
            <a:fld id="{428DA0BA-FDC7-48C8-BAD2-3545F8CFC272}" type="slidenum">
              <a:rPr lang="en-IN" smtClean="0"/>
              <a:t>‹#›</a:t>
            </a:fld>
            <a:endParaRPr lang="en-IN"/>
          </a:p>
        </p:txBody>
      </p:sp>
    </p:spTree>
    <p:extLst>
      <p:ext uri="{BB962C8B-B14F-4D97-AF65-F5344CB8AC3E}">
        <p14:creationId xmlns:p14="http://schemas.microsoft.com/office/powerpoint/2010/main" val="385039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32B4252-19B7-6B03-E64F-1D146629F4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3D9EC97-9119-B25F-D38B-D12913CCCC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7B2F317-30A9-2538-60C1-D8FBD0B321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D9E1F0-BCE1-4923-A8FF-3D64849A7F31}" type="datetimeFigureOut">
              <a:rPr lang="en-IN" smtClean="0"/>
              <a:t>19-07-2023</a:t>
            </a:fld>
            <a:endParaRPr lang="en-IN"/>
          </a:p>
        </p:txBody>
      </p:sp>
      <p:sp>
        <p:nvSpPr>
          <p:cNvPr id="5" name="Footer Placeholder 4">
            <a:extLst>
              <a:ext uri="{FF2B5EF4-FFF2-40B4-BE49-F238E27FC236}">
                <a16:creationId xmlns:a16="http://schemas.microsoft.com/office/drawing/2014/main" xmlns="" id="{07B98EFB-969E-333F-49F4-AFCF1ABCD0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787D31F0-A01D-28D6-0229-67BA0ECCE4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8DA0BA-FDC7-48C8-BAD2-3545F8CFC272}" type="slidenum">
              <a:rPr lang="en-IN" smtClean="0"/>
              <a:t>‹#›</a:t>
            </a:fld>
            <a:endParaRPr lang="en-IN"/>
          </a:p>
        </p:txBody>
      </p:sp>
    </p:spTree>
    <p:extLst>
      <p:ext uri="{BB962C8B-B14F-4D97-AF65-F5344CB8AC3E}">
        <p14:creationId xmlns:p14="http://schemas.microsoft.com/office/powerpoint/2010/main" val="3312205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93C6F8-B39F-4E9A-2FB5-6B1F1C29F94B}"/>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xmlns="" id="{95CC6093-5ACC-C46E-6273-C37B8807E00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22208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E1A4B152-E456-F95F-4D17-A6307B7559C1}"/>
              </a:ext>
            </a:extLst>
          </p:cNvPr>
          <p:cNvSpPr txBox="1"/>
          <p:nvPr/>
        </p:nvSpPr>
        <p:spPr>
          <a:xfrm>
            <a:off x="172040" y="0"/>
            <a:ext cx="11884842" cy="160043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ctr"/>
            <a:r>
              <a:rPr lang="en-US" b="1" i="0" dirty="0">
                <a:solidFill>
                  <a:srgbClr val="212121"/>
                </a:solidFill>
                <a:effectLst/>
                <a:latin typeface="Roboto" panose="02000000000000000000" pitchFamily="2" charset="0"/>
              </a:rPr>
              <a:t>Microservices</a:t>
            </a:r>
          </a:p>
          <a:p>
            <a:pPr algn="l"/>
            <a:r>
              <a:rPr lang="en-US" sz="1600" b="0" i="0" dirty="0">
                <a:solidFill>
                  <a:srgbClr val="212121"/>
                </a:solidFill>
                <a:effectLst/>
                <a:latin typeface="open sans" panose="020B0606030504020204" pitchFamily="34" charset="0"/>
              </a:rPr>
              <a:t>The term microservices portrays a software development style that has grown from contemporary trends to set up practices that are meant to increase the speed and efficiency of developing and managing software solutions at scale. Microservices is more about applying a certain number of principles and architectural patterns as architecture. Each microservice lives independently, but on the other hand, also all rely on each other. All microservices in a project get deployed in production at their own pace, on-premise on the cloud, independently, living side by side.</a:t>
            </a:r>
          </a:p>
        </p:txBody>
      </p:sp>
      <p:sp>
        <p:nvSpPr>
          <p:cNvPr id="7" name="TextBox 6">
            <a:extLst>
              <a:ext uri="{FF2B5EF4-FFF2-40B4-BE49-F238E27FC236}">
                <a16:creationId xmlns:a16="http://schemas.microsoft.com/office/drawing/2014/main" xmlns="" id="{3880C2B1-D589-D705-7E22-8E603A5DE668}"/>
              </a:ext>
            </a:extLst>
          </p:cNvPr>
          <p:cNvSpPr txBox="1"/>
          <p:nvPr/>
        </p:nvSpPr>
        <p:spPr>
          <a:xfrm>
            <a:off x="7443248" y="1636352"/>
            <a:ext cx="5135251" cy="861774"/>
          </a:xfrm>
          <a:prstGeom prst="rect">
            <a:avLst/>
          </a:prstGeom>
          <a:noFill/>
        </p:spPr>
        <p:txBody>
          <a:bodyPr wrap="square">
            <a:spAutoFit/>
          </a:bodyPr>
          <a:lstStyle/>
          <a:p>
            <a:pPr algn="ctr"/>
            <a:r>
              <a:rPr lang="en-US" b="1" i="0" dirty="0">
                <a:solidFill>
                  <a:srgbClr val="212121"/>
                </a:solidFill>
                <a:effectLst/>
                <a:latin typeface="Roboto" panose="02000000000000000000" pitchFamily="2" charset="0"/>
              </a:rPr>
              <a:t>Microservices Architecture</a:t>
            </a:r>
          </a:p>
          <a:p>
            <a:pPr algn="l"/>
            <a:r>
              <a:rPr lang="en-US" sz="1600" b="0" i="0" dirty="0">
                <a:solidFill>
                  <a:srgbClr val="212121"/>
                </a:solidFill>
                <a:effectLst/>
                <a:latin typeface="open sans" panose="020B0606030504020204" pitchFamily="34" charset="0"/>
              </a:rPr>
              <a:t>The following picture from Microsoft Docs shows the microservices architecture style.</a:t>
            </a:r>
          </a:p>
        </p:txBody>
      </p:sp>
      <p:pic>
        <p:nvPicPr>
          <p:cNvPr id="8" name="Picture 7">
            <a:extLst>
              <a:ext uri="{FF2B5EF4-FFF2-40B4-BE49-F238E27FC236}">
                <a16:creationId xmlns:a16="http://schemas.microsoft.com/office/drawing/2014/main" xmlns="" id="{13619417-66F5-8968-90A9-5431D3AC1CF2}"/>
              </a:ext>
            </a:extLst>
          </p:cNvPr>
          <p:cNvPicPr>
            <a:picLocks noChangeAspect="1"/>
          </p:cNvPicPr>
          <p:nvPr/>
        </p:nvPicPr>
        <p:blipFill>
          <a:blip r:embed="rId2"/>
          <a:stretch>
            <a:fillRect/>
          </a:stretch>
        </p:blipFill>
        <p:spPr>
          <a:xfrm>
            <a:off x="4939866" y="2488801"/>
            <a:ext cx="7252134" cy="3968933"/>
          </a:xfrm>
          <a:prstGeom prst="rect">
            <a:avLst/>
          </a:prstGeom>
        </p:spPr>
      </p:pic>
      <p:sp>
        <p:nvSpPr>
          <p:cNvPr id="10" name="TextBox 9">
            <a:extLst>
              <a:ext uri="{FF2B5EF4-FFF2-40B4-BE49-F238E27FC236}">
                <a16:creationId xmlns:a16="http://schemas.microsoft.com/office/drawing/2014/main" xmlns="" id="{C2202AEE-BC8E-A997-746E-8F35045A87E1}"/>
              </a:ext>
            </a:extLst>
          </p:cNvPr>
          <p:cNvSpPr txBox="1"/>
          <p:nvPr/>
        </p:nvSpPr>
        <p:spPr>
          <a:xfrm>
            <a:off x="104419" y="2190915"/>
            <a:ext cx="4835447" cy="452431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US" sz="1600" b="1" i="0" dirty="0">
                <a:solidFill>
                  <a:srgbClr val="212121"/>
                </a:solidFill>
                <a:effectLst/>
                <a:latin typeface="open sans" panose="020B0606030504020204" pitchFamily="34" charset="0"/>
              </a:rPr>
              <a:t>Management</a:t>
            </a:r>
            <a:r>
              <a:rPr lang="en-US" sz="1600" b="0" i="0" dirty="0">
                <a:solidFill>
                  <a:srgbClr val="212121"/>
                </a:solidFill>
                <a:effectLst/>
                <a:latin typeface="open sans" panose="020B0606030504020204" pitchFamily="34" charset="0"/>
              </a:rPr>
              <a:t>. Maintains the nodes for the service.</a:t>
            </a:r>
          </a:p>
          <a:p>
            <a:pPr algn="l"/>
            <a:r>
              <a:rPr lang="en-US" sz="1600" b="1" i="0" dirty="0">
                <a:solidFill>
                  <a:srgbClr val="212121"/>
                </a:solidFill>
                <a:effectLst/>
                <a:latin typeface="open sans" panose="020B0606030504020204" pitchFamily="34" charset="0"/>
              </a:rPr>
              <a:t>Identity Provider</a:t>
            </a:r>
            <a:r>
              <a:rPr lang="en-US" sz="1600" b="0" i="0" dirty="0">
                <a:solidFill>
                  <a:srgbClr val="212121"/>
                </a:solidFill>
                <a:effectLst/>
                <a:latin typeface="open sans" panose="020B0606030504020204" pitchFamily="34" charset="0"/>
              </a:rPr>
              <a:t>. Manages the identity information and provides authentication services within a distributed network.</a:t>
            </a:r>
          </a:p>
          <a:p>
            <a:pPr algn="l"/>
            <a:r>
              <a:rPr lang="en-US" sz="1600" b="1" i="0" dirty="0">
                <a:solidFill>
                  <a:srgbClr val="212121"/>
                </a:solidFill>
                <a:effectLst/>
                <a:latin typeface="open sans" panose="020B0606030504020204" pitchFamily="34" charset="0"/>
              </a:rPr>
              <a:t>Service Discovery</a:t>
            </a:r>
            <a:r>
              <a:rPr lang="en-US" sz="1600" b="0" i="0" dirty="0">
                <a:solidFill>
                  <a:srgbClr val="212121"/>
                </a:solidFill>
                <a:effectLst/>
                <a:latin typeface="open sans" panose="020B0606030504020204" pitchFamily="34" charset="0"/>
              </a:rPr>
              <a:t>. Keeps track of services and service addresses and endpoints.</a:t>
            </a:r>
          </a:p>
          <a:p>
            <a:pPr algn="l"/>
            <a:r>
              <a:rPr lang="en-US" sz="1600" b="1" i="0" dirty="0">
                <a:solidFill>
                  <a:srgbClr val="212121"/>
                </a:solidFill>
                <a:effectLst/>
                <a:latin typeface="open sans" panose="020B0606030504020204" pitchFamily="34" charset="0"/>
              </a:rPr>
              <a:t>API Gateway</a:t>
            </a:r>
            <a:r>
              <a:rPr lang="en-US" sz="1600" b="0" i="0" dirty="0">
                <a:solidFill>
                  <a:srgbClr val="212121"/>
                </a:solidFill>
                <a:effectLst/>
                <a:latin typeface="open sans" panose="020B0606030504020204" pitchFamily="34" charset="0"/>
              </a:rPr>
              <a:t>. Serves as client’s entry point. Single point of contact from the client which in turn returns responses from underlying microservices and sometimes an aggregated response from multiple underlying microservices.</a:t>
            </a:r>
          </a:p>
          <a:p>
            <a:pPr algn="l"/>
            <a:r>
              <a:rPr lang="en-US" sz="1600" b="1" i="0" dirty="0">
                <a:solidFill>
                  <a:srgbClr val="212121"/>
                </a:solidFill>
                <a:effectLst/>
                <a:latin typeface="open sans" panose="020B0606030504020204" pitchFamily="34" charset="0"/>
              </a:rPr>
              <a:t>CDN</a:t>
            </a:r>
            <a:r>
              <a:rPr lang="en-US" sz="1600" b="0" i="0" dirty="0">
                <a:solidFill>
                  <a:srgbClr val="212121"/>
                </a:solidFill>
                <a:effectLst/>
                <a:latin typeface="open sans" panose="020B0606030504020204" pitchFamily="34" charset="0"/>
              </a:rPr>
              <a:t>. A content delivery network to serve static resources for e.g. pages and web content in a distributed network</a:t>
            </a:r>
          </a:p>
          <a:p>
            <a:pPr algn="l"/>
            <a:r>
              <a:rPr lang="en-US" sz="1600" b="1" i="0" dirty="0">
                <a:solidFill>
                  <a:srgbClr val="212121"/>
                </a:solidFill>
                <a:effectLst/>
                <a:latin typeface="open sans" panose="020B0606030504020204" pitchFamily="34" charset="0"/>
              </a:rPr>
              <a:t>Static Content</a:t>
            </a:r>
            <a:r>
              <a:rPr lang="en-US" sz="1600" b="0" i="0" dirty="0">
                <a:solidFill>
                  <a:srgbClr val="212121"/>
                </a:solidFill>
                <a:effectLst/>
                <a:latin typeface="open sans" panose="020B0606030504020204" pitchFamily="34" charset="0"/>
              </a:rPr>
              <a:t> The static resources like pages and web content</a:t>
            </a:r>
          </a:p>
        </p:txBody>
      </p:sp>
      <p:sp>
        <p:nvSpPr>
          <p:cNvPr id="12" name="TextBox 11">
            <a:extLst>
              <a:ext uri="{FF2B5EF4-FFF2-40B4-BE49-F238E27FC236}">
                <a16:creationId xmlns:a16="http://schemas.microsoft.com/office/drawing/2014/main" xmlns="" id="{4FB50029-F854-F850-4EB0-E7740146AD3A}"/>
              </a:ext>
            </a:extLst>
          </p:cNvPr>
          <p:cNvSpPr txBox="1"/>
          <p:nvPr/>
        </p:nvSpPr>
        <p:spPr>
          <a:xfrm>
            <a:off x="135118" y="1636352"/>
            <a:ext cx="6832076" cy="52322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b="0" i="0" dirty="0">
                <a:solidFill>
                  <a:srgbClr val="212121"/>
                </a:solidFill>
                <a:effectLst/>
                <a:latin typeface="open sans" panose="020B0606030504020204" pitchFamily="34" charset="0"/>
              </a:rPr>
              <a:t>There are various components in a microservices architecture apart from microservices themselves.</a:t>
            </a:r>
            <a:endParaRPr lang="en-IN" sz="1400" dirty="0"/>
          </a:p>
        </p:txBody>
      </p:sp>
    </p:spTree>
    <p:extLst>
      <p:ext uri="{BB962C8B-B14F-4D97-AF65-F5344CB8AC3E}">
        <p14:creationId xmlns:p14="http://schemas.microsoft.com/office/powerpoint/2010/main" val="530334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8E88CA9-6637-E3B6-C9E7-FEC6FAB15BA1}"/>
              </a:ext>
            </a:extLst>
          </p:cNvPr>
          <p:cNvSpPr txBox="1"/>
          <p:nvPr/>
        </p:nvSpPr>
        <p:spPr>
          <a:xfrm>
            <a:off x="737647" y="113370"/>
            <a:ext cx="10998723" cy="646331"/>
          </a:xfrm>
          <a:prstGeom prst="rect">
            <a:avLst/>
          </a:prstGeom>
          <a:noFill/>
        </p:spPr>
        <p:txBody>
          <a:bodyPr wrap="square">
            <a:spAutoFit/>
          </a:bodyPr>
          <a:lstStyle/>
          <a:p>
            <a:r>
              <a:rPr lang="en-US" b="0" i="0" dirty="0">
                <a:solidFill>
                  <a:srgbClr val="212121"/>
                </a:solidFill>
                <a:effectLst/>
                <a:latin typeface="open sans" panose="020B0606030504020204" pitchFamily="34" charset="0"/>
              </a:rPr>
              <a:t>Microservices are deployed independently with their own database per service so the underlying microservices look as shown in the following picture.</a:t>
            </a:r>
            <a:endParaRPr lang="en-IN" dirty="0"/>
          </a:p>
        </p:txBody>
      </p:sp>
      <p:pic>
        <p:nvPicPr>
          <p:cNvPr id="6" name="Picture 5">
            <a:extLst>
              <a:ext uri="{FF2B5EF4-FFF2-40B4-BE49-F238E27FC236}">
                <a16:creationId xmlns:a16="http://schemas.microsoft.com/office/drawing/2014/main" xmlns="" id="{F0FA2C5E-1BFF-00BF-38A6-528327FB0EA5}"/>
              </a:ext>
            </a:extLst>
          </p:cNvPr>
          <p:cNvPicPr>
            <a:picLocks noChangeAspect="1"/>
          </p:cNvPicPr>
          <p:nvPr/>
        </p:nvPicPr>
        <p:blipFill>
          <a:blip r:embed="rId2"/>
          <a:stretch>
            <a:fillRect/>
          </a:stretch>
        </p:blipFill>
        <p:spPr>
          <a:xfrm>
            <a:off x="405647" y="1125914"/>
            <a:ext cx="10432876" cy="3766597"/>
          </a:xfrm>
          <a:prstGeom prst="rect">
            <a:avLst/>
          </a:prstGeom>
        </p:spPr>
      </p:pic>
    </p:spTree>
    <p:extLst>
      <p:ext uri="{BB962C8B-B14F-4D97-AF65-F5344CB8AC3E}">
        <p14:creationId xmlns:p14="http://schemas.microsoft.com/office/powerpoint/2010/main" val="1305404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24E81FA4-5AED-D4F1-2891-680EB786246C}"/>
              </a:ext>
            </a:extLst>
          </p:cNvPr>
          <p:cNvSpPr txBox="1"/>
          <p:nvPr/>
        </p:nvSpPr>
        <p:spPr>
          <a:xfrm>
            <a:off x="115478" y="112651"/>
            <a:ext cx="11611465" cy="923330"/>
          </a:xfrm>
          <a:prstGeom prst="rect">
            <a:avLst/>
          </a:prstGeom>
          <a:noFill/>
        </p:spPr>
        <p:txBody>
          <a:bodyPr wrap="square">
            <a:spAutoFit/>
          </a:bodyPr>
          <a:lstStyle/>
          <a:p>
            <a:pPr algn="l"/>
            <a:r>
              <a:rPr lang="en-US" b="0" i="0" dirty="0">
                <a:solidFill>
                  <a:srgbClr val="212121"/>
                </a:solidFill>
                <a:effectLst/>
                <a:latin typeface="open sans" panose="020B0606030504020204" pitchFamily="34" charset="0"/>
              </a:rPr>
              <a:t>Microservice is an approach to create small services each running in their own space and can communicate via messaging. These are independent services directly calling their own database.</a:t>
            </a:r>
          </a:p>
          <a:p>
            <a:pPr algn="l"/>
            <a:r>
              <a:rPr lang="en-US" b="0" i="0" dirty="0">
                <a:solidFill>
                  <a:srgbClr val="212121"/>
                </a:solidFill>
                <a:effectLst/>
                <a:latin typeface="open sans" panose="020B0606030504020204" pitchFamily="34" charset="0"/>
              </a:rPr>
              <a:t>Following is the diagrammatic representation of microservices architecture.</a:t>
            </a:r>
          </a:p>
        </p:txBody>
      </p:sp>
      <p:sp>
        <p:nvSpPr>
          <p:cNvPr id="6" name="AutoShape 2" descr="Microservice Using ASP.NET Core">
            <a:extLst>
              <a:ext uri="{FF2B5EF4-FFF2-40B4-BE49-F238E27FC236}">
                <a16:creationId xmlns:a16="http://schemas.microsoft.com/office/drawing/2014/main" xmlns="" id="{1C301EF4-B92E-C047-DB7F-A2615433F94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xmlns="" id="{9D37B405-6003-C468-86C4-61EAFEFB4331}"/>
              </a:ext>
            </a:extLst>
          </p:cNvPr>
          <p:cNvPicPr>
            <a:picLocks noChangeAspect="1"/>
          </p:cNvPicPr>
          <p:nvPr/>
        </p:nvPicPr>
        <p:blipFill>
          <a:blip r:embed="rId2"/>
          <a:stretch>
            <a:fillRect/>
          </a:stretch>
        </p:blipFill>
        <p:spPr>
          <a:xfrm>
            <a:off x="1612278" y="1035981"/>
            <a:ext cx="7296052" cy="4003421"/>
          </a:xfrm>
          <a:prstGeom prst="rect">
            <a:avLst/>
          </a:prstGeom>
        </p:spPr>
      </p:pic>
      <p:sp>
        <p:nvSpPr>
          <p:cNvPr id="9" name="TextBox 8">
            <a:extLst>
              <a:ext uri="{FF2B5EF4-FFF2-40B4-BE49-F238E27FC236}">
                <a16:creationId xmlns:a16="http://schemas.microsoft.com/office/drawing/2014/main" xmlns="" id="{649CDE7C-AED6-58C2-DE31-D4DEC250B0AE}"/>
              </a:ext>
            </a:extLst>
          </p:cNvPr>
          <p:cNvSpPr txBox="1"/>
          <p:nvPr/>
        </p:nvSpPr>
        <p:spPr>
          <a:xfrm>
            <a:off x="200319" y="5221854"/>
            <a:ext cx="11281527" cy="1200329"/>
          </a:xfrm>
          <a:prstGeom prst="rect">
            <a:avLst/>
          </a:prstGeom>
          <a:noFill/>
        </p:spPr>
        <p:txBody>
          <a:bodyPr wrap="square">
            <a:spAutoFit/>
          </a:bodyPr>
          <a:lstStyle/>
          <a:p>
            <a:pPr algn="ctr"/>
            <a:r>
              <a:rPr lang="en-US" b="1" i="0" dirty="0">
                <a:solidFill>
                  <a:srgbClr val="212121"/>
                </a:solidFill>
                <a:effectLst/>
                <a:latin typeface="Roboto" panose="02000000000000000000" pitchFamily="2" charset="0"/>
              </a:rPr>
              <a:t>Docker Containers and Docker installation</a:t>
            </a:r>
          </a:p>
          <a:p>
            <a:pPr algn="l"/>
            <a:r>
              <a:rPr lang="en-US" b="0" i="0" dirty="0">
                <a:solidFill>
                  <a:srgbClr val="212121"/>
                </a:solidFill>
                <a:effectLst/>
                <a:latin typeface="open sans" panose="020B0606030504020204" pitchFamily="34" charset="0"/>
              </a:rPr>
              <a:t>Containers like Dockers and others slice the operating system resources, for e.g. the network stack, processes namespace, file system hierarchy and the storage stack. Dockers are more like virtualizing the operating system. </a:t>
            </a:r>
          </a:p>
        </p:txBody>
      </p:sp>
    </p:spTree>
    <p:extLst>
      <p:ext uri="{BB962C8B-B14F-4D97-AF65-F5344CB8AC3E}">
        <p14:creationId xmlns:p14="http://schemas.microsoft.com/office/powerpoint/2010/main" val="990042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D7D5DC4-F21B-A25F-5C05-EB8592F01445}"/>
              </a:ext>
            </a:extLst>
          </p:cNvPr>
          <p:cNvSpPr>
            <a:spLocks noGrp="1"/>
          </p:cNvSpPr>
          <p:nvPr>
            <p:ph idx="1"/>
          </p:nvPr>
        </p:nvSpPr>
        <p:spPr/>
        <p:txBody>
          <a:bodyPr/>
          <a:lstStyle/>
          <a:p>
            <a:r>
              <a:rPr lang="en-US" dirty="0" err="1"/>
              <a:t>Refere</a:t>
            </a:r>
            <a:r>
              <a:rPr lang="en-US" dirty="0"/>
              <a:t> PPT  Web </a:t>
            </a:r>
            <a:r>
              <a:rPr lang="en-US"/>
              <a:t>API with Code </a:t>
            </a:r>
            <a:r>
              <a:rPr lang="en-US" dirty="0"/>
              <a:t>Repository pattern</a:t>
            </a:r>
            <a:endParaRPr lang="en-IN" dirty="0"/>
          </a:p>
        </p:txBody>
      </p:sp>
    </p:spTree>
    <p:extLst>
      <p:ext uri="{BB962C8B-B14F-4D97-AF65-F5344CB8AC3E}">
        <p14:creationId xmlns:p14="http://schemas.microsoft.com/office/powerpoint/2010/main" val="41175781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391</TotalTime>
  <Words>331</Words>
  <Application>Microsoft Office PowerPoint</Application>
  <PresentationFormat>Widescreen</PresentationFormat>
  <Paragraphs>17</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open sans</vt:lpstr>
      <vt:lpstr>Roboto</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Basaid</cp:lastModifiedBy>
  <cp:revision>11</cp:revision>
  <dcterms:created xsi:type="dcterms:W3CDTF">2023-06-19T10:30:11Z</dcterms:created>
  <dcterms:modified xsi:type="dcterms:W3CDTF">2023-07-19T13:44:58Z</dcterms:modified>
</cp:coreProperties>
</file>