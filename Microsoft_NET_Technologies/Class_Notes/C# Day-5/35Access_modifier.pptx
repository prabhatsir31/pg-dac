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61" r:id="rId4"/>
    <p:sldId id="262" r:id="rId5"/>
    <p:sldId id="263" r:id="rId6"/>
    <p:sldId id="265" r:id="rId7"/>
    <p:sldId id="266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A7F18F-EE0B-4A5D-B0FF-F3C83272A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E13C160-DCE3-4B52-80F6-CA826861B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16EA79-14D7-4DC8-A30E-8EFDEB5D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A01EE6-9045-4F38-B486-378FD285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FBA975-8044-4927-BE2B-88A13E0BD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0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DC9327-EEC5-4BDE-9813-3F0D8165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75A227-2E6B-4043-8EFD-1C4C95CF8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D3AC93-5B9C-43A1-97BB-A117983E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E8F2BA-29A2-4405-BDD3-B8408E6C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1AD635-9A06-466E-BFEA-907854494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78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1496A4-D18B-4158-B4DB-7EEB2C50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4734CBB-7438-4539-8A2D-572035F00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309DD2-744B-47FF-A7A8-35D183BB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2F557E-0EB0-42D1-A2B0-B76D00D7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962AB0-A185-416C-BE28-29BA5BE8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0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119025-C1D8-462A-9D90-C052546D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923E17-E81E-42FC-A6BA-F85669564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2813A0F-A52C-470B-8C91-7B88D18E5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7F42704-04B6-4B75-93CD-C62F0280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3FBB843-D3E8-42BE-BB91-E53C779C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CC8C31-20DC-4D84-A25F-E3929549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61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AD6A74-54E1-4948-AFD7-FC3D0961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121E30-14AC-4C8E-B494-770430F1E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ECCA0AD-CAAA-47B8-A0A9-6E074028B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8DE701A-B1B0-437B-A11D-DAC302920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0A466BA-BE7B-451D-B9A2-BFA3B1D21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0CE54AA-BD47-4153-9807-555B556D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31C9BA1-3124-40BE-910E-53C56721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D605810-DDD0-453E-B3D7-858FFCE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9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B5B7C7-EE48-49E1-8486-EF308E5C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AC8759C-6F89-4953-853C-1228DAE4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E82223A-63C8-47B5-A34F-08CF6FEC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908BB07-C91D-4357-9812-ABBDC447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97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ADD3A69-2E03-45ED-B818-796BE806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E4A0B4B-0443-45A7-AE76-A4513429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8DC747-0630-41B6-B3F6-0B8BE46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481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0D4187-6D04-4356-860D-85998811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1F5BF1-602A-4F7A-82B9-BFBE44C41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4E42B81-F8F6-47BB-B1B0-648D9EA0A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9831B4F-83C3-4B87-A38C-B3AB2AAB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198BEF9-D934-42E2-AFBC-FA76587C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EEF230-81BE-44E6-8D4D-73A64B26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20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B3A5F6-2152-4EC4-8D8E-F908863C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4D16545-C3FF-4189-BC25-6E34EDB75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DC7600F-D757-41A4-869D-9B859F025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2B2C4F3-C0FA-4C97-8546-A25C08D8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14F23A4-BB71-4193-8D38-15FE329A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1B664E9-DA9C-427A-9C6B-3884A5B5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38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533EBD-AD3E-49B0-921C-0143BCF7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1DA3B66-EECB-4194-8C60-A6F14F7F8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3D8264-92CD-4121-AC99-0B4C0063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ED9EAB-5903-4B35-AA82-7C90B416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E1C75D-E3F4-49B5-B8CB-E80F95D4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60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4B07355-9938-4B78-8199-C80960CD9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1DA7B4-DF94-4F59-B35D-602F017E2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833B10C-33B6-41EF-8C72-8A204C74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EA10AF-8F76-4AA1-9952-0427DC7D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FA3309-6325-4D97-89FB-16BB62AD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6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50DCB40-C764-4EFD-B97A-32ABF601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D3077FD-35CB-4DB4-96CA-4153FBD0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F72DB91-3FCA-49BE-95F9-FCEF3B09F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3362C-B4C7-453F-B9DF-FF43863BB373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7A5F2F-6728-4CB3-8872-BF0E165E5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1FEC72-316D-4A8C-9F46-CCE996F98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F16F7-D193-453A-8A5C-DCF6FE289BA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E78D9F7-9A0B-45CF-B8E5-28B401100EB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85531F9-9B27-4F07-91A5-FECF42F43243}"/>
              </a:ext>
            </a:extLst>
          </p:cNvPr>
          <p:cNvSpPr/>
          <p:nvPr userDrawn="1"/>
        </p:nvSpPr>
        <p:spPr>
          <a:xfrm>
            <a:off x="-73900" y="6568695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74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bcd5672a(v=vs.71).aspx" TargetMode="External"/><Relationship Id="rId2" Type="http://schemas.openxmlformats.org/officeDocument/2006/relationships/hyperlink" Target="https://msdn.microsoft.com/en-us/library/yzh058ae(v=vs.71).aspx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sdn.microsoft.com/en-us/library/st6sy9xe(v=vs.71).aspx" TargetMode="External"/><Relationship Id="rId4" Type="http://schemas.openxmlformats.org/officeDocument/2006/relationships/hyperlink" Target="https://msdn.microsoft.com/en-us/library/7c5ka91b(v=vs.71).aspx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/>
              <a:t>ketkiacharya</a:t>
            </a:r>
            <a:r>
              <a:rPr lang="en-IN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C85370-1BC6-4AFD-85EE-FDC9D4296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851" y="74515"/>
            <a:ext cx="10164097" cy="618101"/>
          </a:xfrm>
        </p:spPr>
        <p:txBody>
          <a:bodyPr>
            <a:normAutofit fontScale="90000"/>
          </a:bodyPr>
          <a:lstStyle/>
          <a:p>
            <a:r>
              <a:rPr lang="en-IN" dirty="0"/>
              <a:t>Access Modifier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E9D24C47-848B-433E-A447-D638AB40F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121637"/>
              </p:ext>
            </p:extLst>
          </p:nvPr>
        </p:nvGraphicFramePr>
        <p:xfrm>
          <a:off x="1091381" y="1622323"/>
          <a:ext cx="10387038" cy="2716092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3219982">
                  <a:extLst>
                    <a:ext uri="{9D8B030D-6E8A-4147-A177-3AD203B41FA5}">
                      <a16:colId xmlns:a16="http://schemas.microsoft.com/office/drawing/2014/main" xmlns="" val="1201256814"/>
                    </a:ext>
                  </a:extLst>
                </a:gridCol>
                <a:gridCol w="7167056">
                  <a:extLst>
                    <a:ext uri="{9D8B030D-6E8A-4147-A177-3AD203B41FA5}">
                      <a16:colId xmlns:a16="http://schemas.microsoft.com/office/drawing/2014/main" xmlns="" val="2895012676"/>
                    </a:ext>
                  </a:extLst>
                </a:gridCol>
              </a:tblGrid>
              <a:tr h="4526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b="1">
                          <a:effectLst/>
                        </a:rPr>
                        <a:t>Declared accessibility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b="1">
                          <a:effectLst/>
                        </a:rPr>
                        <a:t>Meaning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374594695"/>
                  </a:ext>
                </a:extLst>
              </a:tr>
              <a:tr h="452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b="1">
                          <a:effectLst/>
                        </a:rPr>
                        <a:t>Public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Access is not restricted.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1811334722"/>
                  </a:ext>
                </a:extLst>
              </a:tr>
              <a:tr h="452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b="1">
                          <a:effectLst/>
                        </a:rPr>
                        <a:t>Protected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Access is limited to the containing class or types derived from the containing class.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859587216"/>
                  </a:ext>
                </a:extLst>
              </a:tr>
              <a:tr h="452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b="1" dirty="0">
                          <a:effectLst/>
                        </a:rPr>
                        <a:t>Internal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Access is limited to the current assembly.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2134168655"/>
                  </a:ext>
                </a:extLst>
              </a:tr>
              <a:tr h="452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b="1" dirty="0">
                          <a:effectLst/>
                        </a:rPr>
                        <a:t>protected internal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Access is limited to the current assembly or types derived from the containing class.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1507043574"/>
                  </a:ext>
                </a:extLst>
              </a:tr>
              <a:tr h="4526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b="1">
                          <a:effectLst/>
                        </a:rPr>
                        <a:t>Private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Access is limited to the containing type.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23672421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2F1A0E8-5AE5-4414-B520-193CD0A645B7}"/>
              </a:ext>
            </a:extLst>
          </p:cNvPr>
          <p:cNvSpPr txBox="1"/>
          <p:nvPr/>
        </p:nvSpPr>
        <p:spPr>
          <a:xfrm>
            <a:off x="176981" y="679779"/>
            <a:ext cx="11779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access modifiers, </a:t>
            </a:r>
            <a:r>
              <a:rPr lang="en-I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public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protected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internal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or </a:t>
            </a:r>
            <a:r>
              <a:rPr lang="en-I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private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to specify one of the following declared accessibilities for members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40A9D77-A591-4AFB-A671-764CB73372A2}"/>
              </a:ext>
            </a:extLst>
          </p:cNvPr>
          <p:cNvSpPr txBox="1"/>
          <p:nvPr/>
        </p:nvSpPr>
        <p:spPr>
          <a:xfrm>
            <a:off x="344130" y="4634628"/>
            <a:ext cx="6135328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one access modifier is allowed for a member or type, except for the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combination.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51AA0AC-F3BD-4782-9D39-EACFCA2F02E3}"/>
              </a:ext>
            </a:extLst>
          </p:cNvPr>
          <p:cNvSpPr txBox="1"/>
          <p:nvPr/>
        </p:nvSpPr>
        <p:spPr>
          <a:xfrm>
            <a:off x="432620" y="5855055"/>
            <a:ext cx="6135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 modifiers are not allowed on namespaces. Namespaces have no access restrictions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8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FB5AC7-608E-499C-8ED7-8409A94F6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28"/>
            <a:ext cx="10515600" cy="4351338"/>
          </a:xfrm>
        </p:spPr>
        <p:txBody>
          <a:bodyPr/>
          <a:lstStyle/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Top-level types, which are not nested into other types, can only have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accessibility. </a:t>
            </a: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default accessibility for these types is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Nested types, which are members of other types, can have declared accessibilities as indicated in the following table.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C59A18C4-D9B9-4BA3-897D-5E19CBD9592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49130"/>
          <a:ext cx="10515600" cy="31706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3149376711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xmlns="" val="1871946768"/>
                    </a:ext>
                  </a:extLst>
                </a:gridCol>
                <a:gridCol w="5047488">
                  <a:extLst>
                    <a:ext uri="{9D8B030D-6E8A-4147-A177-3AD203B41FA5}">
                      <a16:colId xmlns:a16="http://schemas.microsoft.com/office/drawing/2014/main" xmlns="" val="2379347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Members of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Default member accessibility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Allowed declared accessibility of the member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2863252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enum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Public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None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201580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class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private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public </a:t>
                      </a:r>
                      <a:endParaRPr lang="en-I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protected</a:t>
                      </a:r>
                      <a:endParaRPr lang="en-I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internal</a:t>
                      </a:r>
                      <a:endParaRPr lang="en-I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private</a:t>
                      </a:r>
                      <a:endParaRPr lang="en-I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protected internal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388792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interface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Public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None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191513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struct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>
                          <a:effectLst/>
                        </a:rPr>
                        <a:t>private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public </a:t>
                      </a:r>
                      <a:endParaRPr lang="en-IN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internal</a:t>
                      </a:r>
                      <a:endParaRPr lang="en-IN" sz="1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200" dirty="0">
                          <a:effectLst/>
                        </a:rPr>
                        <a:t>private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xmlns="" val="3401907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48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D17577-5920-4748-A0D4-BC266EF5B264}"/>
              </a:ext>
            </a:extLst>
          </p:cNvPr>
          <p:cNvSpPr txBox="1"/>
          <p:nvPr/>
        </p:nvSpPr>
        <p:spPr>
          <a:xfrm>
            <a:off x="776748" y="855406"/>
            <a:ext cx="8740878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class library </a:t>
            </a:r>
            <a:r>
              <a:rPr lang="en-IN" dirty="0" err="1"/>
              <a:t>MyLib</a:t>
            </a:r>
            <a:endParaRPr lang="en-IN" dirty="0"/>
          </a:p>
          <a:p>
            <a:r>
              <a:rPr lang="en-IN" dirty="0"/>
              <a:t>Having protected method </a:t>
            </a:r>
          </a:p>
          <a:p>
            <a:r>
              <a:rPr lang="en-IN" dirty="0"/>
              <a:t>Protected void print(string name)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C.W(name)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Create console app and use </a:t>
            </a:r>
            <a:r>
              <a:rPr lang="en-IN" dirty="0" err="1"/>
              <a:t>MyLib</a:t>
            </a:r>
            <a:endParaRPr lang="en-IN" dirty="0"/>
          </a:p>
          <a:p>
            <a:endParaRPr lang="en-IN" dirty="0"/>
          </a:p>
          <a:p>
            <a:r>
              <a:rPr lang="en-IN" dirty="0"/>
              <a:t>Using </a:t>
            </a:r>
            <a:r>
              <a:rPr lang="en-IN" dirty="0" err="1"/>
              <a:t>MyLib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Class program: </a:t>
            </a:r>
            <a:r>
              <a:rPr lang="en-IN" dirty="0" err="1"/>
              <a:t>mymath</a:t>
            </a:r>
            <a:endParaRPr lang="en-IN" dirty="0"/>
          </a:p>
          <a:p>
            <a:r>
              <a:rPr lang="en-IN" dirty="0"/>
              <a:t>{</a:t>
            </a:r>
          </a:p>
          <a:p>
            <a:r>
              <a:rPr lang="en-IN" dirty="0"/>
              <a:t>public void </a:t>
            </a:r>
            <a:r>
              <a:rPr lang="en-IN" dirty="0" err="1"/>
              <a:t>dojob</a:t>
            </a:r>
            <a:r>
              <a:rPr lang="en-IN" dirty="0"/>
              <a:t>()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    </a:t>
            </a:r>
            <a:r>
              <a:rPr lang="en-IN"/>
              <a:t>print();</a:t>
            </a:r>
            <a:endParaRPr lang="en-IN" dirty="0"/>
          </a:p>
          <a:p>
            <a:r>
              <a:rPr lang="en-IN" dirty="0"/>
              <a:t> }</a:t>
            </a:r>
          </a:p>
          <a:p>
            <a:r>
              <a:rPr lang="en-IN" dirty="0"/>
              <a:t> public static void Main()</a:t>
            </a:r>
          </a:p>
          <a:p>
            <a:r>
              <a:rPr lang="en-IN" dirty="0"/>
              <a:t>   {</a:t>
            </a:r>
          </a:p>
          <a:p>
            <a:r>
              <a:rPr lang="en-IN" dirty="0"/>
              <a:t> </a:t>
            </a:r>
            <a:r>
              <a:rPr lang="en-IN" dirty="0" err="1"/>
              <a:t>mymath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=new </a:t>
            </a:r>
            <a:r>
              <a:rPr lang="en-IN" dirty="0" err="1"/>
              <a:t>mymath</a:t>
            </a:r>
            <a:r>
              <a:rPr lang="en-IN" dirty="0"/>
              <a:t>();</a:t>
            </a:r>
          </a:p>
          <a:p>
            <a:r>
              <a:rPr lang="en-IN" dirty="0" err="1"/>
              <a:t>obj.print</a:t>
            </a:r>
            <a:r>
              <a:rPr lang="en-IN" dirty="0"/>
              <a:t>(“Vidya”);//ERR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7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6CCCBB9-586B-C76E-DA53-78C9C344B6E6}"/>
              </a:ext>
            </a:extLst>
          </p:cNvPr>
          <p:cNvSpPr txBox="1"/>
          <p:nvPr/>
        </p:nvSpPr>
        <p:spPr>
          <a:xfrm>
            <a:off x="174396" y="820754"/>
            <a:ext cx="537799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ClassLibraryAA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MyMathLib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(x*x);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cube(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(x * x*x);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sum(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x+x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      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D168BF3-E4B5-40C6-0DDA-C7D7C7E0B68A}"/>
              </a:ext>
            </a:extLst>
          </p:cNvPr>
          <p:cNvSpPr txBox="1"/>
          <p:nvPr/>
        </p:nvSpPr>
        <p:spPr>
          <a:xfrm>
            <a:off x="5814768" y="356657"/>
            <a:ext cx="60064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Usemath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makeobj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obj.sum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(1);      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242D167-1D6A-9A16-FB6F-3D6B70F3238C}"/>
              </a:ext>
            </a:extLst>
          </p:cNvPr>
          <p:cNvSpPr txBox="1"/>
          <p:nvPr/>
        </p:nvSpPr>
        <p:spPr>
          <a:xfrm>
            <a:off x="5880756" y="3008080"/>
            <a:ext cx="61368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Child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endParaRPr lang="en-IN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    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Usepmathad</a:t>
            </a:r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 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sum(2);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cube(3)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</a:p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594372-8447-7D10-B059-A7B8D459552E}"/>
              </a:ext>
            </a:extLst>
          </p:cNvPr>
          <p:cNvSpPr/>
          <p:nvPr/>
        </p:nvSpPr>
        <p:spPr>
          <a:xfrm>
            <a:off x="8644378" y="4788816"/>
            <a:ext cx="2894029" cy="17125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xmlns="" id="{53CB947E-6836-068B-BE5D-9061D217BA9E}"/>
              </a:ext>
            </a:extLst>
          </p:cNvPr>
          <p:cNvSpPr/>
          <p:nvPr/>
        </p:nvSpPr>
        <p:spPr>
          <a:xfrm>
            <a:off x="4824953" y="5381300"/>
            <a:ext cx="414779" cy="424206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1E22DEE-8008-53CD-9DC2-CB98FE0F87C3}"/>
              </a:ext>
            </a:extLst>
          </p:cNvPr>
          <p:cNvSpPr/>
          <p:nvPr/>
        </p:nvSpPr>
        <p:spPr>
          <a:xfrm>
            <a:off x="1095504" y="4964272"/>
            <a:ext cx="1970202" cy="1566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43D2EE6-B4F2-3825-2D15-D57BA8D21930}"/>
              </a:ext>
            </a:extLst>
          </p:cNvPr>
          <p:cNvSpPr/>
          <p:nvPr/>
        </p:nvSpPr>
        <p:spPr>
          <a:xfrm>
            <a:off x="3332376" y="4986779"/>
            <a:ext cx="1022808" cy="5750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Cube()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2445B78-1377-31DC-6994-C7AD8CDF8299}"/>
              </a:ext>
            </a:extLst>
          </p:cNvPr>
          <p:cNvSpPr/>
          <p:nvPr/>
        </p:nvSpPr>
        <p:spPr>
          <a:xfrm>
            <a:off x="3453356" y="5695966"/>
            <a:ext cx="1316607" cy="65926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3BEAFD6-9A06-3171-3593-162A56244F8A}"/>
              </a:ext>
            </a:extLst>
          </p:cNvPr>
          <p:cNvSpPr/>
          <p:nvPr/>
        </p:nvSpPr>
        <p:spPr>
          <a:xfrm>
            <a:off x="5033913" y="4911365"/>
            <a:ext cx="3827283" cy="782425"/>
          </a:xfrm>
          <a:custGeom>
            <a:avLst/>
            <a:gdLst>
              <a:gd name="connsiteX0" fmla="*/ 3827283 w 3827283"/>
              <a:gd name="connsiteY0" fmla="*/ 782425 h 782425"/>
              <a:gd name="connsiteX1" fmla="*/ 3817856 w 3827283"/>
              <a:gd name="connsiteY1" fmla="*/ 631596 h 782425"/>
              <a:gd name="connsiteX2" fmla="*/ 3770722 w 3827283"/>
              <a:gd name="connsiteY2" fmla="*/ 546755 h 782425"/>
              <a:gd name="connsiteX3" fmla="*/ 3535052 w 3827283"/>
              <a:gd name="connsiteY3" fmla="*/ 377072 h 782425"/>
              <a:gd name="connsiteX4" fmla="*/ 3139126 w 3827283"/>
              <a:gd name="connsiteY4" fmla="*/ 197963 h 782425"/>
              <a:gd name="connsiteX5" fmla="*/ 2582945 w 3827283"/>
              <a:gd name="connsiteY5" fmla="*/ 56561 h 782425"/>
              <a:gd name="connsiteX6" fmla="*/ 2149312 w 3827283"/>
              <a:gd name="connsiteY6" fmla="*/ 0 h 782425"/>
              <a:gd name="connsiteX7" fmla="*/ 1951349 w 3827283"/>
              <a:gd name="connsiteY7" fmla="*/ 9427 h 782425"/>
              <a:gd name="connsiteX8" fmla="*/ 1630838 w 3827283"/>
              <a:gd name="connsiteY8" fmla="*/ 65988 h 782425"/>
              <a:gd name="connsiteX9" fmla="*/ 1442301 w 3827283"/>
              <a:gd name="connsiteY9" fmla="*/ 122548 h 782425"/>
              <a:gd name="connsiteX10" fmla="*/ 1168924 w 3827283"/>
              <a:gd name="connsiteY10" fmla="*/ 254524 h 782425"/>
              <a:gd name="connsiteX11" fmla="*/ 1046376 w 3827283"/>
              <a:gd name="connsiteY11" fmla="*/ 301658 h 782425"/>
              <a:gd name="connsiteX12" fmla="*/ 980388 w 3827283"/>
              <a:gd name="connsiteY12" fmla="*/ 329938 h 782425"/>
              <a:gd name="connsiteX13" fmla="*/ 933254 w 3827283"/>
              <a:gd name="connsiteY13" fmla="*/ 339365 h 782425"/>
              <a:gd name="connsiteX14" fmla="*/ 829559 w 3827283"/>
              <a:gd name="connsiteY14" fmla="*/ 377072 h 782425"/>
              <a:gd name="connsiteX15" fmla="*/ 461914 w 3827283"/>
              <a:gd name="connsiteY15" fmla="*/ 433633 h 782425"/>
              <a:gd name="connsiteX16" fmla="*/ 301658 w 3827283"/>
              <a:gd name="connsiteY16" fmla="*/ 452487 h 782425"/>
              <a:gd name="connsiteX17" fmla="*/ 254524 w 3827283"/>
              <a:gd name="connsiteY17" fmla="*/ 471340 h 782425"/>
              <a:gd name="connsiteX18" fmla="*/ 197963 w 3827283"/>
              <a:gd name="connsiteY18" fmla="*/ 490194 h 782425"/>
              <a:gd name="connsiteX19" fmla="*/ 75415 w 3827283"/>
              <a:gd name="connsiteY19" fmla="*/ 593889 h 782425"/>
              <a:gd name="connsiteX20" fmla="*/ 47134 w 3827283"/>
              <a:gd name="connsiteY20" fmla="*/ 659876 h 782425"/>
              <a:gd name="connsiteX21" fmla="*/ 0 w 3827283"/>
              <a:gd name="connsiteY21" fmla="*/ 697583 h 78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27283" h="782425">
                <a:moveTo>
                  <a:pt x="3827283" y="782425"/>
                </a:moveTo>
                <a:cubicBezTo>
                  <a:pt x="3824141" y="732149"/>
                  <a:pt x="3829612" y="680579"/>
                  <a:pt x="3817856" y="631596"/>
                </a:cubicBezTo>
                <a:cubicBezTo>
                  <a:pt x="3810306" y="600138"/>
                  <a:pt x="3791433" y="571608"/>
                  <a:pt x="3770722" y="546755"/>
                </a:cubicBezTo>
                <a:cubicBezTo>
                  <a:pt x="3713758" y="478398"/>
                  <a:pt x="3611078" y="414418"/>
                  <a:pt x="3535052" y="377072"/>
                </a:cubicBezTo>
                <a:cubicBezTo>
                  <a:pt x="3405040" y="313207"/>
                  <a:pt x="3277254" y="241582"/>
                  <a:pt x="3139126" y="197963"/>
                </a:cubicBezTo>
                <a:cubicBezTo>
                  <a:pt x="2934777" y="133432"/>
                  <a:pt x="2820238" y="91715"/>
                  <a:pt x="2582945" y="56561"/>
                </a:cubicBezTo>
                <a:cubicBezTo>
                  <a:pt x="2269036" y="10056"/>
                  <a:pt x="2413717" y="27833"/>
                  <a:pt x="2149312" y="0"/>
                </a:cubicBezTo>
                <a:cubicBezTo>
                  <a:pt x="2083324" y="3142"/>
                  <a:pt x="2017099" y="3012"/>
                  <a:pt x="1951349" y="9427"/>
                </a:cubicBezTo>
                <a:cubicBezTo>
                  <a:pt x="1874126" y="16961"/>
                  <a:pt x="1714645" y="43804"/>
                  <a:pt x="1630838" y="65988"/>
                </a:cubicBezTo>
                <a:cubicBezTo>
                  <a:pt x="1567410" y="82778"/>
                  <a:pt x="1503048" y="97753"/>
                  <a:pt x="1442301" y="122548"/>
                </a:cubicBezTo>
                <a:cubicBezTo>
                  <a:pt x="1348616" y="160787"/>
                  <a:pt x="1263368" y="218199"/>
                  <a:pt x="1168924" y="254524"/>
                </a:cubicBezTo>
                <a:lnTo>
                  <a:pt x="1046376" y="301658"/>
                </a:lnTo>
                <a:cubicBezTo>
                  <a:pt x="1024157" y="310546"/>
                  <a:pt x="1003091" y="322370"/>
                  <a:pt x="980388" y="329938"/>
                </a:cubicBezTo>
                <a:cubicBezTo>
                  <a:pt x="965188" y="335005"/>
                  <a:pt x="948601" y="334761"/>
                  <a:pt x="933254" y="339365"/>
                </a:cubicBezTo>
                <a:cubicBezTo>
                  <a:pt x="892690" y="351534"/>
                  <a:pt x="872786" y="369387"/>
                  <a:pt x="829559" y="377072"/>
                </a:cubicBezTo>
                <a:cubicBezTo>
                  <a:pt x="707483" y="398774"/>
                  <a:pt x="585289" y="421295"/>
                  <a:pt x="461914" y="433633"/>
                </a:cubicBezTo>
                <a:cubicBezTo>
                  <a:pt x="345537" y="445271"/>
                  <a:pt x="398908" y="438594"/>
                  <a:pt x="301658" y="452487"/>
                </a:cubicBezTo>
                <a:cubicBezTo>
                  <a:pt x="285947" y="458771"/>
                  <a:pt x="270427" y="465557"/>
                  <a:pt x="254524" y="471340"/>
                </a:cubicBezTo>
                <a:cubicBezTo>
                  <a:pt x="235847" y="478132"/>
                  <a:pt x="215004" y="479969"/>
                  <a:pt x="197963" y="490194"/>
                </a:cubicBezTo>
                <a:cubicBezTo>
                  <a:pt x="143030" y="523154"/>
                  <a:pt x="116655" y="552648"/>
                  <a:pt x="75415" y="593889"/>
                </a:cubicBezTo>
                <a:cubicBezTo>
                  <a:pt x="68203" y="622736"/>
                  <a:pt x="68835" y="638175"/>
                  <a:pt x="47134" y="659876"/>
                </a:cubicBezTo>
                <a:cubicBezTo>
                  <a:pt x="32907" y="674103"/>
                  <a:pt x="0" y="697583"/>
                  <a:pt x="0" y="69758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6C89C37-C43A-C87D-E711-9D7E661873BA}"/>
              </a:ext>
            </a:extLst>
          </p:cNvPr>
          <p:cNvSpPr txBox="1"/>
          <p:nvPr/>
        </p:nvSpPr>
        <p:spPr>
          <a:xfrm>
            <a:off x="8733933" y="4978413"/>
            <a:ext cx="40016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cube(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6C158753-5DCD-73C5-C72F-957B37F1FBD0}"/>
              </a:ext>
            </a:extLst>
          </p:cNvPr>
          <p:cNvSpPr/>
          <p:nvPr/>
        </p:nvSpPr>
        <p:spPr>
          <a:xfrm>
            <a:off x="4062953" y="3836709"/>
            <a:ext cx="4902041" cy="1150070"/>
          </a:xfrm>
          <a:custGeom>
            <a:avLst/>
            <a:gdLst>
              <a:gd name="connsiteX0" fmla="*/ 4892511 w 4902041"/>
              <a:gd name="connsiteY0" fmla="*/ 1150070 h 1150070"/>
              <a:gd name="connsiteX1" fmla="*/ 4901938 w 4902041"/>
              <a:gd name="connsiteY1" fmla="*/ 1093510 h 1150070"/>
              <a:gd name="connsiteX2" fmla="*/ 4817096 w 4902041"/>
              <a:gd name="connsiteY2" fmla="*/ 848413 h 1150070"/>
              <a:gd name="connsiteX3" fmla="*/ 4600280 w 4902041"/>
              <a:gd name="connsiteY3" fmla="*/ 575035 h 1150070"/>
              <a:gd name="connsiteX4" fmla="*/ 4487158 w 4902041"/>
              <a:gd name="connsiteY4" fmla="*/ 480767 h 1150070"/>
              <a:gd name="connsiteX5" fmla="*/ 4364610 w 4902041"/>
              <a:gd name="connsiteY5" fmla="*/ 414780 h 1150070"/>
              <a:gd name="connsiteX6" fmla="*/ 3940404 w 4902041"/>
              <a:gd name="connsiteY6" fmla="*/ 263951 h 1150070"/>
              <a:gd name="connsiteX7" fmla="*/ 3487917 w 4902041"/>
              <a:gd name="connsiteY7" fmla="*/ 131976 h 1150070"/>
              <a:gd name="connsiteX8" fmla="*/ 2865748 w 4902041"/>
              <a:gd name="connsiteY8" fmla="*/ 0 h 1150070"/>
              <a:gd name="connsiteX9" fmla="*/ 1423447 w 4902041"/>
              <a:gd name="connsiteY9" fmla="*/ 9427 h 1150070"/>
              <a:gd name="connsiteX10" fmla="*/ 1131216 w 4902041"/>
              <a:gd name="connsiteY10" fmla="*/ 103695 h 1150070"/>
              <a:gd name="connsiteX11" fmla="*/ 1074655 w 4902041"/>
              <a:gd name="connsiteY11" fmla="*/ 131976 h 1150070"/>
              <a:gd name="connsiteX12" fmla="*/ 904973 w 4902041"/>
              <a:gd name="connsiteY12" fmla="*/ 197963 h 1150070"/>
              <a:gd name="connsiteX13" fmla="*/ 772998 w 4902041"/>
              <a:gd name="connsiteY13" fmla="*/ 301658 h 1150070"/>
              <a:gd name="connsiteX14" fmla="*/ 697583 w 4902041"/>
              <a:gd name="connsiteY14" fmla="*/ 348792 h 1150070"/>
              <a:gd name="connsiteX15" fmla="*/ 622169 w 4902041"/>
              <a:gd name="connsiteY15" fmla="*/ 405353 h 1150070"/>
              <a:gd name="connsiteX16" fmla="*/ 565608 w 4902041"/>
              <a:gd name="connsiteY16" fmla="*/ 443060 h 1150070"/>
              <a:gd name="connsiteX17" fmla="*/ 518474 w 4902041"/>
              <a:gd name="connsiteY17" fmla="*/ 490194 h 1150070"/>
              <a:gd name="connsiteX18" fmla="*/ 461913 w 4902041"/>
              <a:gd name="connsiteY18" fmla="*/ 527901 h 1150070"/>
              <a:gd name="connsiteX19" fmla="*/ 329938 w 4902041"/>
              <a:gd name="connsiteY19" fmla="*/ 641023 h 1150070"/>
              <a:gd name="connsiteX20" fmla="*/ 150828 w 4902041"/>
              <a:gd name="connsiteY20" fmla="*/ 801279 h 1150070"/>
              <a:gd name="connsiteX21" fmla="*/ 84841 w 4902041"/>
              <a:gd name="connsiteY21" fmla="*/ 904973 h 1150070"/>
              <a:gd name="connsiteX22" fmla="*/ 56560 w 4902041"/>
              <a:gd name="connsiteY22" fmla="*/ 961534 h 1150070"/>
              <a:gd name="connsiteX23" fmla="*/ 0 w 4902041"/>
              <a:gd name="connsiteY23" fmla="*/ 1131217 h 115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02041" h="1150070">
                <a:moveTo>
                  <a:pt x="4892511" y="1150070"/>
                </a:moveTo>
                <a:cubicBezTo>
                  <a:pt x="4895653" y="1131217"/>
                  <a:pt x="4902998" y="1112594"/>
                  <a:pt x="4901938" y="1093510"/>
                </a:cubicBezTo>
                <a:cubicBezTo>
                  <a:pt x="4896309" y="992193"/>
                  <a:pt x="4872761" y="936970"/>
                  <a:pt x="4817096" y="848413"/>
                </a:cubicBezTo>
                <a:cubicBezTo>
                  <a:pt x="4743645" y="731559"/>
                  <a:pt x="4694186" y="659551"/>
                  <a:pt x="4600280" y="575035"/>
                </a:cubicBezTo>
                <a:cubicBezTo>
                  <a:pt x="4563796" y="542200"/>
                  <a:pt x="4527747" y="508367"/>
                  <a:pt x="4487158" y="480767"/>
                </a:cubicBezTo>
                <a:cubicBezTo>
                  <a:pt x="4448793" y="454679"/>
                  <a:pt x="4406846" y="433978"/>
                  <a:pt x="4364610" y="414780"/>
                </a:cubicBezTo>
                <a:cubicBezTo>
                  <a:pt x="4223850" y="350798"/>
                  <a:pt x="4089002" y="308734"/>
                  <a:pt x="3940404" y="263951"/>
                </a:cubicBezTo>
                <a:lnTo>
                  <a:pt x="3487917" y="131976"/>
                </a:lnTo>
                <a:cubicBezTo>
                  <a:pt x="3079361" y="15245"/>
                  <a:pt x="3246748" y="50800"/>
                  <a:pt x="2865748" y="0"/>
                </a:cubicBezTo>
                <a:lnTo>
                  <a:pt x="1423447" y="9427"/>
                </a:lnTo>
                <a:cubicBezTo>
                  <a:pt x="1328510" y="12219"/>
                  <a:pt x="1216030" y="65528"/>
                  <a:pt x="1131216" y="103695"/>
                </a:cubicBezTo>
                <a:cubicBezTo>
                  <a:pt x="1111994" y="112345"/>
                  <a:pt x="1094113" y="123869"/>
                  <a:pt x="1074655" y="131976"/>
                </a:cubicBezTo>
                <a:cubicBezTo>
                  <a:pt x="1018636" y="155317"/>
                  <a:pt x="961534" y="175967"/>
                  <a:pt x="904973" y="197963"/>
                </a:cubicBezTo>
                <a:cubicBezTo>
                  <a:pt x="860981" y="232528"/>
                  <a:pt x="818244" y="268752"/>
                  <a:pt x="772998" y="301658"/>
                </a:cubicBezTo>
                <a:cubicBezTo>
                  <a:pt x="749024" y="319094"/>
                  <a:pt x="722011" y="331998"/>
                  <a:pt x="697583" y="348792"/>
                </a:cubicBezTo>
                <a:cubicBezTo>
                  <a:pt x="671689" y="366594"/>
                  <a:pt x="647739" y="387089"/>
                  <a:pt x="622169" y="405353"/>
                </a:cubicBezTo>
                <a:cubicBezTo>
                  <a:pt x="603730" y="418523"/>
                  <a:pt x="583145" y="428711"/>
                  <a:pt x="565608" y="443060"/>
                </a:cubicBezTo>
                <a:cubicBezTo>
                  <a:pt x="548411" y="457130"/>
                  <a:pt x="535671" y="476124"/>
                  <a:pt x="518474" y="490194"/>
                </a:cubicBezTo>
                <a:cubicBezTo>
                  <a:pt x="500937" y="504543"/>
                  <a:pt x="479607" y="513746"/>
                  <a:pt x="461913" y="527901"/>
                </a:cubicBezTo>
                <a:cubicBezTo>
                  <a:pt x="416669" y="564096"/>
                  <a:pt x="376291" y="606259"/>
                  <a:pt x="329938" y="641023"/>
                </a:cubicBezTo>
                <a:cubicBezTo>
                  <a:pt x="261670" y="692224"/>
                  <a:pt x="204791" y="729328"/>
                  <a:pt x="150828" y="801279"/>
                </a:cubicBezTo>
                <a:cubicBezTo>
                  <a:pt x="113120" y="851557"/>
                  <a:pt x="121036" y="837754"/>
                  <a:pt x="84841" y="904973"/>
                </a:cubicBezTo>
                <a:cubicBezTo>
                  <a:pt x="74847" y="923533"/>
                  <a:pt x="63961" y="941797"/>
                  <a:pt x="56560" y="961534"/>
                </a:cubicBezTo>
                <a:cubicBezTo>
                  <a:pt x="35626" y="1017358"/>
                  <a:pt x="0" y="1131217"/>
                  <a:pt x="0" y="113121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xmlns="" id="{2656CC57-182E-D99B-8091-CDF7CC7C5E8F}"/>
              </a:ext>
            </a:extLst>
          </p:cNvPr>
          <p:cNvSpPr/>
          <p:nvPr/>
        </p:nvSpPr>
        <p:spPr>
          <a:xfrm>
            <a:off x="4003983" y="4511605"/>
            <a:ext cx="679569" cy="5750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xmlns="" id="{053FFE61-CDD7-15B9-1FF0-E52A423AF50B}"/>
              </a:ext>
            </a:extLst>
          </p:cNvPr>
          <p:cNvSpPr/>
          <p:nvPr/>
        </p:nvSpPr>
        <p:spPr>
          <a:xfrm>
            <a:off x="1883482" y="4681535"/>
            <a:ext cx="197123" cy="17527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xmlns="" id="{18725B33-1C7C-3004-37D2-685432A2BA7A}"/>
              </a:ext>
            </a:extLst>
          </p:cNvPr>
          <p:cNvSpPr/>
          <p:nvPr/>
        </p:nvSpPr>
        <p:spPr>
          <a:xfrm>
            <a:off x="1906889" y="4880817"/>
            <a:ext cx="197123" cy="17527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8549D68-5C81-5AB0-E522-5E5279E4AFA8}"/>
              </a:ext>
            </a:extLst>
          </p:cNvPr>
          <p:cNvSpPr txBox="1"/>
          <p:nvPr/>
        </p:nvSpPr>
        <p:spPr>
          <a:xfrm>
            <a:off x="2003195" y="4609081"/>
            <a:ext cx="1450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MyMathLib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92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16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71649" y="314324"/>
            <a:ext cx="822007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namespace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ConsoleAppUdeLib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internal class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Program:MyMathLib</a:t>
            </a:r>
            <a:endParaRPr lang="en-IN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public void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callall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sum(7);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cube(9);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public static void call()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//  sum(7);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// cube(9);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static void Main(string[]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= new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ob.sqr</a:t>
            </a:r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(5);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887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6CCCBB9-586B-C76E-DA53-78C9C344B6E6}"/>
              </a:ext>
            </a:extLst>
          </p:cNvPr>
          <p:cNvSpPr txBox="1"/>
          <p:nvPr/>
        </p:nvSpPr>
        <p:spPr>
          <a:xfrm>
            <a:off x="73162" y="577208"/>
            <a:ext cx="537799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ClassLibraryAA</a:t>
            </a:r>
            <a:endParaRPr lang="en-IN" sz="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MyMathLib</a:t>
            </a:r>
            <a:endParaRPr lang="en-IN" sz="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sqr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 </a:t>
            </a:r>
            <a:r>
              <a:rPr lang="en-IN" sz="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(x*x);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cube(</a:t>
            </a:r>
            <a:r>
              <a:rPr lang="en-US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  <a:r>
              <a:rPr lang="en-IN" sz="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(x * x*x);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sum(</a:t>
            </a:r>
            <a:r>
              <a:rPr lang="en-US" sz="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    </a:t>
            </a:r>
            <a:r>
              <a:rPr lang="en-IN" sz="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x+x</a:t>
            </a:r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      </a:t>
            </a:r>
          </a:p>
          <a:p>
            <a:endParaRPr lang="en-IN" sz="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D168BF3-E4B5-40C6-0DDA-C7D7C7E0B68A}"/>
              </a:ext>
            </a:extLst>
          </p:cNvPr>
          <p:cNvSpPr txBox="1"/>
          <p:nvPr/>
        </p:nvSpPr>
        <p:spPr>
          <a:xfrm>
            <a:off x="5814768" y="356657"/>
            <a:ext cx="60064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Usemath</a:t>
            </a:r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makeobj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= </a:t>
            </a:r>
            <a:r>
              <a:rPr lang="en-IN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obj.sum</a:t>
            </a:r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(1);      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IN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242D167-1D6A-9A16-FB6F-3D6B70F3238C}"/>
              </a:ext>
            </a:extLst>
          </p:cNvPr>
          <p:cNvSpPr txBox="1"/>
          <p:nvPr/>
        </p:nvSpPr>
        <p:spPr>
          <a:xfrm>
            <a:off x="5684364" y="1788715"/>
            <a:ext cx="600644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Child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MyMathLib</a:t>
            </a:r>
            <a:endParaRPr lang="en-IN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Usepmathad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 {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sum(2);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cube(3)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</a:p>
          <a:p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2594372-8447-7D10-B059-A7B8D459552E}"/>
              </a:ext>
            </a:extLst>
          </p:cNvPr>
          <p:cNvSpPr/>
          <p:nvPr/>
        </p:nvSpPr>
        <p:spPr>
          <a:xfrm>
            <a:off x="8440864" y="4368371"/>
            <a:ext cx="2894029" cy="95777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xmlns="" id="{53CB947E-6836-068B-BE5D-9061D217BA9E}"/>
              </a:ext>
            </a:extLst>
          </p:cNvPr>
          <p:cNvSpPr/>
          <p:nvPr/>
        </p:nvSpPr>
        <p:spPr>
          <a:xfrm>
            <a:off x="4769963" y="4793747"/>
            <a:ext cx="851865" cy="643186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1E22DEE-8008-53CD-9DC2-CB98FE0F87C3}"/>
              </a:ext>
            </a:extLst>
          </p:cNvPr>
          <p:cNvSpPr/>
          <p:nvPr/>
        </p:nvSpPr>
        <p:spPr>
          <a:xfrm>
            <a:off x="1095504" y="4964272"/>
            <a:ext cx="1970202" cy="15664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43D2EE6-B4F2-3825-2D15-D57BA8D21930}"/>
              </a:ext>
            </a:extLst>
          </p:cNvPr>
          <p:cNvSpPr/>
          <p:nvPr/>
        </p:nvSpPr>
        <p:spPr>
          <a:xfrm>
            <a:off x="3332376" y="4986779"/>
            <a:ext cx="1022808" cy="5750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Cube()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2445B78-1377-31DC-6994-C7AD8CDF8299}"/>
              </a:ext>
            </a:extLst>
          </p:cNvPr>
          <p:cNvSpPr/>
          <p:nvPr/>
        </p:nvSpPr>
        <p:spPr>
          <a:xfrm>
            <a:off x="3453356" y="5695966"/>
            <a:ext cx="1316607" cy="65926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6C89C37-C43A-C87D-E711-9D7E661873BA}"/>
              </a:ext>
            </a:extLst>
          </p:cNvPr>
          <p:cNvSpPr txBox="1"/>
          <p:nvPr/>
        </p:nvSpPr>
        <p:spPr>
          <a:xfrm>
            <a:off x="8607560" y="4793747"/>
            <a:ext cx="40016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cube(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  <a:p>
            <a:r>
              <a:rPr lang="en-IN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xmlns="" id="{2656CC57-182E-D99B-8091-CDF7CC7C5E8F}"/>
              </a:ext>
            </a:extLst>
          </p:cNvPr>
          <p:cNvSpPr/>
          <p:nvPr/>
        </p:nvSpPr>
        <p:spPr>
          <a:xfrm>
            <a:off x="4003983" y="4511605"/>
            <a:ext cx="679569" cy="575035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xmlns="" id="{053FFE61-CDD7-15B9-1FF0-E52A423AF50B}"/>
              </a:ext>
            </a:extLst>
          </p:cNvPr>
          <p:cNvSpPr/>
          <p:nvPr/>
        </p:nvSpPr>
        <p:spPr>
          <a:xfrm>
            <a:off x="1883482" y="4681535"/>
            <a:ext cx="197123" cy="17527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xmlns="" id="{18725B33-1C7C-3004-37D2-685432A2BA7A}"/>
              </a:ext>
            </a:extLst>
          </p:cNvPr>
          <p:cNvSpPr/>
          <p:nvPr/>
        </p:nvSpPr>
        <p:spPr>
          <a:xfrm>
            <a:off x="1906889" y="4880817"/>
            <a:ext cx="197123" cy="17527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8549D68-5C81-5AB0-E522-5E5279E4AFA8}"/>
              </a:ext>
            </a:extLst>
          </p:cNvPr>
          <p:cNvSpPr txBox="1"/>
          <p:nvPr/>
        </p:nvSpPr>
        <p:spPr>
          <a:xfrm>
            <a:off x="2003195" y="4609081"/>
            <a:ext cx="1450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MyMathLib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D39A7D8-0BAE-32E5-2C6D-5325EF56F1DD}"/>
              </a:ext>
            </a:extLst>
          </p:cNvPr>
          <p:cNvSpPr txBox="1"/>
          <p:nvPr/>
        </p:nvSpPr>
        <p:spPr>
          <a:xfrm>
            <a:off x="8352149" y="3565968"/>
            <a:ext cx="3685880" cy="2616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sum(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  <a:endParaRPr lang="en-IN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199537F-B22B-6E2F-C18A-0184EC2C6EB9}"/>
              </a:ext>
            </a:extLst>
          </p:cNvPr>
          <p:cNvSpPr txBox="1"/>
          <p:nvPr/>
        </p:nvSpPr>
        <p:spPr>
          <a:xfrm>
            <a:off x="8352149" y="4433031"/>
            <a:ext cx="2790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sqr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x)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C250816-A434-C412-255A-3D2B5940A841}"/>
              </a:ext>
            </a:extLst>
          </p:cNvPr>
          <p:cNvSpPr/>
          <p:nvPr/>
        </p:nvSpPr>
        <p:spPr>
          <a:xfrm>
            <a:off x="8440864" y="5409862"/>
            <a:ext cx="3380348" cy="8578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err="1">
                <a:solidFill>
                  <a:srgbClr val="C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sz="1200" dirty="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C00000"/>
                </a:solidFill>
                <a:latin typeface="Cascadia Mono" panose="020B0609020000020004" pitchFamily="49" charset="0"/>
              </a:rPr>
              <a:t>obj</a:t>
            </a:r>
            <a:r>
              <a:rPr lang="en-IN" sz="1200" dirty="0">
                <a:solidFill>
                  <a:srgbClr val="C00000"/>
                </a:solidFill>
                <a:latin typeface="Cascadia Mono" panose="020B0609020000020004" pitchFamily="49" charset="0"/>
              </a:rPr>
              <a:t>= new </a:t>
            </a:r>
            <a:r>
              <a:rPr lang="en-IN" sz="1200" dirty="0" err="1">
                <a:solidFill>
                  <a:srgbClr val="C00000"/>
                </a:solidFill>
                <a:latin typeface="Cascadia Mono" panose="020B0609020000020004" pitchFamily="49" charset="0"/>
              </a:rPr>
              <a:t>MyMathLib</a:t>
            </a:r>
            <a:r>
              <a:rPr lang="en-IN" sz="1200" dirty="0">
                <a:solidFill>
                  <a:srgbClr val="C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C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C00000"/>
                </a:solidFill>
                <a:latin typeface="Cascadia Mono" panose="020B0609020000020004" pitchFamily="49" charset="0"/>
              </a:rPr>
              <a:t>obj.sum</a:t>
            </a:r>
            <a:r>
              <a:rPr lang="en-IN" sz="1200" dirty="0">
                <a:solidFill>
                  <a:srgbClr val="C00000"/>
                </a:solidFill>
                <a:latin typeface="Cascadia Mono" panose="020B0609020000020004" pitchFamily="49" charset="0"/>
              </a:rPr>
              <a:t>(1);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D11ABCB-279B-C376-CE19-BEEA276B811C}"/>
              </a:ext>
            </a:extLst>
          </p:cNvPr>
          <p:cNvSpPr txBox="1"/>
          <p:nvPr/>
        </p:nvSpPr>
        <p:spPr>
          <a:xfrm>
            <a:off x="8964889" y="6351418"/>
            <a:ext cx="3227111" cy="5232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>
                <a:solidFill>
                  <a:srgbClr val="000000"/>
                </a:solidFill>
                <a:latin typeface="Cascadia Mono" panose="020B0609020000020004" pitchFamily="49" charset="0"/>
              </a:rPr>
              <a:t> Usepmathad() { </a:t>
            </a:r>
          </a:p>
          <a:p>
            <a:r>
              <a:rPr lang="en-IN" sz="1400">
                <a:solidFill>
                  <a:srgbClr val="000000"/>
                </a:solidFill>
                <a:latin typeface="Cascadia Mono" panose="020B0609020000020004" pitchFamily="49" charset="0"/>
              </a:rPr>
              <a:t>        sum(2);</a:t>
            </a:r>
            <a:endParaRPr lang="en-IN" sz="14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13376777-190E-455D-B57A-E50D609F98FD}"/>
              </a:ext>
            </a:extLst>
          </p:cNvPr>
          <p:cNvSpPr/>
          <p:nvPr/>
        </p:nvSpPr>
        <p:spPr>
          <a:xfrm>
            <a:off x="4326903" y="4204355"/>
            <a:ext cx="4534293" cy="725864"/>
          </a:xfrm>
          <a:custGeom>
            <a:avLst/>
            <a:gdLst>
              <a:gd name="connsiteX0" fmla="*/ 4534293 w 4534293"/>
              <a:gd name="connsiteY0" fmla="*/ 725864 h 725864"/>
              <a:gd name="connsiteX1" fmla="*/ 4374037 w 4534293"/>
              <a:gd name="connsiteY1" fmla="*/ 631596 h 725864"/>
              <a:gd name="connsiteX2" fmla="*/ 4025245 w 4534293"/>
              <a:gd name="connsiteY2" fmla="*/ 527901 h 725864"/>
              <a:gd name="connsiteX3" fmla="*/ 3836709 w 4534293"/>
              <a:gd name="connsiteY3" fmla="*/ 471340 h 725864"/>
              <a:gd name="connsiteX4" fmla="*/ 3308808 w 4534293"/>
              <a:gd name="connsiteY4" fmla="*/ 254523 h 725864"/>
              <a:gd name="connsiteX5" fmla="*/ 2856322 w 4534293"/>
              <a:gd name="connsiteY5" fmla="*/ 84841 h 725864"/>
              <a:gd name="connsiteX6" fmla="*/ 2460396 w 4534293"/>
              <a:gd name="connsiteY6" fmla="*/ 37707 h 725864"/>
              <a:gd name="connsiteX7" fmla="*/ 2055043 w 4534293"/>
              <a:gd name="connsiteY7" fmla="*/ 0 h 725864"/>
              <a:gd name="connsiteX8" fmla="*/ 1414021 w 4534293"/>
              <a:gd name="connsiteY8" fmla="*/ 18853 h 725864"/>
              <a:gd name="connsiteX9" fmla="*/ 980388 w 4534293"/>
              <a:gd name="connsiteY9" fmla="*/ 103694 h 725864"/>
              <a:gd name="connsiteX10" fmla="*/ 876693 w 4534293"/>
              <a:gd name="connsiteY10" fmla="*/ 113121 h 725864"/>
              <a:gd name="connsiteX11" fmla="*/ 791852 w 4534293"/>
              <a:gd name="connsiteY11" fmla="*/ 131975 h 725864"/>
              <a:gd name="connsiteX12" fmla="*/ 707010 w 4534293"/>
              <a:gd name="connsiteY12" fmla="*/ 141402 h 725864"/>
              <a:gd name="connsiteX13" fmla="*/ 650450 w 4534293"/>
              <a:gd name="connsiteY13" fmla="*/ 150829 h 725864"/>
              <a:gd name="connsiteX14" fmla="*/ 461913 w 4534293"/>
              <a:gd name="connsiteY14" fmla="*/ 197963 h 725864"/>
              <a:gd name="connsiteX15" fmla="*/ 414779 w 4534293"/>
              <a:gd name="connsiteY15" fmla="*/ 216816 h 725864"/>
              <a:gd name="connsiteX16" fmla="*/ 348792 w 4534293"/>
              <a:gd name="connsiteY16" fmla="*/ 235670 h 725864"/>
              <a:gd name="connsiteX17" fmla="*/ 311085 w 4534293"/>
              <a:gd name="connsiteY17" fmla="*/ 254523 h 725864"/>
              <a:gd name="connsiteX18" fmla="*/ 245097 w 4534293"/>
              <a:gd name="connsiteY18" fmla="*/ 282804 h 725864"/>
              <a:gd name="connsiteX19" fmla="*/ 179109 w 4534293"/>
              <a:gd name="connsiteY19" fmla="*/ 329938 h 725864"/>
              <a:gd name="connsiteX20" fmla="*/ 113122 w 4534293"/>
              <a:gd name="connsiteY20" fmla="*/ 367645 h 725864"/>
              <a:gd name="connsiteX21" fmla="*/ 47134 w 4534293"/>
              <a:gd name="connsiteY21" fmla="*/ 424206 h 725864"/>
              <a:gd name="connsiteX22" fmla="*/ 0 w 4534293"/>
              <a:gd name="connsiteY22" fmla="*/ 537327 h 72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34293" h="725864">
                <a:moveTo>
                  <a:pt x="4534293" y="725864"/>
                </a:moveTo>
                <a:cubicBezTo>
                  <a:pt x="4473759" y="650196"/>
                  <a:pt x="4505546" y="673679"/>
                  <a:pt x="4374037" y="631596"/>
                </a:cubicBezTo>
                <a:cubicBezTo>
                  <a:pt x="4258514" y="594629"/>
                  <a:pt x="4141479" y="562567"/>
                  <a:pt x="4025245" y="527901"/>
                </a:cubicBezTo>
                <a:cubicBezTo>
                  <a:pt x="3962369" y="509149"/>
                  <a:pt x="3897402" y="496267"/>
                  <a:pt x="3836709" y="471340"/>
                </a:cubicBezTo>
                <a:lnTo>
                  <a:pt x="3308808" y="254523"/>
                </a:lnTo>
                <a:cubicBezTo>
                  <a:pt x="3150316" y="188807"/>
                  <a:pt x="3022785" y="123554"/>
                  <a:pt x="2856322" y="84841"/>
                </a:cubicBezTo>
                <a:cubicBezTo>
                  <a:pt x="2754736" y="61216"/>
                  <a:pt x="2563622" y="48927"/>
                  <a:pt x="2460396" y="37707"/>
                </a:cubicBezTo>
                <a:cubicBezTo>
                  <a:pt x="2106375" y="-774"/>
                  <a:pt x="2348191" y="16285"/>
                  <a:pt x="2055043" y="0"/>
                </a:cubicBezTo>
                <a:cubicBezTo>
                  <a:pt x="1841369" y="6284"/>
                  <a:pt x="1627233" y="3467"/>
                  <a:pt x="1414021" y="18853"/>
                </a:cubicBezTo>
                <a:cubicBezTo>
                  <a:pt x="1170269" y="36443"/>
                  <a:pt x="1180980" y="67874"/>
                  <a:pt x="980388" y="103694"/>
                </a:cubicBezTo>
                <a:cubicBezTo>
                  <a:pt x="946221" y="109795"/>
                  <a:pt x="911258" y="109979"/>
                  <a:pt x="876693" y="113121"/>
                </a:cubicBezTo>
                <a:cubicBezTo>
                  <a:pt x="848413" y="119406"/>
                  <a:pt x="820428" y="127212"/>
                  <a:pt x="791852" y="131975"/>
                </a:cubicBezTo>
                <a:cubicBezTo>
                  <a:pt x="763784" y="136653"/>
                  <a:pt x="735215" y="137641"/>
                  <a:pt x="707010" y="141402"/>
                </a:cubicBezTo>
                <a:cubicBezTo>
                  <a:pt x="688064" y="143928"/>
                  <a:pt x="669303" y="147687"/>
                  <a:pt x="650450" y="150829"/>
                </a:cubicBezTo>
                <a:cubicBezTo>
                  <a:pt x="491080" y="210592"/>
                  <a:pt x="670093" y="148980"/>
                  <a:pt x="461913" y="197963"/>
                </a:cubicBezTo>
                <a:cubicBezTo>
                  <a:pt x="445441" y="201839"/>
                  <a:pt x="430832" y="211465"/>
                  <a:pt x="414779" y="216816"/>
                </a:cubicBezTo>
                <a:cubicBezTo>
                  <a:pt x="393077" y="224050"/>
                  <a:pt x="370291" y="227852"/>
                  <a:pt x="348792" y="235670"/>
                </a:cubicBezTo>
                <a:cubicBezTo>
                  <a:pt x="335586" y="240472"/>
                  <a:pt x="323878" y="248708"/>
                  <a:pt x="311085" y="254523"/>
                </a:cubicBezTo>
                <a:cubicBezTo>
                  <a:pt x="289299" y="264426"/>
                  <a:pt x="265875" y="270931"/>
                  <a:pt x="245097" y="282804"/>
                </a:cubicBezTo>
                <a:cubicBezTo>
                  <a:pt x="221628" y="296215"/>
                  <a:pt x="201847" y="315321"/>
                  <a:pt x="179109" y="329938"/>
                </a:cubicBezTo>
                <a:cubicBezTo>
                  <a:pt x="157799" y="343637"/>
                  <a:pt x="134495" y="354044"/>
                  <a:pt x="113122" y="367645"/>
                </a:cubicBezTo>
                <a:cubicBezTo>
                  <a:pt x="79865" y="388808"/>
                  <a:pt x="73698" y="397642"/>
                  <a:pt x="47134" y="424206"/>
                </a:cubicBezTo>
                <a:lnTo>
                  <a:pt x="0" y="537327"/>
                </a:lnTo>
              </a:path>
            </a:pathLst>
          </a:cu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89A53283-C28A-FCC5-2484-498C9C03F382}"/>
              </a:ext>
            </a:extLst>
          </p:cNvPr>
          <p:cNvSpPr/>
          <p:nvPr/>
        </p:nvSpPr>
        <p:spPr>
          <a:xfrm>
            <a:off x="5260157" y="4251489"/>
            <a:ext cx="3384222" cy="895546"/>
          </a:xfrm>
          <a:custGeom>
            <a:avLst/>
            <a:gdLst>
              <a:gd name="connsiteX0" fmla="*/ 3384222 w 3384222"/>
              <a:gd name="connsiteY0" fmla="*/ 245097 h 895546"/>
              <a:gd name="connsiteX1" fmla="*/ 3365369 w 3384222"/>
              <a:gd name="connsiteY1" fmla="*/ 197963 h 895546"/>
              <a:gd name="connsiteX2" fmla="*/ 3327662 w 3384222"/>
              <a:gd name="connsiteY2" fmla="*/ 160255 h 895546"/>
              <a:gd name="connsiteX3" fmla="*/ 3129699 w 3384222"/>
              <a:gd name="connsiteY3" fmla="*/ 65987 h 895546"/>
              <a:gd name="connsiteX4" fmla="*/ 3016577 w 3384222"/>
              <a:gd name="connsiteY4" fmla="*/ 37707 h 895546"/>
              <a:gd name="connsiteX5" fmla="*/ 2922309 w 3384222"/>
              <a:gd name="connsiteY5" fmla="*/ 9426 h 895546"/>
              <a:gd name="connsiteX6" fmla="*/ 2799761 w 3384222"/>
              <a:gd name="connsiteY6" fmla="*/ 0 h 895546"/>
              <a:gd name="connsiteX7" fmla="*/ 1857080 w 3384222"/>
              <a:gd name="connsiteY7" fmla="*/ 9426 h 895546"/>
              <a:gd name="connsiteX8" fmla="*/ 1414020 w 3384222"/>
              <a:gd name="connsiteY8" fmla="*/ 188536 h 895546"/>
              <a:gd name="connsiteX9" fmla="*/ 1102936 w 3384222"/>
              <a:gd name="connsiteY9" fmla="*/ 320511 h 895546"/>
              <a:gd name="connsiteX10" fmla="*/ 923827 w 3384222"/>
              <a:gd name="connsiteY10" fmla="*/ 395925 h 895546"/>
              <a:gd name="connsiteX11" fmla="*/ 754144 w 3384222"/>
              <a:gd name="connsiteY11" fmla="*/ 471340 h 895546"/>
              <a:gd name="connsiteX12" fmla="*/ 688156 w 3384222"/>
              <a:gd name="connsiteY12" fmla="*/ 518474 h 895546"/>
              <a:gd name="connsiteX13" fmla="*/ 622169 w 3384222"/>
              <a:gd name="connsiteY13" fmla="*/ 546754 h 895546"/>
              <a:gd name="connsiteX14" fmla="*/ 546754 w 3384222"/>
              <a:gd name="connsiteY14" fmla="*/ 584462 h 895546"/>
              <a:gd name="connsiteX15" fmla="*/ 282804 w 3384222"/>
              <a:gd name="connsiteY15" fmla="*/ 688156 h 895546"/>
              <a:gd name="connsiteX16" fmla="*/ 169682 w 3384222"/>
              <a:gd name="connsiteY16" fmla="*/ 744717 h 895546"/>
              <a:gd name="connsiteX17" fmla="*/ 141402 w 3384222"/>
              <a:gd name="connsiteY17" fmla="*/ 763571 h 895546"/>
              <a:gd name="connsiteX18" fmla="*/ 122548 w 3384222"/>
              <a:gd name="connsiteY18" fmla="*/ 791851 h 895546"/>
              <a:gd name="connsiteX19" fmla="*/ 94268 w 3384222"/>
              <a:gd name="connsiteY19" fmla="*/ 810705 h 895546"/>
              <a:gd name="connsiteX20" fmla="*/ 37707 w 3384222"/>
              <a:gd name="connsiteY20" fmla="*/ 857839 h 895546"/>
              <a:gd name="connsiteX21" fmla="*/ 0 w 3384222"/>
              <a:gd name="connsiteY21" fmla="*/ 895546 h 895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384222" h="895546">
                <a:moveTo>
                  <a:pt x="3384222" y="245097"/>
                </a:moveTo>
                <a:cubicBezTo>
                  <a:pt x="3377938" y="229386"/>
                  <a:pt x="3374755" y="212043"/>
                  <a:pt x="3365369" y="197963"/>
                </a:cubicBezTo>
                <a:cubicBezTo>
                  <a:pt x="3355509" y="183173"/>
                  <a:pt x="3341882" y="170920"/>
                  <a:pt x="3327662" y="160255"/>
                </a:cubicBezTo>
                <a:cubicBezTo>
                  <a:pt x="3263136" y="111861"/>
                  <a:pt x="3209043" y="91377"/>
                  <a:pt x="3129699" y="65987"/>
                </a:cubicBezTo>
                <a:cubicBezTo>
                  <a:pt x="3092680" y="54141"/>
                  <a:pt x="3054075" y="47934"/>
                  <a:pt x="3016577" y="37707"/>
                </a:cubicBezTo>
                <a:cubicBezTo>
                  <a:pt x="2984927" y="29075"/>
                  <a:pt x="2954630" y="15047"/>
                  <a:pt x="2922309" y="9426"/>
                </a:cubicBezTo>
                <a:cubicBezTo>
                  <a:pt x="2881945" y="2406"/>
                  <a:pt x="2840610" y="3142"/>
                  <a:pt x="2799761" y="0"/>
                </a:cubicBezTo>
                <a:lnTo>
                  <a:pt x="1857080" y="9426"/>
                </a:lnTo>
                <a:cubicBezTo>
                  <a:pt x="1778982" y="14059"/>
                  <a:pt x="1429715" y="181473"/>
                  <a:pt x="1414020" y="188536"/>
                </a:cubicBezTo>
                <a:cubicBezTo>
                  <a:pt x="1200949" y="284418"/>
                  <a:pt x="1426869" y="186197"/>
                  <a:pt x="1102936" y="320511"/>
                </a:cubicBezTo>
                <a:cubicBezTo>
                  <a:pt x="1043097" y="345322"/>
                  <a:pt x="981767" y="366955"/>
                  <a:pt x="923827" y="395925"/>
                </a:cubicBezTo>
                <a:cubicBezTo>
                  <a:pt x="792930" y="461374"/>
                  <a:pt x="850700" y="439154"/>
                  <a:pt x="754144" y="471340"/>
                </a:cubicBezTo>
                <a:cubicBezTo>
                  <a:pt x="732148" y="487051"/>
                  <a:pt x="711625" y="505063"/>
                  <a:pt x="688156" y="518474"/>
                </a:cubicBezTo>
                <a:cubicBezTo>
                  <a:pt x="667378" y="530347"/>
                  <a:pt x="643854" y="536634"/>
                  <a:pt x="622169" y="546754"/>
                </a:cubicBezTo>
                <a:cubicBezTo>
                  <a:pt x="596700" y="558640"/>
                  <a:pt x="572724" y="573716"/>
                  <a:pt x="546754" y="584462"/>
                </a:cubicBezTo>
                <a:cubicBezTo>
                  <a:pt x="496544" y="605238"/>
                  <a:pt x="356044" y="653463"/>
                  <a:pt x="282804" y="688156"/>
                </a:cubicBezTo>
                <a:cubicBezTo>
                  <a:pt x="244704" y="706203"/>
                  <a:pt x="204759" y="721331"/>
                  <a:pt x="169682" y="744717"/>
                </a:cubicBezTo>
                <a:lnTo>
                  <a:pt x="141402" y="763571"/>
                </a:lnTo>
                <a:cubicBezTo>
                  <a:pt x="135117" y="772998"/>
                  <a:pt x="130559" y="783840"/>
                  <a:pt x="122548" y="791851"/>
                </a:cubicBezTo>
                <a:cubicBezTo>
                  <a:pt x="114537" y="799862"/>
                  <a:pt x="103211" y="803749"/>
                  <a:pt x="94268" y="810705"/>
                </a:cubicBezTo>
                <a:cubicBezTo>
                  <a:pt x="74896" y="825772"/>
                  <a:pt x="55949" y="841421"/>
                  <a:pt x="37707" y="857839"/>
                </a:cubicBezTo>
                <a:cubicBezTo>
                  <a:pt x="24495" y="869730"/>
                  <a:pt x="0" y="895546"/>
                  <a:pt x="0" y="895546"/>
                </a:cubicBezTo>
              </a:path>
            </a:pathLst>
          </a:cu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52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599</Words>
  <Application>Microsoft Office PowerPoint</Application>
  <PresentationFormat>Widescreen</PresentationFormat>
  <Paragraphs>174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Cascadia Mono</vt:lpstr>
      <vt:lpstr>Times New Roman</vt:lpstr>
      <vt:lpstr>Office Theme</vt:lpstr>
      <vt:lpstr>PowerPoint Presentation</vt:lpstr>
      <vt:lpstr>Access Modifier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11</cp:revision>
  <dcterms:created xsi:type="dcterms:W3CDTF">2020-08-26T02:33:19Z</dcterms:created>
  <dcterms:modified xsi:type="dcterms:W3CDTF">2024-04-16T07:14:11Z</dcterms:modified>
</cp:coreProperties>
</file>