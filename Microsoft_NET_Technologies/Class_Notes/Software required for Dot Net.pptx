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A88D-B134-4A74-A686-8E70176CE1FF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891B5-0299-476C-B350-06EC00B76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9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A88D-B134-4A74-A686-8E70176CE1FF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891B5-0299-476C-B350-06EC00B76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82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A88D-B134-4A74-A686-8E70176CE1FF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891B5-0299-476C-B350-06EC00B76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91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A88D-B134-4A74-A686-8E70176CE1FF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891B5-0299-476C-B350-06EC00B76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10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A88D-B134-4A74-A686-8E70176CE1FF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891B5-0299-476C-B350-06EC00B76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67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A88D-B134-4A74-A686-8E70176CE1FF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891B5-0299-476C-B350-06EC00B76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496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A88D-B134-4A74-A686-8E70176CE1FF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891B5-0299-476C-B350-06EC00B76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73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A88D-B134-4A74-A686-8E70176CE1FF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891B5-0299-476C-B350-06EC00B76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798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A88D-B134-4A74-A686-8E70176CE1FF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891B5-0299-476C-B350-06EC00B76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62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A88D-B134-4A74-A686-8E70176CE1FF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891B5-0299-476C-B350-06EC00B76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0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3A88D-B134-4A74-A686-8E70176CE1FF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891B5-0299-476C-B350-06EC00B76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83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3A88D-B134-4A74-A686-8E70176CE1FF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891B5-0299-476C-B350-06EC00B76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030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studio.microsoft.com/vs/community" TargetMode="External"/><Relationship Id="rId2" Type="http://schemas.openxmlformats.org/officeDocument/2006/relationships/hyperlink" Target="https://visualstudio.microsoft.com/downloa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" y="511175"/>
            <a:ext cx="10515600" cy="4351338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https://visualstudio.microsoft.com/downloads/</a:t>
            </a:r>
            <a:endParaRPr lang="en-IN" dirty="0"/>
          </a:p>
          <a:p>
            <a:endParaRPr lang="en-US" dirty="0"/>
          </a:p>
          <a:p>
            <a:r>
              <a:rPr lang="en-US" dirty="0"/>
              <a:t>Down load Visual studio 22 for</a:t>
            </a:r>
          </a:p>
          <a:p>
            <a:r>
              <a:rPr lang="en-US" b="1" u="sng" dirty="0">
                <a:hlinkClick r:id="rId3"/>
              </a:rPr>
              <a:t>Community edition</a:t>
            </a:r>
            <a:r>
              <a:rPr lang="en-US" b="1" u="sng" dirty="0"/>
              <a:t> </a:t>
            </a:r>
            <a:r>
              <a:rPr lang="en-US" b="1" u="sng" dirty="0">
                <a:hlinkClick r:id="rId3"/>
              </a:rPr>
              <a:t> </a:t>
            </a:r>
            <a:r>
              <a:rPr lang="en-US" b="1" u="sng" dirty="0"/>
              <a:t>  </a:t>
            </a:r>
            <a:r>
              <a:rPr lang="en-US" b="1" u="sng" dirty="0">
                <a:hlinkClick r:id="rId3"/>
              </a:rPr>
              <a:t>(https://visualstudio.microsoft.com/downloads/)</a:t>
            </a:r>
          </a:p>
          <a:p>
            <a:r>
              <a:rPr lang="en-US" dirty="0"/>
              <a:t>Powerful IDE, free for students, open-source contributors, and individuals</a:t>
            </a:r>
          </a:p>
          <a:p>
            <a:r>
              <a:rPr lang="en-US" dirty="0"/>
              <a:t>After installation look for </a:t>
            </a:r>
          </a:p>
          <a:p>
            <a:r>
              <a:rPr lang="en-US" dirty="0"/>
              <a:t>Option Visual studio installer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094" y="2867907"/>
            <a:ext cx="5906106" cy="398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24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114C32-98E8-AD9B-0382-24A4D2837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76" y="1405467"/>
            <a:ext cx="9643499" cy="54525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72CDF4-60AE-4164-4283-55CEC7D03F2C}"/>
              </a:ext>
            </a:extLst>
          </p:cNvPr>
          <p:cNvSpPr txBox="1"/>
          <p:nvPr/>
        </p:nvSpPr>
        <p:spPr>
          <a:xfrm>
            <a:off x="1651000" y="169333"/>
            <a:ext cx="673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Click on download</a:t>
            </a:r>
          </a:p>
        </p:txBody>
      </p:sp>
    </p:spTree>
    <p:extLst>
      <p:ext uri="{BB962C8B-B14F-4D97-AF65-F5344CB8AC3E}">
        <p14:creationId xmlns:p14="http://schemas.microsoft.com/office/powerpoint/2010/main" val="137571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C1B7EE-29E1-A469-95BB-ABC39C273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78" y="940265"/>
            <a:ext cx="10585043" cy="5731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49292C-B86A-D5B9-A271-7A3BF2DF6E63}"/>
              </a:ext>
            </a:extLst>
          </p:cNvPr>
          <p:cNvSpPr txBox="1"/>
          <p:nvPr/>
        </p:nvSpPr>
        <p:spPr>
          <a:xfrm>
            <a:off x="1041400" y="135467"/>
            <a:ext cx="894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Click on community free down load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CB3794-7879-C70D-A6DF-C868EE2B14A1}"/>
              </a:ext>
            </a:extLst>
          </p:cNvPr>
          <p:cNvCxnSpPr/>
          <p:nvPr/>
        </p:nvCxnSpPr>
        <p:spPr>
          <a:xfrm>
            <a:off x="3217333" y="431800"/>
            <a:ext cx="0" cy="4783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630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42" y="2185540"/>
            <a:ext cx="10194227" cy="44724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9042" y="171450"/>
            <a:ext cx="101942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on modify and ensure that </a:t>
            </a:r>
            <a:r>
              <a:rPr lang="en-US" dirty="0" err="1"/>
              <a:t>.Net</a:t>
            </a:r>
            <a:r>
              <a:rPr lang="en-US" dirty="0"/>
              <a:t> 7.0 or above runtime is installed and </a:t>
            </a:r>
          </a:p>
          <a:p>
            <a:endParaRPr lang="en-US" dirty="0"/>
          </a:p>
          <a:p>
            <a:r>
              <a:rPr lang="en-US" dirty="0"/>
              <a:t> ASP.NET and web development  is checked</a:t>
            </a:r>
          </a:p>
          <a:p>
            <a:r>
              <a:rPr lang="en-US" dirty="0"/>
              <a:t>.NET </a:t>
            </a:r>
            <a:r>
              <a:rPr lang="en-US" dirty="0" err="1"/>
              <a:t>desktopdevelopment</a:t>
            </a:r>
            <a:r>
              <a:rPr lang="en-US" dirty="0"/>
              <a:t> is checked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4803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19" y="1780023"/>
            <a:ext cx="10946558" cy="56246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330" y="288235"/>
            <a:ext cx="10426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Click on individual component  and check the option and checked it</a:t>
            </a:r>
          </a:p>
          <a:p>
            <a:endParaRPr lang="en-US" dirty="0"/>
          </a:p>
          <a:p>
            <a:r>
              <a:rPr lang="en-US" dirty="0"/>
              <a:t>Ensure </a:t>
            </a:r>
            <a:r>
              <a:rPr lang="en-US" dirty="0" err="1"/>
              <a:t>.Net</a:t>
            </a:r>
            <a:r>
              <a:rPr lang="en-US" dirty="0"/>
              <a:t> Framework  SDK is also checked.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467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991" y="-305321"/>
            <a:ext cx="11907888" cy="610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078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16" y="1137717"/>
            <a:ext cx="11287148" cy="572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65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107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sriram mantri vidyanidhi infotech academy</cp:lastModifiedBy>
  <cp:revision>7</cp:revision>
  <dcterms:created xsi:type="dcterms:W3CDTF">2024-04-04T06:12:21Z</dcterms:created>
  <dcterms:modified xsi:type="dcterms:W3CDTF">2025-04-01T09:41:01Z</dcterms:modified>
</cp:coreProperties>
</file>