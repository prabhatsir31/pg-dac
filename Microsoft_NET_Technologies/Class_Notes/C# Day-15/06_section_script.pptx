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35F404-E2F0-475B-A071-38B4A0A72C5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DAA42FD-03EB-4E12-90CE-2C358E1D31D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2177986-8E3C-473E-9E9F-37DFE90F06A6}"/>
              </a:ext>
            </a:extLst>
          </p:cNvPr>
          <p:cNvSpPr>
            <a:spLocks noGrp="1"/>
          </p:cNvSpPr>
          <p:nvPr>
            <p:ph type="dt" sz="half" idx="10"/>
          </p:nvPr>
        </p:nvSpPr>
        <p:spPr/>
        <p:txBody>
          <a:bodyPr/>
          <a:lstStyle/>
          <a:p>
            <a:fld id="{28F3E7CE-9B99-4316-9E43-C4946BD4C989}" type="datetimeFigureOut">
              <a:rPr lang="en-IN" smtClean="0"/>
              <a:t>23-04-2025</a:t>
            </a:fld>
            <a:endParaRPr lang="en-IN"/>
          </a:p>
        </p:txBody>
      </p:sp>
      <p:sp>
        <p:nvSpPr>
          <p:cNvPr id="5" name="Footer Placeholder 4">
            <a:extLst>
              <a:ext uri="{FF2B5EF4-FFF2-40B4-BE49-F238E27FC236}">
                <a16:creationId xmlns:a16="http://schemas.microsoft.com/office/drawing/2014/main" id="{5CF2C226-15F7-40AA-95AE-E4D2C33E9C7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B404407-2747-473C-B274-F55361E5CD2A}"/>
              </a:ext>
            </a:extLst>
          </p:cNvPr>
          <p:cNvSpPr>
            <a:spLocks noGrp="1"/>
          </p:cNvSpPr>
          <p:nvPr>
            <p:ph type="sldNum" sz="quarter" idx="12"/>
          </p:nvPr>
        </p:nvSpPr>
        <p:spPr/>
        <p:txBody>
          <a:bodyPr/>
          <a:lstStyle/>
          <a:p>
            <a:fld id="{FFBCD042-50B5-4B59-B964-E918B5D5B4E9}" type="slidenum">
              <a:rPr lang="en-IN" smtClean="0"/>
              <a:t>‹#›</a:t>
            </a:fld>
            <a:endParaRPr lang="en-IN"/>
          </a:p>
        </p:txBody>
      </p:sp>
    </p:spTree>
    <p:extLst>
      <p:ext uri="{BB962C8B-B14F-4D97-AF65-F5344CB8AC3E}">
        <p14:creationId xmlns:p14="http://schemas.microsoft.com/office/powerpoint/2010/main" val="28167722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979A5-3F6C-4FBF-9381-2746833A916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C285271-EE14-4AD9-8FBE-29053C63633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4729C27-BBF0-4843-81B1-BE1017683064}"/>
              </a:ext>
            </a:extLst>
          </p:cNvPr>
          <p:cNvSpPr>
            <a:spLocks noGrp="1"/>
          </p:cNvSpPr>
          <p:nvPr>
            <p:ph type="dt" sz="half" idx="10"/>
          </p:nvPr>
        </p:nvSpPr>
        <p:spPr/>
        <p:txBody>
          <a:bodyPr/>
          <a:lstStyle/>
          <a:p>
            <a:fld id="{28F3E7CE-9B99-4316-9E43-C4946BD4C989}" type="datetimeFigureOut">
              <a:rPr lang="en-IN" smtClean="0"/>
              <a:t>23-04-2025</a:t>
            </a:fld>
            <a:endParaRPr lang="en-IN"/>
          </a:p>
        </p:txBody>
      </p:sp>
      <p:sp>
        <p:nvSpPr>
          <p:cNvPr id="5" name="Footer Placeholder 4">
            <a:extLst>
              <a:ext uri="{FF2B5EF4-FFF2-40B4-BE49-F238E27FC236}">
                <a16:creationId xmlns:a16="http://schemas.microsoft.com/office/drawing/2014/main" id="{BA34C5DA-7AE4-42B0-9209-376B78F64E1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00DBDD9-1AAC-413D-B1D5-A9BA3F017BDF}"/>
              </a:ext>
            </a:extLst>
          </p:cNvPr>
          <p:cNvSpPr>
            <a:spLocks noGrp="1"/>
          </p:cNvSpPr>
          <p:nvPr>
            <p:ph type="sldNum" sz="quarter" idx="12"/>
          </p:nvPr>
        </p:nvSpPr>
        <p:spPr/>
        <p:txBody>
          <a:bodyPr/>
          <a:lstStyle/>
          <a:p>
            <a:fld id="{FFBCD042-50B5-4B59-B964-E918B5D5B4E9}" type="slidenum">
              <a:rPr lang="en-IN" smtClean="0"/>
              <a:t>‹#›</a:t>
            </a:fld>
            <a:endParaRPr lang="en-IN"/>
          </a:p>
        </p:txBody>
      </p:sp>
    </p:spTree>
    <p:extLst>
      <p:ext uri="{BB962C8B-B14F-4D97-AF65-F5344CB8AC3E}">
        <p14:creationId xmlns:p14="http://schemas.microsoft.com/office/powerpoint/2010/main" val="29441736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4DE13E-52F5-4A08-9303-0F5DDC24D08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647D6AD-CBF3-4F10-ADA2-2A1837B5034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A5406DE-786B-4F7B-8DDF-343C84C9B321}"/>
              </a:ext>
            </a:extLst>
          </p:cNvPr>
          <p:cNvSpPr>
            <a:spLocks noGrp="1"/>
          </p:cNvSpPr>
          <p:nvPr>
            <p:ph type="dt" sz="half" idx="10"/>
          </p:nvPr>
        </p:nvSpPr>
        <p:spPr/>
        <p:txBody>
          <a:bodyPr/>
          <a:lstStyle/>
          <a:p>
            <a:fld id="{28F3E7CE-9B99-4316-9E43-C4946BD4C989}" type="datetimeFigureOut">
              <a:rPr lang="en-IN" smtClean="0"/>
              <a:t>23-04-2025</a:t>
            </a:fld>
            <a:endParaRPr lang="en-IN"/>
          </a:p>
        </p:txBody>
      </p:sp>
      <p:sp>
        <p:nvSpPr>
          <p:cNvPr id="5" name="Footer Placeholder 4">
            <a:extLst>
              <a:ext uri="{FF2B5EF4-FFF2-40B4-BE49-F238E27FC236}">
                <a16:creationId xmlns:a16="http://schemas.microsoft.com/office/drawing/2014/main" id="{AAD0BCFC-9277-4745-9D47-636AB64DADB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03057C5-A4EE-4C58-81BB-36BAD4A0E479}"/>
              </a:ext>
            </a:extLst>
          </p:cNvPr>
          <p:cNvSpPr>
            <a:spLocks noGrp="1"/>
          </p:cNvSpPr>
          <p:nvPr>
            <p:ph type="sldNum" sz="quarter" idx="12"/>
          </p:nvPr>
        </p:nvSpPr>
        <p:spPr/>
        <p:txBody>
          <a:bodyPr/>
          <a:lstStyle/>
          <a:p>
            <a:fld id="{FFBCD042-50B5-4B59-B964-E918B5D5B4E9}" type="slidenum">
              <a:rPr lang="en-IN" smtClean="0"/>
              <a:t>‹#›</a:t>
            </a:fld>
            <a:endParaRPr lang="en-IN"/>
          </a:p>
        </p:txBody>
      </p:sp>
    </p:spTree>
    <p:extLst>
      <p:ext uri="{BB962C8B-B14F-4D97-AF65-F5344CB8AC3E}">
        <p14:creationId xmlns:p14="http://schemas.microsoft.com/office/powerpoint/2010/main" val="32633363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B3F38C-DD95-4BF6-9525-9B1247571AE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102FE83-385F-47AE-8FF7-4E365EE1C7D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E71A2EE-5E59-4B9C-A748-7168AEEE2A6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ABB9CD5-67BB-4608-9547-F7E0573561B8}"/>
              </a:ext>
            </a:extLst>
          </p:cNvPr>
          <p:cNvSpPr>
            <a:spLocks noGrp="1"/>
          </p:cNvSpPr>
          <p:nvPr>
            <p:ph type="dt" sz="half" idx="10"/>
          </p:nvPr>
        </p:nvSpPr>
        <p:spPr/>
        <p:txBody>
          <a:bodyPr/>
          <a:lstStyle/>
          <a:p>
            <a:fld id="{28F3E7CE-9B99-4316-9E43-C4946BD4C989}" type="datetimeFigureOut">
              <a:rPr lang="en-IN" smtClean="0"/>
              <a:t>23-04-2025</a:t>
            </a:fld>
            <a:endParaRPr lang="en-IN"/>
          </a:p>
        </p:txBody>
      </p:sp>
      <p:sp>
        <p:nvSpPr>
          <p:cNvPr id="6" name="Footer Placeholder 5">
            <a:extLst>
              <a:ext uri="{FF2B5EF4-FFF2-40B4-BE49-F238E27FC236}">
                <a16:creationId xmlns:a16="http://schemas.microsoft.com/office/drawing/2014/main" id="{F2529750-DED5-49E2-9111-B5107CCFD66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6E16E3B-FDDC-40C9-B56C-1C90CC2B00C6}"/>
              </a:ext>
            </a:extLst>
          </p:cNvPr>
          <p:cNvSpPr>
            <a:spLocks noGrp="1"/>
          </p:cNvSpPr>
          <p:nvPr>
            <p:ph type="sldNum" sz="quarter" idx="12"/>
          </p:nvPr>
        </p:nvSpPr>
        <p:spPr/>
        <p:txBody>
          <a:bodyPr/>
          <a:lstStyle/>
          <a:p>
            <a:fld id="{FFBCD042-50B5-4B59-B964-E918B5D5B4E9}" type="slidenum">
              <a:rPr lang="en-IN" smtClean="0"/>
              <a:t>‹#›</a:t>
            </a:fld>
            <a:endParaRPr lang="en-IN"/>
          </a:p>
        </p:txBody>
      </p:sp>
    </p:spTree>
    <p:extLst>
      <p:ext uri="{BB962C8B-B14F-4D97-AF65-F5344CB8AC3E}">
        <p14:creationId xmlns:p14="http://schemas.microsoft.com/office/powerpoint/2010/main" val="26222031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4097DF-E60B-485C-9A7A-7152191C4DF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0B5B045-2068-4AE6-ACF2-BFA969BB41B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CC8F956-CDEA-41F8-AA1A-FB56640B679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1826A41-8B0E-47C4-AB78-C51727B0A87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4EB740F-4198-4D4F-8E15-1E0489EA998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B4BC643-DF87-40A3-9FA7-667E16CF490A}"/>
              </a:ext>
            </a:extLst>
          </p:cNvPr>
          <p:cNvSpPr>
            <a:spLocks noGrp="1"/>
          </p:cNvSpPr>
          <p:nvPr>
            <p:ph type="dt" sz="half" idx="10"/>
          </p:nvPr>
        </p:nvSpPr>
        <p:spPr/>
        <p:txBody>
          <a:bodyPr/>
          <a:lstStyle/>
          <a:p>
            <a:fld id="{28F3E7CE-9B99-4316-9E43-C4946BD4C989}" type="datetimeFigureOut">
              <a:rPr lang="en-IN" smtClean="0"/>
              <a:t>23-04-2025</a:t>
            </a:fld>
            <a:endParaRPr lang="en-IN"/>
          </a:p>
        </p:txBody>
      </p:sp>
      <p:sp>
        <p:nvSpPr>
          <p:cNvPr id="8" name="Footer Placeholder 7">
            <a:extLst>
              <a:ext uri="{FF2B5EF4-FFF2-40B4-BE49-F238E27FC236}">
                <a16:creationId xmlns:a16="http://schemas.microsoft.com/office/drawing/2014/main" id="{F364CAA4-91E0-4BA6-9161-CBA1306BA21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23C1B75-9CF5-4C69-91E1-44881DC77F5F}"/>
              </a:ext>
            </a:extLst>
          </p:cNvPr>
          <p:cNvSpPr>
            <a:spLocks noGrp="1"/>
          </p:cNvSpPr>
          <p:nvPr>
            <p:ph type="sldNum" sz="quarter" idx="12"/>
          </p:nvPr>
        </p:nvSpPr>
        <p:spPr/>
        <p:txBody>
          <a:bodyPr/>
          <a:lstStyle/>
          <a:p>
            <a:fld id="{FFBCD042-50B5-4B59-B964-E918B5D5B4E9}" type="slidenum">
              <a:rPr lang="en-IN" smtClean="0"/>
              <a:t>‹#›</a:t>
            </a:fld>
            <a:endParaRPr lang="en-IN"/>
          </a:p>
        </p:txBody>
      </p:sp>
    </p:spTree>
    <p:extLst>
      <p:ext uri="{BB962C8B-B14F-4D97-AF65-F5344CB8AC3E}">
        <p14:creationId xmlns:p14="http://schemas.microsoft.com/office/powerpoint/2010/main" val="11030318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D95103-696E-4567-89F8-B63A5D37CEB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C3750C5-6183-4C4B-BE78-BCF46EAED829}"/>
              </a:ext>
            </a:extLst>
          </p:cNvPr>
          <p:cNvSpPr>
            <a:spLocks noGrp="1"/>
          </p:cNvSpPr>
          <p:nvPr>
            <p:ph type="dt" sz="half" idx="10"/>
          </p:nvPr>
        </p:nvSpPr>
        <p:spPr/>
        <p:txBody>
          <a:bodyPr/>
          <a:lstStyle/>
          <a:p>
            <a:fld id="{28F3E7CE-9B99-4316-9E43-C4946BD4C989}" type="datetimeFigureOut">
              <a:rPr lang="en-IN" smtClean="0"/>
              <a:t>23-04-2025</a:t>
            </a:fld>
            <a:endParaRPr lang="en-IN"/>
          </a:p>
        </p:txBody>
      </p:sp>
      <p:sp>
        <p:nvSpPr>
          <p:cNvPr id="4" name="Footer Placeholder 3">
            <a:extLst>
              <a:ext uri="{FF2B5EF4-FFF2-40B4-BE49-F238E27FC236}">
                <a16:creationId xmlns:a16="http://schemas.microsoft.com/office/drawing/2014/main" id="{F0B2D297-C7C4-48EB-9449-21B50D8FC1F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00187BC-0F2D-47D8-BABB-68447914E2C9}"/>
              </a:ext>
            </a:extLst>
          </p:cNvPr>
          <p:cNvSpPr>
            <a:spLocks noGrp="1"/>
          </p:cNvSpPr>
          <p:nvPr>
            <p:ph type="sldNum" sz="quarter" idx="12"/>
          </p:nvPr>
        </p:nvSpPr>
        <p:spPr/>
        <p:txBody>
          <a:bodyPr/>
          <a:lstStyle/>
          <a:p>
            <a:fld id="{FFBCD042-50B5-4B59-B964-E918B5D5B4E9}" type="slidenum">
              <a:rPr lang="en-IN" smtClean="0"/>
              <a:t>‹#›</a:t>
            </a:fld>
            <a:endParaRPr lang="en-IN"/>
          </a:p>
        </p:txBody>
      </p:sp>
    </p:spTree>
    <p:extLst>
      <p:ext uri="{BB962C8B-B14F-4D97-AF65-F5344CB8AC3E}">
        <p14:creationId xmlns:p14="http://schemas.microsoft.com/office/powerpoint/2010/main" val="40910521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E2933CB-E79B-4848-B6DC-3B30BD491370}"/>
              </a:ext>
            </a:extLst>
          </p:cNvPr>
          <p:cNvSpPr>
            <a:spLocks noGrp="1"/>
          </p:cNvSpPr>
          <p:nvPr>
            <p:ph type="dt" sz="half" idx="10"/>
          </p:nvPr>
        </p:nvSpPr>
        <p:spPr/>
        <p:txBody>
          <a:bodyPr/>
          <a:lstStyle/>
          <a:p>
            <a:fld id="{28F3E7CE-9B99-4316-9E43-C4946BD4C989}" type="datetimeFigureOut">
              <a:rPr lang="en-IN" smtClean="0"/>
              <a:t>23-04-2025</a:t>
            </a:fld>
            <a:endParaRPr lang="en-IN"/>
          </a:p>
        </p:txBody>
      </p:sp>
      <p:sp>
        <p:nvSpPr>
          <p:cNvPr id="3" name="Footer Placeholder 2">
            <a:extLst>
              <a:ext uri="{FF2B5EF4-FFF2-40B4-BE49-F238E27FC236}">
                <a16:creationId xmlns:a16="http://schemas.microsoft.com/office/drawing/2014/main" id="{F7E56B4C-C8B8-441B-B874-81EEB5EF732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DA14E25-8A1C-440E-BC9C-81FF08D650DF}"/>
              </a:ext>
            </a:extLst>
          </p:cNvPr>
          <p:cNvSpPr>
            <a:spLocks noGrp="1"/>
          </p:cNvSpPr>
          <p:nvPr>
            <p:ph type="sldNum" sz="quarter" idx="12"/>
          </p:nvPr>
        </p:nvSpPr>
        <p:spPr/>
        <p:txBody>
          <a:bodyPr/>
          <a:lstStyle/>
          <a:p>
            <a:fld id="{FFBCD042-50B5-4B59-B964-E918B5D5B4E9}" type="slidenum">
              <a:rPr lang="en-IN" smtClean="0"/>
              <a:t>‹#›</a:t>
            </a:fld>
            <a:endParaRPr lang="en-IN"/>
          </a:p>
        </p:txBody>
      </p:sp>
    </p:spTree>
    <p:extLst>
      <p:ext uri="{BB962C8B-B14F-4D97-AF65-F5344CB8AC3E}">
        <p14:creationId xmlns:p14="http://schemas.microsoft.com/office/powerpoint/2010/main" val="9772522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80B579-6C37-43A3-81B0-7E05F8435FB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E613934-95E8-4391-94C2-369F02F3BFF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95EE11A-EB2A-4D88-A8EA-32F30661A43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0A18CD5-C840-479D-9565-DB52A9510C54}"/>
              </a:ext>
            </a:extLst>
          </p:cNvPr>
          <p:cNvSpPr>
            <a:spLocks noGrp="1"/>
          </p:cNvSpPr>
          <p:nvPr>
            <p:ph type="dt" sz="half" idx="10"/>
          </p:nvPr>
        </p:nvSpPr>
        <p:spPr/>
        <p:txBody>
          <a:bodyPr/>
          <a:lstStyle/>
          <a:p>
            <a:fld id="{28F3E7CE-9B99-4316-9E43-C4946BD4C989}" type="datetimeFigureOut">
              <a:rPr lang="en-IN" smtClean="0"/>
              <a:t>23-04-2025</a:t>
            </a:fld>
            <a:endParaRPr lang="en-IN"/>
          </a:p>
        </p:txBody>
      </p:sp>
      <p:sp>
        <p:nvSpPr>
          <p:cNvPr id="6" name="Footer Placeholder 5">
            <a:extLst>
              <a:ext uri="{FF2B5EF4-FFF2-40B4-BE49-F238E27FC236}">
                <a16:creationId xmlns:a16="http://schemas.microsoft.com/office/drawing/2014/main" id="{841938EB-AC19-4CF5-97E6-5CE1FA07E69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6FB7B50-8408-4DA0-9007-239F207C9EDC}"/>
              </a:ext>
            </a:extLst>
          </p:cNvPr>
          <p:cNvSpPr>
            <a:spLocks noGrp="1"/>
          </p:cNvSpPr>
          <p:nvPr>
            <p:ph type="sldNum" sz="quarter" idx="12"/>
          </p:nvPr>
        </p:nvSpPr>
        <p:spPr/>
        <p:txBody>
          <a:bodyPr/>
          <a:lstStyle/>
          <a:p>
            <a:fld id="{FFBCD042-50B5-4B59-B964-E918B5D5B4E9}" type="slidenum">
              <a:rPr lang="en-IN" smtClean="0"/>
              <a:t>‹#›</a:t>
            </a:fld>
            <a:endParaRPr lang="en-IN"/>
          </a:p>
        </p:txBody>
      </p:sp>
    </p:spTree>
    <p:extLst>
      <p:ext uri="{BB962C8B-B14F-4D97-AF65-F5344CB8AC3E}">
        <p14:creationId xmlns:p14="http://schemas.microsoft.com/office/powerpoint/2010/main" val="33234125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78FE87-BD1C-4040-A9CE-F2E32AE06ED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547A80C-50DA-4C04-B052-6B51F39B08F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29759AC-1324-4D26-BB79-A0331F5CFDA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D57EA31-19DD-4258-A467-868E2AE7E7E3}"/>
              </a:ext>
            </a:extLst>
          </p:cNvPr>
          <p:cNvSpPr>
            <a:spLocks noGrp="1"/>
          </p:cNvSpPr>
          <p:nvPr>
            <p:ph type="dt" sz="half" idx="10"/>
          </p:nvPr>
        </p:nvSpPr>
        <p:spPr/>
        <p:txBody>
          <a:bodyPr/>
          <a:lstStyle/>
          <a:p>
            <a:fld id="{28F3E7CE-9B99-4316-9E43-C4946BD4C989}" type="datetimeFigureOut">
              <a:rPr lang="en-IN" smtClean="0"/>
              <a:t>23-04-2025</a:t>
            </a:fld>
            <a:endParaRPr lang="en-IN"/>
          </a:p>
        </p:txBody>
      </p:sp>
      <p:sp>
        <p:nvSpPr>
          <p:cNvPr id="6" name="Footer Placeholder 5">
            <a:extLst>
              <a:ext uri="{FF2B5EF4-FFF2-40B4-BE49-F238E27FC236}">
                <a16:creationId xmlns:a16="http://schemas.microsoft.com/office/drawing/2014/main" id="{E7E43E7A-FEF7-43DB-A4E4-7CECB2B4882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A63EF6A-734A-4EBC-B917-34BA82F0E8F9}"/>
              </a:ext>
            </a:extLst>
          </p:cNvPr>
          <p:cNvSpPr>
            <a:spLocks noGrp="1"/>
          </p:cNvSpPr>
          <p:nvPr>
            <p:ph type="sldNum" sz="quarter" idx="12"/>
          </p:nvPr>
        </p:nvSpPr>
        <p:spPr/>
        <p:txBody>
          <a:bodyPr/>
          <a:lstStyle/>
          <a:p>
            <a:fld id="{FFBCD042-50B5-4B59-B964-E918B5D5B4E9}" type="slidenum">
              <a:rPr lang="en-IN" smtClean="0"/>
              <a:t>‹#›</a:t>
            </a:fld>
            <a:endParaRPr lang="en-IN"/>
          </a:p>
        </p:txBody>
      </p:sp>
    </p:spTree>
    <p:extLst>
      <p:ext uri="{BB962C8B-B14F-4D97-AF65-F5344CB8AC3E}">
        <p14:creationId xmlns:p14="http://schemas.microsoft.com/office/powerpoint/2010/main" val="14531139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256136-74AA-43E2-9594-97A0A0C45F7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01604A0-2C1D-4787-933A-60C897A37F7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DEBEA0A-5973-4B2F-A112-9E8901824984}"/>
              </a:ext>
            </a:extLst>
          </p:cNvPr>
          <p:cNvSpPr>
            <a:spLocks noGrp="1"/>
          </p:cNvSpPr>
          <p:nvPr>
            <p:ph type="dt" sz="half" idx="10"/>
          </p:nvPr>
        </p:nvSpPr>
        <p:spPr/>
        <p:txBody>
          <a:bodyPr/>
          <a:lstStyle/>
          <a:p>
            <a:fld id="{28F3E7CE-9B99-4316-9E43-C4946BD4C989}" type="datetimeFigureOut">
              <a:rPr lang="en-IN" smtClean="0"/>
              <a:t>23-04-2025</a:t>
            </a:fld>
            <a:endParaRPr lang="en-IN"/>
          </a:p>
        </p:txBody>
      </p:sp>
      <p:sp>
        <p:nvSpPr>
          <p:cNvPr id="5" name="Footer Placeholder 4">
            <a:extLst>
              <a:ext uri="{FF2B5EF4-FFF2-40B4-BE49-F238E27FC236}">
                <a16:creationId xmlns:a16="http://schemas.microsoft.com/office/drawing/2014/main" id="{023E7DFB-0DB8-4747-B8ED-97FCBB5C294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2B3E55B-1877-4AF4-B121-2D30FA1A5325}"/>
              </a:ext>
            </a:extLst>
          </p:cNvPr>
          <p:cNvSpPr>
            <a:spLocks noGrp="1"/>
          </p:cNvSpPr>
          <p:nvPr>
            <p:ph type="sldNum" sz="quarter" idx="12"/>
          </p:nvPr>
        </p:nvSpPr>
        <p:spPr/>
        <p:txBody>
          <a:bodyPr/>
          <a:lstStyle/>
          <a:p>
            <a:fld id="{FFBCD042-50B5-4B59-B964-E918B5D5B4E9}" type="slidenum">
              <a:rPr lang="en-IN" smtClean="0"/>
              <a:t>‹#›</a:t>
            </a:fld>
            <a:endParaRPr lang="en-IN"/>
          </a:p>
        </p:txBody>
      </p:sp>
    </p:spTree>
    <p:extLst>
      <p:ext uri="{BB962C8B-B14F-4D97-AF65-F5344CB8AC3E}">
        <p14:creationId xmlns:p14="http://schemas.microsoft.com/office/powerpoint/2010/main" val="31245550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C8DFC4D-C33B-47B8-9C33-3E5DBA5905A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60643D2-1694-4E2E-8F5E-F3F2E31E3B3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9AFCD16-FE12-4E16-993D-DB3B94F69E14}"/>
              </a:ext>
            </a:extLst>
          </p:cNvPr>
          <p:cNvSpPr>
            <a:spLocks noGrp="1"/>
          </p:cNvSpPr>
          <p:nvPr>
            <p:ph type="dt" sz="half" idx="10"/>
          </p:nvPr>
        </p:nvSpPr>
        <p:spPr/>
        <p:txBody>
          <a:bodyPr/>
          <a:lstStyle/>
          <a:p>
            <a:fld id="{28F3E7CE-9B99-4316-9E43-C4946BD4C989}" type="datetimeFigureOut">
              <a:rPr lang="en-IN" smtClean="0"/>
              <a:t>23-04-2025</a:t>
            </a:fld>
            <a:endParaRPr lang="en-IN"/>
          </a:p>
        </p:txBody>
      </p:sp>
      <p:sp>
        <p:nvSpPr>
          <p:cNvPr id="5" name="Footer Placeholder 4">
            <a:extLst>
              <a:ext uri="{FF2B5EF4-FFF2-40B4-BE49-F238E27FC236}">
                <a16:creationId xmlns:a16="http://schemas.microsoft.com/office/drawing/2014/main" id="{97DF88DF-8C84-409A-A608-A7C169B3D48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9ED5407-4F6A-4587-849E-09150B37222F}"/>
              </a:ext>
            </a:extLst>
          </p:cNvPr>
          <p:cNvSpPr>
            <a:spLocks noGrp="1"/>
          </p:cNvSpPr>
          <p:nvPr>
            <p:ph type="sldNum" sz="quarter" idx="12"/>
          </p:nvPr>
        </p:nvSpPr>
        <p:spPr/>
        <p:txBody>
          <a:bodyPr/>
          <a:lstStyle/>
          <a:p>
            <a:fld id="{FFBCD042-50B5-4B59-B964-E918B5D5B4E9}" type="slidenum">
              <a:rPr lang="en-IN" smtClean="0"/>
              <a:t>‹#›</a:t>
            </a:fld>
            <a:endParaRPr lang="en-IN"/>
          </a:p>
        </p:txBody>
      </p:sp>
    </p:spTree>
    <p:extLst>
      <p:ext uri="{BB962C8B-B14F-4D97-AF65-F5344CB8AC3E}">
        <p14:creationId xmlns:p14="http://schemas.microsoft.com/office/powerpoint/2010/main" val="30250863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9A9C108-7861-4BF0-8002-DC92EFB888D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8308A21-6DB1-484B-A041-04460860584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B701021-04CC-489C-B017-AC819305D62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8F3E7CE-9B99-4316-9E43-C4946BD4C989}" type="datetimeFigureOut">
              <a:rPr lang="en-IN" smtClean="0"/>
              <a:t>23-04-2025</a:t>
            </a:fld>
            <a:endParaRPr lang="en-IN"/>
          </a:p>
        </p:txBody>
      </p:sp>
      <p:sp>
        <p:nvSpPr>
          <p:cNvPr id="5" name="Footer Placeholder 4">
            <a:extLst>
              <a:ext uri="{FF2B5EF4-FFF2-40B4-BE49-F238E27FC236}">
                <a16:creationId xmlns:a16="http://schemas.microsoft.com/office/drawing/2014/main" id="{8941C1F4-0414-4B5D-B52E-763C01F7E7E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60139E1B-D7CE-452F-AC4E-E1CA0FA4189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FBCD042-50B5-4B59-B964-E918B5D5B4E9}" type="slidenum">
              <a:rPr lang="en-IN" smtClean="0"/>
              <a:t>‹#›</a:t>
            </a:fld>
            <a:endParaRPr lang="en-IN"/>
          </a:p>
        </p:txBody>
      </p:sp>
    </p:spTree>
    <p:extLst>
      <p:ext uri="{BB962C8B-B14F-4D97-AF65-F5344CB8AC3E}">
        <p14:creationId xmlns:p14="http://schemas.microsoft.com/office/powerpoint/2010/main" val="14707687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6B0155ED-C2C8-4C68-A1B3-7E7D5F0092ED}"/>
              </a:ext>
            </a:extLst>
          </p:cNvPr>
          <p:cNvSpPr txBox="1"/>
          <p:nvPr/>
        </p:nvSpPr>
        <p:spPr>
          <a:xfrm>
            <a:off x="334297" y="2277181"/>
            <a:ext cx="11297264" cy="2585323"/>
          </a:xfrm>
          <a:prstGeom prst="rect">
            <a:avLst/>
          </a:prstGeom>
          <a:noFill/>
        </p:spPr>
        <p:txBody>
          <a:bodyPr wrap="square">
            <a:spAutoFit/>
          </a:bodyPr>
          <a:lstStyle/>
          <a:p>
            <a:pPr algn="just" fontAlgn="base"/>
            <a:r>
              <a:rPr lang="en-US" b="1" i="0" dirty="0">
                <a:solidFill>
                  <a:srgbClr val="000000"/>
                </a:solidFill>
                <a:effectLst/>
                <a:latin typeface="arial" panose="020B0604020202020204" pitchFamily="34" charset="0"/>
              </a:rPr>
              <a:t>Sections in Layout View in ASP.NET Core MVC Application:</a:t>
            </a:r>
            <a:endParaRPr lang="en-US" b="0" i="0" dirty="0">
              <a:solidFill>
                <a:srgbClr val="3A3A3A"/>
              </a:solidFill>
              <a:effectLst/>
              <a:latin typeface="-apple-system"/>
            </a:endParaRPr>
          </a:p>
          <a:p>
            <a:pPr algn="just" fontAlgn="base"/>
            <a:r>
              <a:rPr lang="en-US" b="0" i="0" dirty="0">
                <a:solidFill>
                  <a:srgbClr val="000000"/>
                </a:solidFill>
                <a:effectLst/>
                <a:latin typeface="arial" panose="020B0604020202020204" pitchFamily="34" charset="0"/>
              </a:rPr>
              <a:t>In ASP.NET Core MVC, the layout view contains one or more sections in it. The Sections in a layout view are used to organize where certain page elements should be placed. The sections in a layout view can be optional or mandatory.</a:t>
            </a:r>
            <a:endParaRPr lang="en-US" b="0" i="0" dirty="0">
              <a:solidFill>
                <a:srgbClr val="212529"/>
              </a:solidFill>
              <a:effectLst/>
              <a:latin typeface="-apple-system"/>
            </a:endParaRPr>
          </a:p>
          <a:p>
            <a:pPr algn="just" fontAlgn="base"/>
            <a:r>
              <a:rPr lang="en-US" b="1" i="0" dirty="0">
                <a:solidFill>
                  <a:srgbClr val="000000"/>
                </a:solidFill>
                <a:effectLst/>
                <a:latin typeface="arial" panose="020B0604020202020204" pitchFamily="34" charset="0"/>
              </a:rPr>
              <a:t>Understanding the need for Sections with an Example:</a:t>
            </a:r>
            <a:endParaRPr lang="en-US" b="0" i="0" dirty="0">
              <a:solidFill>
                <a:srgbClr val="3A3A3A"/>
              </a:solidFill>
              <a:effectLst/>
              <a:latin typeface="-apple-system"/>
            </a:endParaRPr>
          </a:p>
          <a:p>
            <a:pPr algn="just" fontAlgn="base"/>
            <a:r>
              <a:rPr lang="en-US" b="0" i="0" dirty="0">
                <a:solidFill>
                  <a:srgbClr val="000000"/>
                </a:solidFill>
                <a:effectLst/>
                <a:latin typeface="arial" panose="020B0604020202020204" pitchFamily="34" charset="0"/>
              </a:rPr>
              <a:t>In order to understand this, let us first create a custom </a:t>
            </a:r>
            <a:r>
              <a:rPr lang="en-US" b="0" i="0" dirty="0" err="1">
                <a:solidFill>
                  <a:srgbClr val="000000"/>
                </a:solidFill>
                <a:effectLst/>
                <a:latin typeface="arial" panose="020B0604020202020204" pitchFamily="34" charset="0"/>
              </a:rPr>
              <a:t>javascript</a:t>
            </a:r>
            <a:r>
              <a:rPr lang="en-US" b="0" i="0" dirty="0">
                <a:solidFill>
                  <a:srgbClr val="000000"/>
                </a:solidFill>
                <a:effectLst/>
                <a:latin typeface="arial" panose="020B0604020202020204" pitchFamily="34" charset="0"/>
              </a:rPr>
              <a:t> file. First, create a folder at the root level of the application with the name “</a:t>
            </a:r>
            <a:r>
              <a:rPr lang="en-US" b="1" i="0" dirty="0" err="1">
                <a:solidFill>
                  <a:srgbClr val="000000"/>
                </a:solidFill>
                <a:effectLst/>
                <a:latin typeface="arial" panose="020B0604020202020204" pitchFamily="34" charset="0"/>
              </a:rPr>
              <a:t>wwwroot</a:t>
            </a:r>
            <a:r>
              <a:rPr lang="en-US" b="1" i="0" dirty="0">
                <a:solidFill>
                  <a:srgbClr val="000000"/>
                </a:solidFill>
                <a:effectLst/>
                <a:latin typeface="arial" panose="020B0604020202020204" pitchFamily="34" charset="0"/>
              </a:rPr>
              <a:t>”</a:t>
            </a:r>
            <a:r>
              <a:rPr lang="en-US" b="0" i="0" dirty="0">
                <a:solidFill>
                  <a:srgbClr val="000000"/>
                </a:solidFill>
                <a:effectLst/>
                <a:latin typeface="arial" panose="020B0604020202020204" pitchFamily="34" charset="0"/>
              </a:rPr>
              <a:t>. In generally all the static files we need to be placed within this folder. Once you created the “</a:t>
            </a:r>
            <a:r>
              <a:rPr lang="en-US" b="1" i="0" dirty="0" err="1">
                <a:solidFill>
                  <a:srgbClr val="000000"/>
                </a:solidFill>
                <a:effectLst/>
                <a:latin typeface="arial" panose="020B0604020202020204" pitchFamily="34" charset="0"/>
              </a:rPr>
              <a:t>wwwroot</a:t>
            </a:r>
            <a:r>
              <a:rPr lang="en-US" b="0" i="0" dirty="0">
                <a:solidFill>
                  <a:srgbClr val="000000"/>
                </a:solidFill>
                <a:effectLst/>
                <a:latin typeface="arial" panose="020B0604020202020204" pitchFamily="34" charset="0"/>
              </a:rPr>
              <a:t>” folder create a subfolder within this with the name </a:t>
            </a:r>
            <a:r>
              <a:rPr lang="en-US" b="1" i="0" dirty="0">
                <a:solidFill>
                  <a:srgbClr val="000000"/>
                </a:solidFill>
                <a:effectLst/>
                <a:latin typeface="arial" panose="020B0604020202020204" pitchFamily="34" charset="0"/>
              </a:rPr>
              <a:t>“</a:t>
            </a:r>
            <a:r>
              <a:rPr lang="en-US" b="1" i="0" dirty="0" err="1">
                <a:solidFill>
                  <a:srgbClr val="000000"/>
                </a:solidFill>
                <a:effectLst/>
                <a:latin typeface="arial" panose="020B0604020202020204" pitchFamily="34" charset="0"/>
              </a:rPr>
              <a:t>js</a:t>
            </a:r>
            <a:r>
              <a:rPr lang="en-US" b="1" i="0" dirty="0">
                <a:solidFill>
                  <a:srgbClr val="000000"/>
                </a:solidFill>
                <a:effectLst/>
                <a:latin typeface="arial" panose="020B0604020202020204" pitchFamily="34" charset="0"/>
              </a:rPr>
              <a:t>”</a:t>
            </a:r>
            <a:r>
              <a:rPr lang="en-US" b="0" i="0" dirty="0">
                <a:solidFill>
                  <a:srgbClr val="000000"/>
                </a:solidFill>
                <a:effectLst/>
                <a:latin typeface="arial" panose="020B0604020202020204" pitchFamily="34" charset="0"/>
              </a:rPr>
              <a:t> and then add a </a:t>
            </a:r>
            <a:r>
              <a:rPr lang="en-US" b="0" i="0" dirty="0" err="1">
                <a:solidFill>
                  <a:srgbClr val="000000"/>
                </a:solidFill>
                <a:effectLst/>
                <a:latin typeface="arial" panose="020B0604020202020204" pitchFamily="34" charset="0"/>
              </a:rPr>
              <a:t>javascript</a:t>
            </a:r>
            <a:r>
              <a:rPr lang="en-US" b="0" i="0" dirty="0">
                <a:solidFill>
                  <a:srgbClr val="000000"/>
                </a:solidFill>
                <a:effectLst/>
                <a:latin typeface="arial" panose="020B0604020202020204" pitchFamily="34" charset="0"/>
              </a:rPr>
              <a:t> file with the name </a:t>
            </a:r>
            <a:r>
              <a:rPr lang="en-US" b="1" i="0" dirty="0">
                <a:solidFill>
                  <a:srgbClr val="000000"/>
                </a:solidFill>
                <a:effectLst/>
                <a:latin typeface="arial" panose="020B0604020202020204" pitchFamily="34" charset="0"/>
              </a:rPr>
              <a:t>“CustomJavascript.js”</a:t>
            </a:r>
            <a:r>
              <a:rPr lang="en-US" b="0" i="0" dirty="0">
                <a:solidFill>
                  <a:srgbClr val="000000"/>
                </a:solidFill>
                <a:effectLst/>
                <a:latin typeface="arial" panose="020B0604020202020204" pitchFamily="34" charset="0"/>
              </a:rPr>
              <a:t> within the </a:t>
            </a:r>
            <a:r>
              <a:rPr lang="en-US" b="0" i="0" dirty="0" err="1">
                <a:solidFill>
                  <a:srgbClr val="000000"/>
                </a:solidFill>
                <a:effectLst/>
                <a:latin typeface="arial" panose="020B0604020202020204" pitchFamily="34" charset="0"/>
              </a:rPr>
              <a:t>js</a:t>
            </a:r>
            <a:r>
              <a:rPr lang="en-US" b="0" i="0" dirty="0">
                <a:solidFill>
                  <a:srgbClr val="000000"/>
                </a:solidFill>
                <a:effectLst/>
                <a:latin typeface="arial" panose="020B0604020202020204" pitchFamily="34" charset="0"/>
              </a:rPr>
              <a:t> folder as shown in the below image.</a:t>
            </a:r>
            <a:endParaRPr lang="en-US" b="0" i="0" dirty="0">
              <a:solidFill>
                <a:srgbClr val="212529"/>
              </a:solidFill>
              <a:effectLst/>
              <a:latin typeface="-apple-system"/>
            </a:endParaRPr>
          </a:p>
        </p:txBody>
      </p:sp>
      <p:sp>
        <p:nvSpPr>
          <p:cNvPr id="8" name="AutoShape 2" descr="Sections in Layout View in ASP.NET Core MVC">
            <a:extLst>
              <a:ext uri="{FF2B5EF4-FFF2-40B4-BE49-F238E27FC236}">
                <a16:creationId xmlns:a16="http://schemas.microsoft.com/office/drawing/2014/main" id="{AB81D1CF-501B-4327-A96F-8179196C4D3D}"/>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9" name="AutoShape 4" descr="Sections in Layout View in ASP.NET Core MVC">
            <a:extLst>
              <a:ext uri="{FF2B5EF4-FFF2-40B4-BE49-F238E27FC236}">
                <a16:creationId xmlns:a16="http://schemas.microsoft.com/office/drawing/2014/main" id="{FC913822-3EB4-4F97-8935-823B424DAFD8}"/>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0" name="Picture 9">
            <a:extLst>
              <a:ext uri="{FF2B5EF4-FFF2-40B4-BE49-F238E27FC236}">
                <a16:creationId xmlns:a16="http://schemas.microsoft.com/office/drawing/2014/main" id="{ACE6C876-FED5-44C0-B6F0-50F32DEBA979}"/>
              </a:ext>
            </a:extLst>
          </p:cNvPr>
          <p:cNvPicPr>
            <a:picLocks noChangeAspect="1"/>
          </p:cNvPicPr>
          <p:nvPr/>
        </p:nvPicPr>
        <p:blipFill>
          <a:blip r:embed="rId2"/>
          <a:stretch>
            <a:fillRect/>
          </a:stretch>
        </p:blipFill>
        <p:spPr>
          <a:xfrm>
            <a:off x="1227956" y="5431247"/>
            <a:ext cx="2676525" cy="695325"/>
          </a:xfrm>
          <a:prstGeom prst="rect">
            <a:avLst/>
          </a:prstGeom>
        </p:spPr>
      </p:pic>
    </p:spTree>
    <p:extLst>
      <p:ext uri="{BB962C8B-B14F-4D97-AF65-F5344CB8AC3E}">
        <p14:creationId xmlns:p14="http://schemas.microsoft.com/office/powerpoint/2010/main" val="4207218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537606B-6234-4E34-8F69-B06FBFF3F436}"/>
              </a:ext>
            </a:extLst>
          </p:cNvPr>
          <p:cNvSpPr txBox="1"/>
          <p:nvPr/>
        </p:nvSpPr>
        <p:spPr>
          <a:xfrm>
            <a:off x="-1" y="0"/>
            <a:ext cx="11621729" cy="923330"/>
          </a:xfrm>
          <a:prstGeom prst="rect">
            <a:avLst/>
          </a:prstGeom>
          <a:noFill/>
        </p:spPr>
        <p:txBody>
          <a:bodyPr wrap="square">
            <a:spAutoFit/>
          </a:bodyPr>
          <a:lstStyle/>
          <a:p>
            <a:pPr algn="just" fontAlgn="base"/>
            <a:r>
              <a:rPr lang="en-US" b="1" i="0" dirty="0">
                <a:solidFill>
                  <a:srgbClr val="000000"/>
                </a:solidFill>
                <a:effectLst/>
                <a:latin typeface="arial" panose="020B0604020202020204" pitchFamily="34" charset="0"/>
              </a:rPr>
              <a:t>Situation1:</a:t>
            </a:r>
            <a:endParaRPr lang="en-US" b="0" i="0" dirty="0">
              <a:solidFill>
                <a:srgbClr val="3A3A3A"/>
              </a:solidFill>
              <a:effectLst/>
              <a:latin typeface="-apple-system"/>
            </a:endParaRPr>
          </a:p>
          <a:p>
            <a:pPr algn="just" fontAlgn="base"/>
            <a:r>
              <a:rPr lang="en-US" b="0" i="0" dirty="0">
                <a:solidFill>
                  <a:srgbClr val="000000"/>
                </a:solidFill>
                <a:effectLst/>
                <a:latin typeface="arial" panose="020B0604020202020204" pitchFamily="34" charset="0"/>
              </a:rPr>
              <a:t>If we have a custom </a:t>
            </a:r>
            <a:r>
              <a:rPr lang="en-US" b="0" i="0" dirty="0" err="1">
                <a:solidFill>
                  <a:srgbClr val="000000"/>
                </a:solidFill>
                <a:effectLst/>
                <a:latin typeface="arial" panose="020B0604020202020204" pitchFamily="34" charset="0"/>
              </a:rPr>
              <a:t>javascript</a:t>
            </a:r>
            <a:r>
              <a:rPr lang="en-US" b="0" i="0" dirty="0">
                <a:solidFill>
                  <a:srgbClr val="000000"/>
                </a:solidFill>
                <a:effectLst/>
                <a:latin typeface="arial" panose="020B0604020202020204" pitchFamily="34" charset="0"/>
              </a:rPr>
              <a:t> file (i.e. CustomJavascript.js) and that file is being required by all the views of our application, then we need to place it in the Layout View of our application as shown below.</a:t>
            </a:r>
            <a:endParaRPr lang="en-US" b="0" i="0" dirty="0">
              <a:solidFill>
                <a:srgbClr val="212529"/>
              </a:solidFill>
              <a:effectLst/>
              <a:latin typeface="-apple-system"/>
            </a:endParaRPr>
          </a:p>
        </p:txBody>
      </p:sp>
      <p:sp>
        <p:nvSpPr>
          <p:cNvPr id="7" name="TextBox 6">
            <a:extLst>
              <a:ext uri="{FF2B5EF4-FFF2-40B4-BE49-F238E27FC236}">
                <a16:creationId xmlns:a16="http://schemas.microsoft.com/office/drawing/2014/main" id="{623C1E67-0E59-41CA-AFB1-473BB31E842F}"/>
              </a:ext>
            </a:extLst>
          </p:cNvPr>
          <p:cNvSpPr txBox="1"/>
          <p:nvPr/>
        </p:nvSpPr>
        <p:spPr>
          <a:xfrm>
            <a:off x="258097" y="587159"/>
            <a:ext cx="6309851" cy="6463308"/>
          </a:xfrm>
          <a:prstGeom prst="rect">
            <a:avLst/>
          </a:prstGeom>
          <a:noFill/>
        </p:spPr>
        <p:txBody>
          <a:bodyPr wrap="square">
            <a:spAutoFit/>
          </a:bodyPr>
          <a:lstStyle/>
          <a:p>
            <a:pPr algn="l" fontAlgn="base"/>
            <a:r>
              <a:rPr lang="en-IN" b="0" i="0" dirty="0">
                <a:solidFill>
                  <a:srgbClr val="FFFFFF"/>
                </a:solidFill>
                <a:effectLst/>
                <a:latin typeface="inherit"/>
              </a:rPr>
              <a:t>&lt;!DOCTYPE html&gt;</a:t>
            </a:r>
            <a:endParaRPr lang="en-IN" b="0" i="0" dirty="0">
              <a:solidFill>
                <a:srgbClr val="596174"/>
              </a:solidFill>
              <a:effectLst/>
              <a:latin typeface="Inconsolata" pitchFamily="2" charset="0"/>
            </a:endParaRPr>
          </a:p>
          <a:p>
            <a:pPr algn="l" fontAlgn="base"/>
            <a:r>
              <a:rPr lang="en-IN" b="1" i="0" dirty="0">
                <a:solidFill>
                  <a:srgbClr val="6B7C8B"/>
                </a:solidFill>
                <a:effectLst/>
                <a:latin typeface="inherit"/>
              </a:rPr>
              <a:t>&lt;</a:t>
            </a:r>
            <a:r>
              <a:rPr lang="en-IN" b="1" i="0" dirty="0">
                <a:solidFill>
                  <a:srgbClr val="D171DD"/>
                </a:solidFill>
                <a:effectLst/>
                <a:latin typeface="inherit"/>
              </a:rPr>
              <a:t>html</a:t>
            </a:r>
            <a:r>
              <a:rPr lang="en-IN" b="1" i="0" dirty="0">
                <a:solidFill>
                  <a:srgbClr val="6B7C8B"/>
                </a:solidFill>
                <a:effectLst/>
                <a:latin typeface="inherit"/>
              </a:rPr>
              <a:t>&gt;&lt;</a:t>
            </a:r>
            <a:r>
              <a:rPr lang="en-IN" b="1" i="0" dirty="0">
                <a:solidFill>
                  <a:srgbClr val="D171DD"/>
                </a:solidFill>
                <a:effectLst/>
                <a:latin typeface="inherit"/>
              </a:rPr>
              <a:t>head</a:t>
            </a:r>
            <a:r>
              <a:rPr lang="en-IN" b="1" i="0" dirty="0">
                <a:solidFill>
                  <a:srgbClr val="6B7C8B"/>
                </a:solidFill>
                <a:effectLst/>
                <a:latin typeface="inherit"/>
              </a:rPr>
              <a:t>&gt;</a:t>
            </a:r>
            <a:endParaRPr lang="en-IN" b="0" i="0" dirty="0">
              <a:solidFill>
                <a:srgbClr val="596174"/>
              </a:solidFill>
              <a:effectLst/>
              <a:latin typeface="Inconsolata" pitchFamily="2" charset="0"/>
            </a:endParaRPr>
          </a:p>
          <a:p>
            <a:pPr algn="l" fontAlgn="base"/>
            <a:r>
              <a:rPr lang="en-IN" b="1" i="0" dirty="0">
                <a:solidFill>
                  <a:srgbClr val="6B7C8B"/>
                </a:solidFill>
                <a:effectLst/>
                <a:latin typeface="inherit"/>
              </a:rPr>
              <a:t>&lt;</a:t>
            </a:r>
            <a:r>
              <a:rPr lang="en-IN" b="1" i="0" dirty="0">
                <a:solidFill>
                  <a:srgbClr val="D171DD"/>
                </a:solidFill>
                <a:effectLst/>
                <a:latin typeface="inherit"/>
              </a:rPr>
              <a:t>meta</a:t>
            </a:r>
            <a:r>
              <a:rPr lang="en-IN" b="0" i="0" dirty="0">
                <a:solidFill>
                  <a:srgbClr val="CFD5E0"/>
                </a:solidFill>
                <a:effectLst/>
                <a:latin typeface="inherit"/>
              </a:rPr>
              <a:t> </a:t>
            </a:r>
            <a:r>
              <a:rPr lang="en-IN" b="0" i="0" dirty="0">
                <a:solidFill>
                  <a:srgbClr val="D19252"/>
                </a:solidFill>
                <a:effectLst/>
                <a:latin typeface="inherit"/>
              </a:rPr>
              <a:t>name</a:t>
            </a:r>
            <a:r>
              <a:rPr lang="en-IN" b="0" i="0" dirty="0">
                <a:solidFill>
                  <a:srgbClr val="4284AE"/>
                </a:solidFill>
                <a:effectLst/>
                <a:latin typeface="inherit"/>
              </a:rPr>
              <a:t>=</a:t>
            </a:r>
            <a:r>
              <a:rPr lang="en-IN" b="0" i="0" dirty="0">
                <a:solidFill>
                  <a:srgbClr val="7CC379"/>
                </a:solidFill>
                <a:effectLst/>
                <a:latin typeface="inherit"/>
              </a:rPr>
              <a:t>"viewport"</a:t>
            </a:r>
            <a:r>
              <a:rPr lang="en-IN" b="0" i="0" dirty="0">
                <a:solidFill>
                  <a:srgbClr val="CFD5E0"/>
                </a:solidFill>
                <a:effectLst/>
                <a:latin typeface="inherit"/>
              </a:rPr>
              <a:t> </a:t>
            </a:r>
            <a:r>
              <a:rPr lang="en-IN" b="0" i="0" dirty="0">
                <a:solidFill>
                  <a:srgbClr val="D19252"/>
                </a:solidFill>
                <a:effectLst/>
                <a:latin typeface="inherit"/>
              </a:rPr>
              <a:t>content</a:t>
            </a:r>
            <a:r>
              <a:rPr lang="en-IN" b="0" i="0" dirty="0">
                <a:solidFill>
                  <a:srgbClr val="4284AE"/>
                </a:solidFill>
                <a:effectLst/>
                <a:latin typeface="inherit"/>
              </a:rPr>
              <a:t>=</a:t>
            </a:r>
            <a:r>
              <a:rPr lang="en-IN" b="0" i="0" dirty="0">
                <a:solidFill>
                  <a:srgbClr val="7CC379"/>
                </a:solidFill>
                <a:effectLst/>
                <a:latin typeface="inherit"/>
              </a:rPr>
              <a:t>"width=device-width"</a:t>
            </a:r>
            <a:r>
              <a:rPr lang="en-IN" b="0" i="0" dirty="0">
                <a:solidFill>
                  <a:srgbClr val="CFD5E0"/>
                </a:solidFill>
                <a:effectLst/>
                <a:latin typeface="inherit"/>
              </a:rPr>
              <a:t> </a:t>
            </a:r>
            <a:r>
              <a:rPr lang="en-IN" b="1" i="0" dirty="0">
                <a:solidFill>
                  <a:srgbClr val="6B7C8B"/>
                </a:solidFill>
                <a:effectLst/>
                <a:latin typeface="inherit"/>
              </a:rPr>
              <a:t>/&gt;</a:t>
            </a:r>
            <a:endParaRPr lang="en-IN" b="0" i="0" dirty="0">
              <a:solidFill>
                <a:srgbClr val="596174"/>
              </a:solidFill>
              <a:effectLst/>
              <a:latin typeface="Inconsolata" pitchFamily="2" charset="0"/>
            </a:endParaRPr>
          </a:p>
          <a:p>
            <a:pPr algn="l" fontAlgn="base"/>
            <a:r>
              <a:rPr lang="en-IN" b="1" i="0" dirty="0">
                <a:solidFill>
                  <a:srgbClr val="6B7C8B"/>
                </a:solidFill>
                <a:effectLst/>
                <a:latin typeface="inherit"/>
              </a:rPr>
              <a:t>&lt;</a:t>
            </a:r>
            <a:r>
              <a:rPr lang="en-IN" b="1" i="0" dirty="0">
                <a:solidFill>
                  <a:srgbClr val="D171DD"/>
                </a:solidFill>
                <a:effectLst/>
                <a:latin typeface="inherit"/>
              </a:rPr>
              <a:t>title</a:t>
            </a:r>
            <a:r>
              <a:rPr lang="en-IN" b="1" i="0" dirty="0">
                <a:solidFill>
                  <a:srgbClr val="6B7C8B"/>
                </a:solidFill>
                <a:effectLst/>
                <a:latin typeface="inherit"/>
              </a:rPr>
              <a:t>&gt;</a:t>
            </a:r>
            <a:r>
              <a:rPr lang="en-IN" b="0" i="0" dirty="0">
                <a:solidFill>
                  <a:srgbClr val="CFD5E0"/>
                </a:solidFill>
                <a:effectLst/>
                <a:latin typeface="inherit"/>
              </a:rPr>
              <a:t>@ViewBag.Title</a:t>
            </a:r>
            <a:r>
              <a:rPr lang="en-IN" b="1" i="0" dirty="0">
                <a:solidFill>
                  <a:srgbClr val="6B7C8B"/>
                </a:solidFill>
                <a:effectLst/>
                <a:latin typeface="inherit"/>
              </a:rPr>
              <a:t>&lt;/</a:t>
            </a:r>
            <a:r>
              <a:rPr lang="en-IN" b="1" i="0" dirty="0">
                <a:solidFill>
                  <a:srgbClr val="D171DD"/>
                </a:solidFill>
                <a:effectLst/>
                <a:latin typeface="inherit"/>
              </a:rPr>
              <a:t>title</a:t>
            </a:r>
            <a:r>
              <a:rPr lang="en-IN" b="1" i="0" dirty="0">
                <a:solidFill>
                  <a:srgbClr val="6B7C8B"/>
                </a:solidFill>
                <a:effectLst/>
                <a:latin typeface="inherit"/>
              </a:rPr>
              <a:t>&gt;&lt;/</a:t>
            </a:r>
            <a:r>
              <a:rPr lang="en-IN" b="1" i="0" dirty="0">
                <a:solidFill>
                  <a:srgbClr val="D171DD"/>
                </a:solidFill>
                <a:effectLst/>
                <a:latin typeface="inherit"/>
              </a:rPr>
              <a:t>head</a:t>
            </a:r>
            <a:r>
              <a:rPr lang="en-IN" b="1" i="0" dirty="0">
                <a:solidFill>
                  <a:srgbClr val="6B7C8B"/>
                </a:solidFill>
                <a:effectLst/>
                <a:latin typeface="inherit"/>
              </a:rPr>
              <a:t>&gt;</a:t>
            </a:r>
            <a:endParaRPr lang="en-IN" b="0" i="0" dirty="0">
              <a:solidFill>
                <a:srgbClr val="596174"/>
              </a:solidFill>
              <a:effectLst/>
              <a:latin typeface="Inconsolata" pitchFamily="2" charset="0"/>
            </a:endParaRPr>
          </a:p>
          <a:p>
            <a:pPr algn="l" fontAlgn="base"/>
            <a:r>
              <a:rPr lang="en-IN" b="1" i="0" dirty="0">
                <a:solidFill>
                  <a:srgbClr val="6B7C8B"/>
                </a:solidFill>
                <a:effectLst/>
                <a:latin typeface="inherit"/>
              </a:rPr>
              <a:t>&lt;</a:t>
            </a:r>
            <a:r>
              <a:rPr lang="en-IN" b="1" i="0" dirty="0">
                <a:solidFill>
                  <a:srgbClr val="D171DD"/>
                </a:solidFill>
                <a:effectLst/>
                <a:latin typeface="inherit"/>
              </a:rPr>
              <a:t>body</a:t>
            </a:r>
            <a:r>
              <a:rPr lang="en-IN" b="1" i="0" dirty="0">
                <a:solidFill>
                  <a:srgbClr val="6B7C8B"/>
                </a:solidFill>
                <a:effectLst/>
                <a:latin typeface="inherit"/>
              </a:rPr>
              <a:t>&gt;</a:t>
            </a:r>
            <a:endParaRPr lang="en-IN" b="0" i="0" dirty="0">
              <a:solidFill>
                <a:srgbClr val="596174"/>
              </a:solidFill>
              <a:effectLst/>
              <a:latin typeface="Inconsolata" pitchFamily="2" charset="0"/>
            </a:endParaRPr>
          </a:p>
          <a:p>
            <a:pPr algn="l" fontAlgn="base"/>
            <a:r>
              <a:rPr lang="en-IN" b="1" i="0" dirty="0">
                <a:solidFill>
                  <a:srgbClr val="6B7C8B"/>
                </a:solidFill>
                <a:effectLst/>
                <a:latin typeface="inherit"/>
              </a:rPr>
              <a:t>&lt;</a:t>
            </a:r>
            <a:r>
              <a:rPr lang="en-IN" b="1" i="0" dirty="0">
                <a:solidFill>
                  <a:srgbClr val="D171DD"/>
                </a:solidFill>
                <a:effectLst/>
                <a:latin typeface="inherit"/>
              </a:rPr>
              <a:t>table</a:t>
            </a:r>
            <a:r>
              <a:rPr lang="en-IN" b="0" i="0" dirty="0">
                <a:solidFill>
                  <a:srgbClr val="CFD5E0"/>
                </a:solidFill>
                <a:effectLst/>
                <a:latin typeface="inherit"/>
              </a:rPr>
              <a:t> </a:t>
            </a:r>
            <a:r>
              <a:rPr lang="en-IN" b="0" i="0" dirty="0">
                <a:solidFill>
                  <a:srgbClr val="D19252"/>
                </a:solidFill>
                <a:effectLst/>
                <a:latin typeface="inherit"/>
              </a:rPr>
              <a:t>border</a:t>
            </a:r>
            <a:r>
              <a:rPr lang="en-IN" b="0" i="0" dirty="0">
                <a:solidFill>
                  <a:srgbClr val="4284AE"/>
                </a:solidFill>
                <a:effectLst/>
                <a:latin typeface="inherit"/>
              </a:rPr>
              <a:t>=</a:t>
            </a:r>
            <a:r>
              <a:rPr lang="en-IN" b="0" i="0" dirty="0">
                <a:solidFill>
                  <a:srgbClr val="7CC379"/>
                </a:solidFill>
                <a:effectLst/>
                <a:latin typeface="inherit"/>
              </a:rPr>
              <a:t>"1"</a:t>
            </a:r>
            <a:r>
              <a:rPr lang="en-IN" b="0" i="0" dirty="0">
                <a:solidFill>
                  <a:srgbClr val="CFD5E0"/>
                </a:solidFill>
                <a:effectLst/>
                <a:latin typeface="inherit"/>
              </a:rPr>
              <a:t> </a:t>
            </a:r>
            <a:r>
              <a:rPr lang="en-IN" b="0" i="0" dirty="0">
                <a:solidFill>
                  <a:srgbClr val="D19252"/>
                </a:solidFill>
                <a:effectLst/>
                <a:latin typeface="inherit"/>
              </a:rPr>
              <a:t>style</a:t>
            </a:r>
            <a:r>
              <a:rPr lang="en-IN" b="0" i="0" dirty="0">
                <a:solidFill>
                  <a:srgbClr val="4284AE"/>
                </a:solidFill>
                <a:effectLst/>
                <a:latin typeface="inherit"/>
              </a:rPr>
              <a:t>=</a:t>
            </a:r>
            <a:r>
              <a:rPr lang="en-IN" b="0" i="0" dirty="0">
                <a:solidFill>
                  <a:srgbClr val="7CC379"/>
                </a:solidFill>
                <a:effectLst/>
                <a:latin typeface="inherit"/>
              </a:rPr>
              <a:t>"width:800px; </a:t>
            </a:r>
            <a:r>
              <a:rPr lang="en-IN" b="0" i="0" dirty="0" err="1">
                <a:solidFill>
                  <a:srgbClr val="7CC379"/>
                </a:solidFill>
                <a:effectLst/>
                <a:latin typeface="inherit"/>
              </a:rPr>
              <a:t>font-family:Arial</a:t>
            </a:r>
            <a:r>
              <a:rPr lang="en-IN" b="0" i="0" dirty="0">
                <a:solidFill>
                  <a:srgbClr val="7CC379"/>
                </a:solidFill>
                <a:effectLst/>
                <a:latin typeface="inherit"/>
              </a:rPr>
              <a:t>"</a:t>
            </a:r>
            <a:r>
              <a:rPr lang="en-IN" b="1" i="0" dirty="0">
                <a:solidFill>
                  <a:srgbClr val="6B7C8B"/>
                </a:solidFill>
                <a:effectLst/>
                <a:latin typeface="inherit"/>
              </a:rPr>
              <a:t>&gt;</a:t>
            </a:r>
            <a:endParaRPr lang="en-IN" b="0" i="0" dirty="0">
              <a:solidFill>
                <a:srgbClr val="596174"/>
              </a:solidFill>
              <a:effectLst/>
              <a:latin typeface="Inconsolata" pitchFamily="2" charset="0"/>
            </a:endParaRPr>
          </a:p>
          <a:p>
            <a:pPr algn="l" fontAlgn="base"/>
            <a:r>
              <a:rPr lang="en-IN" b="1" i="0" dirty="0">
                <a:solidFill>
                  <a:srgbClr val="6B7C8B"/>
                </a:solidFill>
                <a:effectLst/>
                <a:latin typeface="inherit"/>
              </a:rPr>
              <a:t>&lt;</a:t>
            </a:r>
            <a:r>
              <a:rPr lang="en-IN" b="1" i="0" dirty="0">
                <a:solidFill>
                  <a:srgbClr val="D171DD"/>
                </a:solidFill>
                <a:effectLst/>
                <a:latin typeface="inherit"/>
              </a:rPr>
              <a:t>tr</a:t>
            </a:r>
            <a:r>
              <a:rPr lang="en-IN" b="1" i="0" dirty="0">
                <a:solidFill>
                  <a:srgbClr val="6B7C8B"/>
                </a:solidFill>
                <a:effectLst/>
                <a:latin typeface="inherit"/>
              </a:rPr>
              <a:t>&gt;</a:t>
            </a:r>
            <a:endParaRPr lang="en-IN" b="0" i="0" dirty="0">
              <a:solidFill>
                <a:srgbClr val="596174"/>
              </a:solidFill>
              <a:effectLst/>
              <a:latin typeface="Inconsolata" pitchFamily="2" charset="0"/>
            </a:endParaRPr>
          </a:p>
          <a:p>
            <a:pPr algn="l" fontAlgn="base"/>
            <a:r>
              <a:rPr lang="en-IN" b="1" i="0" dirty="0">
                <a:solidFill>
                  <a:srgbClr val="6B7C8B"/>
                </a:solidFill>
                <a:effectLst/>
                <a:latin typeface="inherit"/>
              </a:rPr>
              <a:t>&lt;</a:t>
            </a:r>
            <a:r>
              <a:rPr lang="en-IN" b="1" i="0" dirty="0">
                <a:solidFill>
                  <a:srgbClr val="D171DD"/>
                </a:solidFill>
                <a:effectLst/>
                <a:latin typeface="inherit"/>
              </a:rPr>
              <a:t>td</a:t>
            </a:r>
            <a:r>
              <a:rPr lang="en-IN" b="0" i="0" dirty="0">
                <a:solidFill>
                  <a:srgbClr val="CFD5E0"/>
                </a:solidFill>
                <a:effectLst/>
                <a:latin typeface="inherit"/>
              </a:rPr>
              <a:t> </a:t>
            </a:r>
            <a:r>
              <a:rPr lang="en-IN" b="0" i="0" dirty="0" err="1">
                <a:solidFill>
                  <a:srgbClr val="D19252"/>
                </a:solidFill>
                <a:effectLst/>
                <a:latin typeface="inherit"/>
              </a:rPr>
              <a:t>colspan</a:t>
            </a:r>
            <a:r>
              <a:rPr lang="en-IN" b="0" i="0" dirty="0">
                <a:solidFill>
                  <a:srgbClr val="4284AE"/>
                </a:solidFill>
                <a:effectLst/>
                <a:latin typeface="inherit"/>
              </a:rPr>
              <a:t>=</a:t>
            </a:r>
            <a:r>
              <a:rPr lang="en-IN" b="0" i="0" dirty="0">
                <a:solidFill>
                  <a:srgbClr val="7CC379"/>
                </a:solidFill>
                <a:effectLst/>
                <a:latin typeface="inherit"/>
              </a:rPr>
              <a:t>"2"</a:t>
            </a:r>
            <a:r>
              <a:rPr lang="en-IN" b="0" i="0" dirty="0">
                <a:solidFill>
                  <a:srgbClr val="CFD5E0"/>
                </a:solidFill>
                <a:effectLst/>
                <a:latin typeface="inherit"/>
              </a:rPr>
              <a:t> </a:t>
            </a:r>
            <a:r>
              <a:rPr lang="en-IN" b="0" i="0" dirty="0">
                <a:solidFill>
                  <a:srgbClr val="D19252"/>
                </a:solidFill>
                <a:effectLst/>
                <a:latin typeface="inherit"/>
              </a:rPr>
              <a:t>style</a:t>
            </a:r>
            <a:r>
              <a:rPr lang="en-IN" b="0" i="0" dirty="0">
                <a:solidFill>
                  <a:srgbClr val="4284AE"/>
                </a:solidFill>
                <a:effectLst/>
                <a:latin typeface="inherit"/>
              </a:rPr>
              <a:t>=</a:t>
            </a:r>
            <a:r>
              <a:rPr lang="en-IN" b="0" i="0" dirty="0">
                <a:solidFill>
                  <a:srgbClr val="7CC379"/>
                </a:solidFill>
                <a:effectLst/>
                <a:latin typeface="inherit"/>
              </a:rPr>
              <a:t>"</a:t>
            </a:r>
            <a:r>
              <a:rPr lang="en-IN" b="0" i="0" dirty="0" err="1">
                <a:solidFill>
                  <a:srgbClr val="7CC379"/>
                </a:solidFill>
                <a:effectLst/>
                <a:latin typeface="inherit"/>
              </a:rPr>
              <a:t>text-align:center</a:t>
            </a:r>
            <a:r>
              <a:rPr lang="en-IN" b="0" i="0" dirty="0">
                <a:solidFill>
                  <a:srgbClr val="7CC379"/>
                </a:solidFill>
                <a:effectLst/>
                <a:latin typeface="inherit"/>
              </a:rPr>
              <a:t>"</a:t>
            </a:r>
            <a:r>
              <a:rPr lang="en-IN" b="1" i="0" dirty="0">
                <a:solidFill>
                  <a:srgbClr val="6B7C8B"/>
                </a:solidFill>
                <a:effectLst/>
                <a:latin typeface="inherit"/>
              </a:rPr>
              <a:t>&gt;</a:t>
            </a:r>
            <a:endParaRPr lang="en-IN" b="0" i="0" dirty="0">
              <a:solidFill>
                <a:srgbClr val="596174"/>
              </a:solidFill>
              <a:effectLst/>
              <a:latin typeface="Inconsolata" pitchFamily="2" charset="0"/>
            </a:endParaRPr>
          </a:p>
          <a:p>
            <a:pPr algn="l" fontAlgn="base"/>
            <a:r>
              <a:rPr lang="en-IN" b="1" i="0" dirty="0">
                <a:solidFill>
                  <a:srgbClr val="6B7C8B"/>
                </a:solidFill>
                <a:effectLst/>
                <a:latin typeface="inherit"/>
              </a:rPr>
              <a:t>&lt;</a:t>
            </a:r>
            <a:r>
              <a:rPr lang="en-IN" b="1" i="0" dirty="0">
                <a:solidFill>
                  <a:srgbClr val="D171DD"/>
                </a:solidFill>
                <a:effectLst/>
                <a:latin typeface="inherit"/>
              </a:rPr>
              <a:t>h3</a:t>
            </a:r>
            <a:r>
              <a:rPr lang="en-IN" b="1" i="0" dirty="0">
                <a:solidFill>
                  <a:srgbClr val="6B7C8B"/>
                </a:solidFill>
                <a:effectLst/>
                <a:latin typeface="inherit"/>
              </a:rPr>
              <a:t>&gt;</a:t>
            </a:r>
            <a:r>
              <a:rPr lang="en-IN" b="0" i="0" dirty="0">
                <a:solidFill>
                  <a:srgbClr val="CFD5E0"/>
                </a:solidFill>
                <a:effectLst/>
                <a:latin typeface="inherit"/>
              </a:rPr>
              <a:t>Website Header</a:t>
            </a:r>
            <a:r>
              <a:rPr lang="en-IN" b="1" i="0" dirty="0">
                <a:solidFill>
                  <a:srgbClr val="6B7C8B"/>
                </a:solidFill>
                <a:effectLst/>
                <a:latin typeface="inherit"/>
              </a:rPr>
              <a:t>&lt;/</a:t>
            </a:r>
            <a:r>
              <a:rPr lang="en-IN" b="1" i="0" dirty="0">
                <a:solidFill>
                  <a:srgbClr val="D171DD"/>
                </a:solidFill>
                <a:effectLst/>
                <a:latin typeface="inherit"/>
              </a:rPr>
              <a:t>h3</a:t>
            </a:r>
            <a:r>
              <a:rPr lang="en-IN" b="1" i="0" dirty="0">
                <a:solidFill>
                  <a:srgbClr val="6B7C8B"/>
                </a:solidFill>
                <a:effectLst/>
                <a:latin typeface="inherit"/>
              </a:rPr>
              <a:t>&gt;</a:t>
            </a:r>
            <a:endParaRPr lang="en-IN" b="0" i="0" dirty="0">
              <a:solidFill>
                <a:srgbClr val="596174"/>
              </a:solidFill>
              <a:effectLst/>
              <a:latin typeface="Inconsolata" pitchFamily="2" charset="0"/>
            </a:endParaRPr>
          </a:p>
          <a:p>
            <a:pPr algn="l" fontAlgn="base"/>
            <a:r>
              <a:rPr lang="en-IN" b="1" i="0" dirty="0">
                <a:solidFill>
                  <a:srgbClr val="6B7C8B"/>
                </a:solidFill>
                <a:effectLst/>
                <a:latin typeface="inherit"/>
              </a:rPr>
              <a:t>&lt;/</a:t>
            </a:r>
            <a:r>
              <a:rPr lang="en-IN" b="1" i="0" dirty="0">
                <a:solidFill>
                  <a:srgbClr val="D171DD"/>
                </a:solidFill>
                <a:effectLst/>
                <a:latin typeface="inherit"/>
              </a:rPr>
              <a:t>td</a:t>
            </a:r>
            <a:r>
              <a:rPr lang="en-IN" b="1" i="0" dirty="0">
                <a:solidFill>
                  <a:srgbClr val="6B7C8B"/>
                </a:solidFill>
                <a:effectLst/>
                <a:latin typeface="inherit"/>
              </a:rPr>
              <a:t>&gt;&lt;/</a:t>
            </a:r>
            <a:r>
              <a:rPr lang="en-IN" b="1" i="0" dirty="0">
                <a:solidFill>
                  <a:srgbClr val="D171DD"/>
                </a:solidFill>
                <a:effectLst/>
                <a:latin typeface="inherit"/>
              </a:rPr>
              <a:t>tr</a:t>
            </a:r>
            <a:r>
              <a:rPr lang="en-IN" b="1" i="0" dirty="0">
                <a:solidFill>
                  <a:srgbClr val="6B7C8B"/>
                </a:solidFill>
                <a:effectLst/>
                <a:latin typeface="inherit"/>
              </a:rPr>
              <a:t>&gt;</a:t>
            </a:r>
            <a:endParaRPr lang="en-IN" b="0" i="0" dirty="0">
              <a:solidFill>
                <a:srgbClr val="596174"/>
              </a:solidFill>
              <a:effectLst/>
              <a:latin typeface="Inconsolata" pitchFamily="2" charset="0"/>
            </a:endParaRPr>
          </a:p>
          <a:p>
            <a:pPr algn="l" fontAlgn="base"/>
            <a:r>
              <a:rPr lang="en-IN" b="1" i="0" dirty="0">
                <a:solidFill>
                  <a:srgbClr val="6B7C8B"/>
                </a:solidFill>
                <a:effectLst/>
                <a:latin typeface="inherit"/>
              </a:rPr>
              <a:t>&lt;</a:t>
            </a:r>
            <a:r>
              <a:rPr lang="en-IN" b="1" i="0" dirty="0">
                <a:solidFill>
                  <a:srgbClr val="D171DD"/>
                </a:solidFill>
                <a:effectLst/>
                <a:latin typeface="inherit"/>
              </a:rPr>
              <a:t>tr</a:t>
            </a:r>
            <a:r>
              <a:rPr lang="en-IN" b="1" i="0" dirty="0">
                <a:solidFill>
                  <a:srgbClr val="6B7C8B"/>
                </a:solidFill>
                <a:effectLst/>
                <a:latin typeface="inherit"/>
              </a:rPr>
              <a:t>&gt;</a:t>
            </a:r>
            <a:endParaRPr lang="en-IN" b="0" i="0" dirty="0">
              <a:solidFill>
                <a:srgbClr val="596174"/>
              </a:solidFill>
              <a:effectLst/>
              <a:latin typeface="Inconsolata" pitchFamily="2" charset="0"/>
            </a:endParaRPr>
          </a:p>
          <a:p>
            <a:pPr algn="l" fontAlgn="base"/>
            <a:r>
              <a:rPr lang="en-IN" b="1" i="0" dirty="0">
                <a:solidFill>
                  <a:srgbClr val="6B7C8B"/>
                </a:solidFill>
                <a:effectLst/>
                <a:latin typeface="inherit"/>
              </a:rPr>
              <a:t>&lt;</a:t>
            </a:r>
            <a:r>
              <a:rPr lang="en-IN" b="1" i="0" dirty="0">
                <a:solidFill>
                  <a:srgbClr val="D171DD"/>
                </a:solidFill>
                <a:effectLst/>
                <a:latin typeface="inherit"/>
              </a:rPr>
              <a:t>td</a:t>
            </a:r>
            <a:r>
              <a:rPr lang="en-IN" b="0" i="0" dirty="0">
                <a:solidFill>
                  <a:srgbClr val="CFD5E0"/>
                </a:solidFill>
                <a:effectLst/>
                <a:latin typeface="inherit"/>
              </a:rPr>
              <a:t> </a:t>
            </a:r>
            <a:r>
              <a:rPr lang="en-IN" b="0" i="0" dirty="0">
                <a:solidFill>
                  <a:srgbClr val="D19252"/>
                </a:solidFill>
                <a:effectLst/>
                <a:latin typeface="inherit"/>
              </a:rPr>
              <a:t>style</a:t>
            </a:r>
            <a:r>
              <a:rPr lang="en-IN" b="0" i="0" dirty="0">
                <a:solidFill>
                  <a:srgbClr val="4284AE"/>
                </a:solidFill>
                <a:effectLst/>
                <a:latin typeface="inherit"/>
              </a:rPr>
              <a:t>=</a:t>
            </a:r>
            <a:r>
              <a:rPr lang="en-IN" b="0" i="0" dirty="0">
                <a:solidFill>
                  <a:srgbClr val="7CC379"/>
                </a:solidFill>
                <a:effectLst/>
                <a:latin typeface="inherit"/>
              </a:rPr>
              <a:t>"width:200px"</a:t>
            </a:r>
            <a:r>
              <a:rPr lang="en-IN" b="1" i="0" dirty="0">
                <a:solidFill>
                  <a:srgbClr val="6B7C8B"/>
                </a:solidFill>
                <a:effectLst/>
                <a:latin typeface="inherit"/>
              </a:rPr>
              <a:t>&gt;</a:t>
            </a:r>
            <a:endParaRPr lang="en-IN" b="0" i="0" dirty="0">
              <a:solidFill>
                <a:srgbClr val="596174"/>
              </a:solidFill>
              <a:effectLst/>
              <a:latin typeface="Inconsolata" pitchFamily="2" charset="0"/>
            </a:endParaRPr>
          </a:p>
          <a:p>
            <a:pPr algn="l" fontAlgn="base"/>
            <a:r>
              <a:rPr lang="en-IN" b="1" i="0" dirty="0">
                <a:solidFill>
                  <a:srgbClr val="6B7C8B"/>
                </a:solidFill>
                <a:effectLst/>
                <a:latin typeface="inherit"/>
              </a:rPr>
              <a:t>&lt;</a:t>
            </a:r>
            <a:r>
              <a:rPr lang="en-IN" b="1" i="0" dirty="0">
                <a:solidFill>
                  <a:srgbClr val="D171DD"/>
                </a:solidFill>
                <a:effectLst/>
                <a:latin typeface="inherit"/>
              </a:rPr>
              <a:t>h3</a:t>
            </a:r>
            <a:r>
              <a:rPr lang="en-IN" b="1" i="0" dirty="0">
                <a:solidFill>
                  <a:srgbClr val="6B7C8B"/>
                </a:solidFill>
                <a:effectLst/>
                <a:latin typeface="inherit"/>
              </a:rPr>
              <a:t>&gt;</a:t>
            </a:r>
            <a:r>
              <a:rPr lang="en-IN" b="0" i="0" dirty="0">
                <a:solidFill>
                  <a:srgbClr val="CFD5E0"/>
                </a:solidFill>
                <a:effectLst/>
                <a:latin typeface="inherit"/>
              </a:rPr>
              <a:t>Left Navigation Menus</a:t>
            </a:r>
            <a:r>
              <a:rPr lang="en-IN" b="1" i="0" dirty="0">
                <a:solidFill>
                  <a:srgbClr val="6B7C8B"/>
                </a:solidFill>
                <a:effectLst/>
                <a:latin typeface="inherit"/>
              </a:rPr>
              <a:t>&lt;/</a:t>
            </a:r>
            <a:r>
              <a:rPr lang="en-IN" b="1" i="0" dirty="0">
                <a:solidFill>
                  <a:srgbClr val="D171DD"/>
                </a:solidFill>
                <a:effectLst/>
                <a:latin typeface="inherit"/>
              </a:rPr>
              <a:t>h3</a:t>
            </a:r>
            <a:r>
              <a:rPr lang="en-IN" b="1" i="0" dirty="0">
                <a:solidFill>
                  <a:srgbClr val="6B7C8B"/>
                </a:solidFill>
                <a:effectLst/>
                <a:latin typeface="inherit"/>
              </a:rPr>
              <a:t>&gt;</a:t>
            </a:r>
            <a:endParaRPr lang="en-IN" b="0" i="0" dirty="0">
              <a:solidFill>
                <a:srgbClr val="596174"/>
              </a:solidFill>
              <a:effectLst/>
              <a:latin typeface="Inconsolata" pitchFamily="2" charset="0"/>
            </a:endParaRPr>
          </a:p>
          <a:p>
            <a:pPr algn="l" fontAlgn="base"/>
            <a:r>
              <a:rPr lang="en-IN" b="1" i="0" dirty="0">
                <a:solidFill>
                  <a:srgbClr val="6B7C8B"/>
                </a:solidFill>
                <a:effectLst/>
                <a:latin typeface="inherit"/>
              </a:rPr>
              <a:t>&lt;/</a:t>
            </a:r>
            <a:r>
              <a:rPr lang="en-IN" b="1" i="0" dirty="0">
                <a:solidFill>
                  <a:srgbClr val="D171DD"/>
                </a:solidFill>
                <a:effectLst/>
                <a:latin typeface="inherit"/>
              </a:rPr>
              <a:t>td</a:t>
            </a:r>
            <a:r>
              <a:rPr lang="en-IN" b="1" i="0" dirty="0">
                <a:solidFill>
                  <a:srgbClr val="6B7C8B"/>
                </a:solidFill>
                <a:effectLst/>
                <a:latin typeface="inherit"/>
              </a:rPr>
              <a:t>&gt;</a:t>
            </a:r>
            <a:endParaRPr lang="en-IN" b="0" i="0" dirty="0">
              <a:solidFill>
                <a:srgbClr val="596174"/>
              </a:solidFill>
              <a:effectLst/>
              <a:latin typeface="Inconsolata" pitchFamily="2" charset="0"/>
            </a:endParaRPr>
          </a:p>
          <a:p>
            <a:pPr algn="l" fontAlgn="base"/>
            <a:r>
              <a:rPr lang="en-IN" b="1" i="0" dirty="0">
                <a:solidFill>
                  <a:srgbClr val="6B7C8B"/>
                </a:solidFill>
                <a:effectLst/>
                <a:latin typeface="inherit"/>
              </a:rPr>
              <a:t>&lt;</a:t>
            </a:r>
            <a:r>
              <a:rPr lang="en-IN" b="1" i="0" dirty="0">
                <a:solidFill>
                  <a:srgbClr val="D171DD"/>
                </a:solidFill>
                <a:effectLst/>
                <a:latin typeface="inherit"/>
              </a:rPr>
              <a:t>td</a:t>
            </a:r>
            <a:r>
              <a:rPr lang="en-IN" b="0" i="0" dirty="0">
                <a:solidFill>
                  <a:srgbClr val="CFD5E0"/>
                </a:solidFill>
                <a:effectLst/>
                <a:latin typeface="inherit"/>
              </a:rPr>
              <a:t> </a:t>
            </a:r>
            <a:r>
              <a:rPr lang="en-IN" b="0" i="0" dirty="0">
                <a:solidFill>
                  <a:srgbClr val="D19252"/>
                </a:solidFill>
                <a:effectLst/>
                <a:latin typeface="inherit"/>
              </a:rPr>
              <a:t>style</a:t>
            </a:r>
            <a:r>
              <a:rPr lang="en-IN" b="0" i="0" dirty="0">
                <a:solidFill>
                  <a:srgbClr val="4284AE"/>
                </a:solidFill>
                <a:effectLst/>
                <a:latin typeface="inherit"/>
              </a:rPr>
              <a:t>=</a:t>
            </a:r>
            <a:r>
              <a:rPr lang="en-IN" b="0" i="0" dirty="0">
                <a:solidFill>
                  <a:srgbClr val="7CC379"/>
                </a:solidFill>
                <a:effectLst/>
                <a:latin typeface="inherit"/>
              </a:rPr>
              <a:t>"width:600px"</a:t>
            </a:r>
            <a:r>
              <a:rPr lang="en-IN" b="1" i="0" dirty="0">
                <a:solidFill>
                  <a:srgbClr val="6B7C8B"/>
                </a:solidFill>
                <a:effectLst/>
                <a:latin typeface="inherit"/>
              </a:rPr>
              <a:t>&gt;</a:t>
            </a:r>
            <a:endParaRPr lang="en-IN" b="0" i="0" dirty="0">
              <a:solidFill>
                <a:srgbClr val="596174"/>
              </a:solidFill>
              <a:effectLst/>
              <a:latin typeface="Inconsolata" pitchFamily="2" charset="0"/>
            </a:endParaRPr>
          </a:p>
          <a:p>
            <a:pPr algn="l" fontAlgn="base"/>
            <a:r>
              <a:rPr lang="en-IN" b="0" i="0" dirty="0">
                <a:solidFill>
                  <a:srgbClr val="CFD5E0"/>
                </a:solidFill>
                <a:effectLst/>
                <a:latin typeface="inherit"/>
              </a:rPr>
              <a:t>@RenderBody()</a:t>
            </a:r>
            <a:endParaRPr lang="en-IN" b="0" i="0" dirty="0">
              <a:solidFill>
                <a:srgbClr val="596174"/>
              </a:solidFill>
              <a:effectLst/>
              <a:latin typeface="Inconsolata" pitchFamily="2" charset="0"/>
            </a:endParaRPr>
          </a:p>
          <a:p>
            <a:pPr algn="l" fontAlgn="base"/>
            <a:r>
              <a:rPr lang="en-IN" b="1" i="0" dirty="0">
                <a:solidFill>
                  <a:srgbClr val="6B7C8B"/>
                </a:solidFill>
                <a:effectLst/>
                <a:latin typeface="inherit"/>
              </a:rPr>
              <a:t>&lt;/</a:t>
            </a:r>
            <a:r>
              <a:rPr lang="en-IN" b="1" i="0" dirty="0">
                <a:solidFill>
                  <a:srgbClr val="D171DD"/>
                </a:solidFill>
                <a:effectLst/>
                <a:latin typeface="inherit"/>
              </a:rPr>
              <a:t>td</a:t>
            </a:r>
            <a:r>
              <a:rPr lang="en-IN" b="1" i="0" dirty="0">
                <a:solidFill>
                  <a:srgbClr val="6B7C8B"/>
                </a:solidFill>
                <a:effectLst/>
                <a:latin typeface="inherit"/>
              </a:rPr>
              <a:t>&gt;&lt;/</a:t>
            </a:r>
            <a:r>
              <a:rPr lang="en-IN" b="1" i="0" dirty="0">
                <a:solidFill>
                  <a:srgbClr val="D171DD"/>
                </a:solidFill>
                <a:effectLst/>
                <a:latin typeface="inherit"/>
              </a:rPr>
              <a:t>tr</a:t>
            </a:r>
            <a:r>
              <a:rPr lang="en-IN" b="1" i="0" dirty="0">
                <a:solidFill>
                  <a:srgbClr val="6B7C8B"/>
                </a:solidFill>
                <a:effectLst/>
                <a:latin typeface="inherit"/>
              </a:rPr>
              <a:t>&gt;</a:t>
            </a:r>
            <a:endParaRPr lang="en-IN" b="0" i="0" dirty="0">
              <a:solidFill>
                <a:srgbClr val="596174"/>
              </a:solidFill>
              <a:effectLst/>
              <a:latin typeface="Inconsolata" pitchFamily="2" charset="0"/>
            </a:endParaRPr>
          </a:p>
          <a:p>
            <a:pPr algn="l" fontAlgn="base"/>
            <a:r>
              <a:rPr lang="en-IN" b="1" i="0" dirty="0">
                <a:solidFill>
                  <a:srgbClr val="6B7C8B"/>
                </a:solidFill>
                <a:effectLst/>
                <a:latin typeface="inherit"/>
              </a:rPr>
              <a:t>&lt;</a:t>
            </a:r>
            <a:r>
              <a:rPr lang="en-IN" b="1" i="0" dirty="0">
                <a:solidFill>
                  <a:srgbClr val="D171DD"/>
                </a:solidFill>
                <a:effectLst/>
                <a:latin typeface="inherit"/>
              </a:rPr>
              <a:t>tr</a:t>
            </a:r>
            <a:r>
              <a:rPr lang="en-IN" b="1" i="0" dirty="0">
                <a:solidFill>
                  <a:srgbClr val="6B7C8B"/>
                </a:solidFill>
                <a:effectLst/>
                <a:latin typeface="inherit"/>
              </a:rPr>
              <a:t>&gt;</a:t>
            </a:r>
            <a:endParaRPr lang="en-IN" b="0" i="0" dirty="0">
              <a:solidFill>
                <a:srgbClr val="596174"/>
              </a:solidFill>
              <a:effectLst/>
              <a:latin typeface="Inconsolata" pitchFamily="2" charset="0"/>
            </a:endParaRPr>
          </a:p>
          <a:p>
            <a:pPr algn="l" fontAlgn="base"/>
            <a:r>
              <a:rPr lang="en-IN" b="1" i="0" dirty="0">
                <a:solidFill>
                  <a:srgbClr val="6B7C8B"/>
                </a:solidFill>
                <a:effectLst/>
                <a:latin typeface="inherit"/>
              </a:rPr>
              <a:t>&lt;</a:t>
            </a:r>
            <a:r>
              <a:rPr lang="en-IN" b="1" i="0" dirty="0">
                <a:solidFill>
                  <a:srgbClr val="D171DD"/>
                </a:solidFill>
                <a:effectLst/>
                <a:latin typeface="inherit"/>
              </a:rPr>
              <a:t>td</a:t>
            </a:r>
            <a:r>
              <a:rPr lang="en-IN" b="0" i="0" dirty="0">
                <a:solidFill>
                  <a:srgbClr val="CFD5E0"/>
                </a:solidFill>
                <a:effectLst/>
                <a:latin typeface="inherit"/>
              </a:rPr>
              <a:t> </a:t>
            </a:r>
            <a:r>
              <a:rPr lang="en-IN" b="0" i="0" dirty="0" err="1">
                <a:solidFill>
                  <a:srgbClr val="D19252"/>
                </a:solidFill>
                <a:effectLst/>
                <a:latin typeface="inherit"/>
              </a:rPr>
              <a:t>colspan</a:t>
            </a:r>
            <a:r>
              <a:rPr lang="en-IN" b="0" i="0" dirty="0">
                <a:solidFill>
                  <a:srgbClr val="4284AE"/>
                </a:solidFill>
                <a:effectLst/>
                <a:latin typeface="inherit"/>
              </a:rPr>
              <a:t>=</a:t>
            </a:r>
            <a:r>
              <a:rPr lang="en-IN" b="0" i="0" dirty="0">
                <a:solidFill>
                  <a:srgbClr val="7CC379"/>
                </a:solidFill>
                <a:effectLst/>
                <a:latin typeface="inherit"/>
              </a:rPr>
              <a:t>"2"</a:t>
            </a:r>
            <a:r>
              <a:rPr lang="en-IN" b="0" i="0" dirty="0">
                <a:solidFill>
                  <a:srgbClr val="CFD5E0"/>
                </a:solidFill>
                <a:effectLst/>
                <a:latin typeface="inherit"/>
              </a:rPr>
              <a:t> </a:t>
            </a:r>
            <a:r>
              <a:rPr lang="en-IN" b="0" i="0" dirty="0">
                <a:solidFill>
                  <a:srgbClr val="D19252"/>
                </a:solidFill>
                <a:effectLst/>
                <a:latin typeface="inherit"/>
              </a:rPr>
              <a:t>style</a:t>
            </a:r>
            <a:r>
              <a:rPr lang="en-IN" b="0" i="0" dirty="0">
                <a:solidFill>
                  <a:srgbClr val="4284AE"/>
                </a:solidFill>
                <a:effectLst/>
                <a:latin typeface="inherit"/>
              </a:rPr>
              <a:t>=</a:t>
            </a:r>
            <a:r>
              <a:rPr lang="en-IN" b="0" i="0" dirty="0">
                <a:solidFill>
                  <a:srgbClr val="7CC379"/>
                </a:solidFill>
                <a:effectLst/>
                <a:latin typeface="inherit"/>
              </a:rPr>
              <a:t>"</a:t>
            </a:r>
            <a:r>
              <a:rPr lang="en-IN" b="0" i="0" dirty="0" err="1">
                <a:solidFill>
                  <a:srgbClr val="7CC379"/>
                </a:solidFill>
                <a:effectLst/>
                <a:latin typeface="inherit"/>
              </a:rPr>
              <a:t>text-align:center</a:t>
            </a:r>
            <a:r>
              <a:rPr lang="en-IN" b="0" i="0" dirty="0">
                <a:solidFill>
                  <a:srgbClr val="7CC379"/>
                </a:solidFill>
                <a:effectLst/>
                <a:latin typeface="inherit"/>
              </a:rPr>
              <a:t>; </a:t>
            </a:r>
            <a:r>
              <a:rPr lang="en-IN" b="0" i="0" dirty="0" err="1">
                <a:solidFill>
                  <a:srgbClr val="7CC379"/>
                </a:solidFill>
                <a:effectLst/>
                <a:latin typeface="inherit"/>
              </a:rPr>
              <a:t>font-size:x-small</a:t>
            </a:r>
            <a:r>
              <a:rPr lang="en-IN" b="0" i="0" dirty="0">
                <a:solidFill>
                  <a:srgbClr val="7CC379"/>
                </a:solidFill>
                <a:effectLst/>
                <a:latin typeface="inherit"/>
              </a:rPr>
              <a:t>"</a:t>
            </a:r>
            <a:r>
              <a:rPr lang="en-IN" b="1" i="0" dirty="0">
                <a:solidFill>
                  <a:srgbClr val="6B7C8B"/>
                </a:solidFill>
                <a:effectLst/>
                <a:latin typeface="inherit"/>
              </a:rPr>
              <a:t>&gt;</a:t>
            </a:r>
            <a:endParaRPr lang="en-IN" b="0" i="0" dirty="0">
              <a:solidFill>
                <a:srgbClr val="596174"/>
              </a:solidFill>
              <a:effectLst/>
              <a:latin typeface="Inconsolata" pitchFamily="2" charset="0"/>
            </a:endParaRPr>
          </a:p>
          <a:p>
            <a:pPr algn="l" fontAlgn="base"/>
            <a:r>
              <a:rPr lang="en-IN" b="1" i="0" dirty="0">
                <a:solidFill>
                  <a:srgbClr val="6B7C8B"/>
                </a:solidFill>
                <a:effectLst/>
                <a:latin typeface="inherit"/>
              </a:rPr>
              <a:t>&lt;</a:t>
            </a:r>
            <a:r>
              <a:rPr lang="en-IN" b="1" i="0" dirty="0">
                <a:solidFill>
                  <a:srgbClr val="D171DD"/>
                </a:solidFill>
                <a:effectLst/>
                <a:latin typeface="inherit"/>
              </a:rPr>
              <a:t>h3</a:t>
            </a:r>
            <a:r>
              <a:rPr lang="en-IN" b="1" i="0" dirty="0">
                <a:solidFill>
                  <a:srgbClr val="6B7C8B"/>
                </a:solidFill>
                <a:effectLst/>
                <a:latin typeface="inherit"/>
              </a:rPr>
              <a:t>&gt;</a:t>
            </a:r>
            <a:r>
              <a:rPr lang="en-IN" b="0" i="0" dirty="0">
                <a:solidFill>
                  <a:srgbClr val="CFD5E0"/>
                </a:solidFill>
                <a:effectLst/>
                <a:latin typeface="inherit"/>
              </a:rPr>
              <a:t>Website Footer</a:t>
            </a:r>
            <a:r>
              <a:rPr lang="en-IN" b="1" i="0" dirty="0">
                <a:solidFill>
                  <a:srgbClr val="6B7C8B"/>
                </a:solidFill>
                <a:effectLst/>
                <a:latin typeface="inherit"/>
              </a:rPr>
              <a:t>&lt;/</a:t>
            </a:r>
            <a:r>
              <a:rPr lang="en-IN" b="1" i="0" dirty="0">
                <a:solidFill>
                  <a:srgbClr val="D171DD"/>
                </a:solidFill>
                <a:effectLst/>
                <a:latin typeface="inherit"/>
              </a:rPr>
              <a:t>h3</a:t>
            </a:r>
            <a:r>
              <a:rPr lang="en-IN" b="1" i="0" dirty="0">
                <a:solidFill>
                  <a:srgbClr val="6B7C8B"/>
                </a:solidFill>
                <a:effectLst/>
                <a:latin typeface="inherit"/>
              </a:rPr>
              <a:t>&gt;</a:t>
            </a:r>
            <a:endParaRPr lang="en-IN" b="0" i="0" dirty="0">
              <a:solidFill>
                <a:srgbClr val="596174"/>
              </a:solidFill>
              <a:effectLst/>
              <a:latin typeface="Inconsolata" pitchFamily="2" charset="0"/>
            </a:endParaRPr>
          </a:p>
          <a:p>
            <a:pPr algn="l" fontAlgn="base"/>
            <a:r>
              <a:rPr lang="en-IN" b="1" i="0" dirty="0">
                <a:solidFill>
                  <a:srgbClr val="6B7C8B"/>
                </a:solidFill>
                <a:effectLst/>
                <a:latin typeface="inherit"/>
              </a:rPr>
              <a:t>&lt;/</a:t>
            </a:r>
            <a:r>
              <a:rPr lang="en-IN" b="1" i="0" dirty="0">
                <a:solidFill>
                  <a:srgbClr val="D171DD"/>
                </a:solidFill>
                <a:effectLst/>
                <a:latin typeface="inherit"/>
              </a:rPr>
              <a:t>td</a:t>
            </a:r>
            <a:r>
              <a:rPr lang="en-IN" b="1" i="0" dirty="0">
                <a:solidFill>
                  <a:srgbClr val="6B7C8B"/>
                </a:solidFill>
                <a:effectLst/>
                <a:latin typeface="inherit"/>
              </a:rPr>
              <a:t>&gt;&lt;/</a:t>
            </a:r>
            <a:r>
              <a:rPr lang="en-IN" b="1" i="0" dirty="0">
                <a:solidFill>
                  <a:srgbClr val="D171DD"/>
                </a:solidFill>
                <a:effectLst/>
                <a:latin typeface="inherit"/>
              </a:rPr>
              <a:t>tr</a:t>
            </a:r>
            <a:r>
              <a:rPr lang="en-IN" b="1" i="0" dirty="0">
                <a:solidFill>
                  <a:srgbClr val="6B7C8B"/>
                </a:solidFill>
                <a:effectLst/>
                <a:latin typeface="inherit"/>
              </a:rPr>
              <a:t>&gt;</a:t>
            </a:r>
            <a:endParaRPr lang="en-IN" b="0" i="0" dirty="0">
              <a:solidFill>
                <a:srgbClr val="596174"/>
              </a:solidFill>
              <a:effectLst/>
              <a:latin typeface="Inconsolata" pitchFamily="2" charset="0"/>
            </a:endParaRPr>
          </a:p>
          <a:p>
            <a:pPr algn="l" fontAlgn="base"/>
            <a:r>
              <a:rPr lang="en-IN" b="1" i="0" dirty="0">
                <a:solidFill>
                  <a:srgbClr val="6B7C8B"/>
                </a:solidFill>
                <a:effectLst/>
                <a:latin typeface="inherit"/>
              </a:rPr>
              <a:t>&lt;/</a:t>
            </a:r>
            <a:r>
              <a:rPr lang="en-IN" b="1" i="0" dirty="0">
                <a:solidFill>
                  <a:srgbClr val="D171DD"/>
                </a:solidFill>
                <a:effectLst/>
                <a:latin typeface="inherit"/>
              </a:rPr>
              <a:t>table</a:t>
            </a:r>
            <a:r>
              <a:rPr lang="en-IN" b="1" i="0" dirty="0">
                <a:solidFill>
                  <a:srgbClr val="6B7C8B"/>
                </a:solidFill>
                <a:effectLst/>
                <a:latin typeface="inherit"/>
              </a:rPr>
              <a:t>&gt;&lt;</a:t>
            </a:r>
            <a:r>
              <a:rPr lang="en-IN" b="1" i="0" dirty="0">
                <a:solidFill>
                  <a:srgbClr val="D171DD"/>
                </a:solidFill>
                <a:effectLst/>
                <a:latin typeface="inherit"/>
              </a:rPr>
              <a:t>script</a:t>
            </a:r>
            <a:r>
              <a:rPr lang="en-IN" b="0" i="0" dirty="0">
                <a:solidFill>
                  <a:srgbClr val="CFD5E0"/>
                </a:solidFill>
                <a:effectLst/>
                <a:latin typeface="inherit"/>
              </a:rPr>
              <a:t> </a:t>
            </a:r>
            <a:r>
              <a:rPr lang="en-IN" b="0" i="0" dirty="0" err="1">
                <a:solidFill>
                  <a:srgbClr val="D19252"/>
                </a:solidFill>
                <a:effectLst/>
                <a:latin typeface="inherit"/>
              </a:rPr>
              <a:t>src</a:t>
            </a:r>
            <a:r>
              <a:rPr lang="en-IN" b="0" i="0" dirty="0">
                <a:solidFill>
                  <a:srgbClr val="4284AE"/>
                </a:solidFill>
                <a:effectLst/>
                <a:latin typeface="inherit"/>
              </a:rPr>
              <a:t>=</a:t>
            </a:r>
            <a:r>
              <a:rPr lang="en-IN" b="0" i="0" dirty="0">
                <a:solidFill>
                  <a:srgbClr val="7CC379"/>
                </a:solidFill>
                <a:effectLst/>
                <a:latin typeface="inherit"/>
              </a:rPr>
              <a:t>"~/</a:t>
            </a:r>
            <a:r>
              <a:rPr lang="en-IN" b="0" i="0" dirty="0" err="1">
                <a:solidFill>
                  <a:srgbClr val="7CC379"/>
                </a:solidFill>
                <a:effectLst/>
                <a:latin typeface="inherit"/>
              </a:rPr>
              <a:t>js</a:t>
            </a:r>
            <a:r>
              <a:rPr lang="en-IN" b="0" i="0" dirty="0">
                <a:solidFill>
                  <a:srgbClr val="7CC379"/>
                </a:solidFill>
                <a:effectLst/>
                <a:latin typeface="inherit"/>
              </a:rPr>
              <a:t>/CustomJavascript.js"</a:t>
            </a:r>
            <a:r>
              <a:rPr lang="en-IN" b="1" i="0" dirty="0">
                <a:solidFill>
                  <a:srgbClr val="6B7C8B"/>
                </a:solidFill>
                <a:effectLst/>
                <a:latin typeface="inherit"/>
              </a:rPr>
              <a:t>&gt;&lt;/</a:t>
            </a:r>
            <a:r>
              <a:rPr lang="en-IN" b="1" i="0" dirty="0">
                <a:solidFill>
                  <a:srgbClr val="D171DD"/>
                </a:solidFill>
                <a:effectLst/>
                <a:latin typeface="inherit"/>
              </a:rPr>
              <a:t>script</a:t>
            </a:r>
            <a:r>
              <a:rPr lang="en-IN" b="1" i="0" dirty="0">
                <a:solidFill>
                  <a:srgbClr val="6B7C8B"/>
                </a:solidFill>
                <a:effectLst/>
                <a:latin typeface="inherit"/>
              </a:rPr>
              <a:t>&gt;</a:t>
            </a:r>
            <a:endParaRPr lang="en-IN" b="0" i="0" dirty="0">
              <a:solidFill>
                <a:srgbClr val="596174"/>
              </a:solidFill>
              <a:effectLst/>
              <a:latin typeface="Inconsolata" pitchFamily="2" charset="0"/>
            </a:endParaRPr>
          </a:p>
          <a:p>
            <a:pPr algn="l" fontAlgn="base"/>
            <a:r>
              <a:rPr lang="en-IN" b="1" i="0" dirty="0">
                <a:solidFill>
                  <a:srgbClr val="6B7C8B"/>
                </a:solidFill>
                <a:effectLst/>
                <a:latin typeface="inherit"/>
              </a:rPr>
              <a:t>&lt;/</a:t>
            </a:r>
            <a:r>
              <a:rPr lang="en-IN" b="1" i="0" dirty="0">
                <a:solidFill>
                  <a:srgbClr val="D171DD"/>
                </a:solidFill>
                <a:effectLst/>
                <a:latin typeface="inherit"/>
              </a:rPr>
              <a:t>body</a:t>
            </a:r>
            <a:r>
              <a:rPr lang="en-IN" b="1" i="0" dirty="0">
                <a:solidFill>
                  <a:srgbClr val="6B7C8B"/>
                </a:solidFill>
                <a:effectLst/>
                <a:latin typeface="inherit"/>
              </a:rPr>
              <a:t>&gt; &lt;/</a:t>
            </a:r>
            <a:r>
              <a:rPr lang="en-IN" b="1" i="0" dirty="0">
                <a:solidFill>
                  <a:srgbClr val="D171DD"/>
                </a:solidFill>
                <a:effectLst/>
                <a:latin typeface="inherit"/>
              </a:rPr>
              <a:t>html</a:t>
            </a:r>
            <a:r>
              <a:rPr lang="en-IN" b="1" i="0" dirty="0">
                <a:solidFill>
                  <a:srgbClr val="6B7C8B"/>
                </a:solidFill>
                <a:effectLst/>
                <a:latin typeface="inherit"/>
              </a:rPr>
              <a:t>&gt;</a:t>
            </a:r>
            <a:endParaRPr lang="en-IN" b="0" i="0" dirty="0">
              <a:solidFill>
                <a:srgbClr val="596174"/>
              </a:solidFill>
              <a:effectLst/>
              <a:latin typeface="Inconsolata" pitchFamily="2" charset="0"/>
            </a:endParaRPr>
          </a:p>
        </p:txBody>
      </p:sp>
      <p:sp>
        <p:nvSpPr>
          <p:cNvPr id="9" name="TextBox 8">
            <a:extLst>
              <a:ext uri="{FF2B5EF4-FFF2-40B4-BE49-F238E27FC236}">
                <a16:creationId xmlns:a16="http://schemas.microsoft.com/office/drawing/2014/main" id="{D72D89ED-0067-4AB6-8A90-0F5E223D4F28}"/>
              </a:ext>
            </a:extLst>
          </p:cNvPr>
          <p:cNvSpPr txBox="1"/>
          <p:nvPr/>
        </p:nvSpPr>
        <p:spPr>
          <a:xfrm>
            <a:off x="5587182" y="3495647"/>
            <a:ext cx="6120580" cy="646331"/>
          </a:xfrm>
          <a:prstGeom prst="rect">
            <a:avLst/>
          </a:prstGeom>
          <a:noFill/>
        </p:spPr>
        <p:txBody>
          <a:bodyPr wrap="square">
            <a:spAutoFit/>
          </a:bodyPr>
          <a:lstStyle/>
          <a:p>
            <a:r>
              <a:rPr lang="en-US" b="1" i="0" dirty="0">
                <a:solidFill>
                  <a:srgbClr val="000000"/>
                </a:solidFill>
                <a:effectLst/>
                <a:latin typeface="arial" panose="020B0604020202020204" pitchFamily="34" charset="0"/>
              </a:rPr>
              <a:t>Note:</a:t>
            </a:r>
            <a:r>
              <a:rPr lang="en-US" b="0" i="0" dirty="0">
                <a:solidFill>
                  <a:srgbClr val="000000"/>
                </a:solidFill>
                <a:effectLst/>
                <a:latin typeface="arial" panose="020B0604020202020204" pitchFamily="34" charset="0"/>
              </a:rPr>
              <a:t> It is always a good programming practice to put all the script files before the closing body tag.</a:t>
            </a:r>
            <a:endParaRPr lang="en-IN" dirty="0"/>
          </a:p>
        </p:txBody>
      </p:sp>
    </p:spTree>
    <p:extLst>
      <p:ext uri="{BB962C8B-B14F-4D97-AF65-F5344CB8AC3E}">
        <p14:creationId xmlns:p14="http://schemas.microsoft.com/office/powerpoint/2010/main" val="6401212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C8D1ECE-71D4-41D2-8943-F4C72DAAA00D}"/>
              </a:ext>
            </a:extLst>
          </p:cNvPr>
          <p:cNvSpPr txBox="1"/>
          <p:nvPr/>
        </p:nvSpPr>
        <p:spPr>
          <a:xfrm>
            <a:off x="422786" y="0"/>
            <a:ext cx="11464413" cy="2585323"/>
          </a:xfrm>
          <a:prstGeom prst="rect">
            <a:avLst/>
          </a:prstGeom>
          <a:noFill/>
        </p:spPr>
        <p:txBody>
          <a:bodyPr wrap="square">
            <a:spAutoFit/>
          </a:bodyPr>
          <a:lstStyle/>
          <a:p>
            <a:pPr algn="just" fontAlgn="base"/>
            <a:r>
              <a:rPr lang="en-US" b="1" i="0" dirty="0">
                <a:solidFill>
                  <a:srgbClr val="000000"/>
                </a:solidFill>
                <a:effectLst/>
                <a:latin typeface="arial" panose="020B0604020202020204" pitchFamily="34" charset="0"/>
              </a:rPr>
              <a:t>Situation2:</a:t>
            </a:r>
          </a:p>
          <a:p>
            <a:pPr algn="just" fontAlgn="base"/>
            <a:endParaRPr lang="en-US" b="0" i="0" dirty="0">
              <a:solidFill>
                <a:srgbClr val="3A3A3A"/>
              </a:solidFill>
              <a:effectLst/>
              <a:latin typeface="-apple-system"/>
            </a:endParaRPr>
          </a:p>
          <a:p>
            <a:pPr algn="just" fontAlgn="base"/>
            <a:r>
              <a:rPr lang="en-US" b="0" i="0" dirty="0">
                <a:solidFill>
                  <a:srgbClr val="000000"/>
                </a:solidFill>
                <a:effectLst/>
                <a:latin typeface="arial" panose="020B0604020202020204" pitchFamily="34" charset="0"/>
              </a:rPr>
              <a:t>If you have a custom </a:t>
            </a:r>
            <a:r>
              <a:rPr lang="en-US" b="0" i="0" dirty="0" err="1">
                <a:solidFill>
                  <a:srgbClr val="000000"/>
                </a:solidFill>
                <a:effectLst/>
                <a:latin typeface="arial" panose="020B0604020202020204" pitchFamily="34" charset="0"/>
              </a:rPr>
              <a:t>javascript</a:t>
            </a:r>
            <a:r>
              <a:rPr lang="en-US" b="0" i="0" dirty="0">
                <a:solidFill>
                  <a:srgbClr val="000000"/>
                </a:solidFill>
                <a:effectLst/>
                <a:latin typeface="arial" panose="020B0604020202020204" pitchFamily="34" charset="0"/>
              </a:rPr>
              <a:t> file (i.e. CustomJavascript.js) and you want that file in some specific views. Let assume you want that file in the Index view but not in the Details view of Home Controller. In such scenarios, you can make use of the section.</a:t>
            </a:r>
          </a:p>
          <a:p>
            <a:pPr algn="just" fontAlgn="base"/>
            <a:endParaRPr lang="en-US" b="0" i="0" dirty="0">
              <a:solidFill>
                <a:srgbClr val="212529"/>
              </a:solidFill>
              <a:effectLst/>
              <a:latin typeface="-apple-system"/>
            </a:endParaRPr>
          </a:p>
          <a:p>
            <a:pPr algn="just" fontAlgn="base"/>
            <a:r>
              <a:rPr lang="en-US" b="1" i="0" dirty="0">
                <a:solidFill>
                  <a:srgbClr val="000000"/>
                </a:solidFill>
                <a:effectLst/>
                <a:latin typeface="arial" panose="020B0604020202020204" pitchFamily="34" charset="0"/>
              </a:rPr>
              <a:t>Understanding the </a:t>
            </a:r>
            <a:r>
              <a:rPr lang="en-US" b="1" i="0" dirty="0" err="1">
                <a:solidFill>
                  <a:srgbClr val="000000"/>
                </a:solidFill>
                <a:effectLst/>
                <a:latin typeface="arial" panose="020B0604020202020204" pitchFamily="34" charset="0"/>
              </a:rPr>
              <a:t>RenderSection</a:t>
            </a:r>
            <a:r>
              <a:rPr lang="en-US" b="1" i="0" dirty="0">
                <a:solidFill>
                  <a:srgbClr val="000000"/>
                </a:solidFill>
                <a:effectLst/>
                <a:latin typeface="arial" panose="020B0604020202020204" pitchFamily="34" charset="0"/>
              </a:rPr>
              <a:t> Method:</a:t>
            </a:r>
          </a:p>
          <a:p>
            <a:pPr algn="just" fontAlgn="base"/>
            <a:endParaRPr lang="en-US" b="0" i="0" dirty="0">
              <a:solidFill>
                <a:srgbClr val="3A3A3A"/>
              </a:solidFill>
              <a:effectLst/>
              <a:latin typeface="-apple-system"/>
            </a:endParaRPr>
          </a:p>
          <a:p>
            <a:pPr algn="just" fontAlgn="base"/>
            <a:r>
              <a:rPr lang="en-US" b="0" i="0" dirty="0">
                <a:solidFill>
                  <a:srgbClr val="000000"/>
                </a:solidFill>
                <a:effectLst/>
                <a:latin typeface="arial" panose="020B0604020202020204" pitchFamily="34" charset="0"/>
              </a:rPr>
              <a:t>Let us have a look at the signature of the </a:t>
            </a:r>
            <a:r>
              <a:rPr lang="en-US" b="0" i="0" dirty="0" err="1">
                <a:solidFill>
                  <a:srgbClr val="000000"/>
                </a:solidFill>
                <a:effectLst/>
                <a:latin typeface="arial" panose="020B0604020202020204" pitchFamily="34" charset="0"/>
              </a:rPr>
              <a:t>RenderSection</a:t>
            </a:r>
            <a:r>
              <a:rPr lang="en-US" b="0" i="0" dirty="0">
                <a:solidFill>
                  <a:srgbClr val="000000"/>
                </a:solidFill>
                <a:effectLst/>
                <a:latin typeface="arial" panose="020B0604020202020204" pitchFamily="34" charset="0"/>
              </a:rPr>
              <a:t>() method which is shown below.</a:t>
            </a:r>
            <a:endParaRPr lang="en-US" b="0" i="0" dirty="0">
              <a:solidFill>
                <a:srgbClr val="212529"/>
              </a:solidFill>
              <a:effectLst/>
              <a:latin typeface="-apple-system"/>
            </a:endParaRPr>
          </a:p>
        </p:txBody>
      </p:sp>
      <p:sp>
        <p:nvSpPr>
          <p:cNvPr id="6" name="AutoShape 2" descr="Understanding the RenderSection Method in ASP.NET Core MVC">
            <a:extLst>
              <a:ext uri="{FF2B5EF4-FFF2-40B4-BE49-F238E27FC236}">
                <a16:creationId xmlns:a16="http://schemas.microsoft.com/office/drawing/2014/main" id="{4FFC2FC2-3D42-4147-86DC-D0455944DF04}"/>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TextBox 7">
            <a:extLst>
              <a:ext uri="{FF2B5EF4-FFF2-40B4-BE49-F238E27FC236}">
                <a16:creationId xmlns:a16="http://schemas.microsoft.com/office/drawing/2014/main" id="{91C909F9-E816-41EA-A773-E0F1C4671D4D}"/>
              </a:ext>
            </a:extLst>
          </p:cNvPr>
          <p:cNvSpPr txBox="1"/>
          <p:nvPr/>
        </p:nvSpPr>
        <p:spPr>
          <a:xfrm>
            <a:off x="152400" y="4921606"/>
            <a:ext cx="11582399" cy="1477328"/>
          </a:xfrm>
          <a:prstGeom prst="rect">
            <a:avLst/>
          </a:prstGeom>
          <a:noFill/>
        </p:spPr>
        <p:txBody>
          <a:bodyPr wrap="square">
            <a:spAutoFit/>
          </a:bodyPr>
          <a:lstStyle/>
          <a:p>
            <a:r>
              <a:rPr lang="en-US" b="0" i="0" dirty="0">
                <a:solidFill>
                  <a:srgbClr val="000000"/>
                </a:solidFill>
                <a:effectLst/>
                <a:latin typeface="arial" panose="020B0604020202020204" pitchFamily="34" charset="0"/>
              </a:rPr>
              <a:t>As you can see there are two overloaded versions of the </a:t>
            </a:r>
            <a:r>
              <a:rPr lang="en-US" b="1" i="0" dirty="0" err="1">
                <a:solidFill>
                  <a:srgbClr val="000000"/>
                </a:solidFill>
                <a:effectLst/>
                <a:latin typeface="arial" panose="020B0604020202020204" pitchFamily="34" charset="0"/>
              </a:rPr>
              <a:t>RenderSection</a:t>
            </a:r>
            <a:r>
              <a:rPr lang="en-US" b="0" i="0" dirty="0">
                <a:solidFill>
                  <a:srgbClr val="000000"/>
                </a:solidFill>
                <a:effectLst/>
                <a:latin typeface="arial" panose="020B0604020202020204" pitchFamily="34" charset="0"/>
              </a:rPr>
              <a:t> Method. The same is the case for the </a:t>
            </a:r>
            <a:r>
              <a:rPr lang="en-US" b="1" i="0" dirty="0" err="1">
                <a:solidFill>
                  <a:srgbClr val="000000"/>
                </a:solidFill>
                <a:effectLst/>
                <a:latin typeface="arial" panose="020B0604020202020204" pitchFamily="34" charset="0"/>
              </a:rPr>
              <a:t>RenderSectionAsync</a:t>
            </a:r>
            <a:r>
              <a:rPr lang="en-US" b="0" i="0" dirty="0">
                <a:solidFill>
                  <a:srgbClr val="000000"/>
                </a:solidFill>
                <a:effectLst/>
                <a:latin typeface="arial" panose="020B0604020202020204" pitchFamily="34" charset="0"/>
              </a:rPr>
              <a:t> method. The first version of the Render section method takes a single parameter (i.e. name) which specifies the name of the section. The second overloaded version takes two parameters. The first parameter (name) specifies the name of the section while the second parameter (required) specifies whether the section is required or optional.</a:t>
            </a:r>
            <a:endParaRPr lang="en-IN" dirty="0"/>
          </a:p>
        </p:txBody>
      </p:sp>
      <p:pic>
        <p:nvPicPr>
          <p:cNvPr id="9" name="Picture 8">
            <a:extLst>
              <a:ext uri="{FF2B5EF4-FFF2-40B4-BE49-F238E27FC236}">
                <a16:creationId xmlns:a16="http://schemas.microsoft.com/office/drawing/2014/main" id="{CE1C1A8D-D1B3-4CBB-A1CB-89F0D15D7CCE}"/>
              </a:ext>
            </a:extLst>
          </p:cNvPr>
          <p:cNvPicPr>
            <a:picLocks noChangeAspect="1"/>
          </p:cNvPicPr>
          <p:nvPr/>
        </p:nvPicPr>
        <p:blipFill>
          <a:blip r:embed="rId2"/>
          <a:stretch>
            <a:fillRect/>
          </a:stretch>
        </p:blipFill>
        <p:spPr>
          <a:xfrm>
            <a:off x="1838325" y="2876550"/>
            <a:ext cx="8515350" cy="1104900"/>
          </a:xfrm>
          <a:prstGeom prst="rect">
            <a:avLst/>
          </a:prstGeom>
        </p:spPr>
      </p:pic>
    </p:spTree>
    <p:extLst>
      <p:ext uri="{BB962C8B-B14F-4D97-AF65-F5344CB8AC3E}">
        <p14:creationId xmlns:p14="http://schemas.microsoft.com/office/powerpoint/2010/main" val="784256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48B34C4-4AEE-426E-B9D1-52C2D96025BD}"/>
              </a:ext>
            </a:extLst>
          </p:cNvPr>
          <p:cNvSpPr txBox="1"/>
          <p:nvPr/>
        </p:nvSpPr>
        <p:spPr>
          <a:xfrm>
            <a:off x="383458" y="113352"/>
            <a:ext cx="11572568" cy="1477328"/>
          </a:xfrm>
          <a:prstGeom prst="rect">
            <a:avLst/>
          </a:prstGeom>
          <a:noFill/>
        </p:spPr>
        <p:txBody>
          <a:bodyPr wrap="square">
            <a:spAutoFit/>
          </a:bodyPr>
          <a:lstStyle/>
          <a:p>
            <a:pPr algn="just" fontAlgn="base"/>
            <a:r>
              <a:rPr lang="en-US" b="1" i="0" dirty="0">
                <a:solidFill>
                  <a:srgbClr val="000000"/>
                </a:solidFill>
                <a:effectLst/>
                <a:latin typeface="arial" panose="020B0604020202020204" pitchFamily="34" charset="0"/>
              </a:rPr>
              <a:t>How to use the </a:t>
            </a:r>
            <a:r>
              <a:rPr lang="en-US" b="1" i="0" dirty="0" err="1">
                <a:solidFill>
                  <a:srgbClr val="000000"/>
                </a:solidFill>
                <a:effectLst/>
                <a:latin typeface="arial" panose="020B0604020202020204" pitchFamily="34" charset="0"/>
              </a:rPr>
              <a:t>RenderSection</a:t>
            </a:r>
            <a:r>
              <a:rPr lang="en-US" b="1" i="0" dirty="0">
                <a:solidFill>
                  <a:srgbClr val="000000"/>
                </a:solidFill>
                <a:effectLst/>
                <a:latin typeface="arial" panose="020B0604020202020204" pitchFamily="34" charset="0"/>
              </a:rPr>
              <a:t> Method in ASP.NET Core MVC?</a:t>
            </a:r>
            <a:endParaRPr lang="en-US" b="0" i="0" dirty="0">
              <a:solidFill>
                <a:srgbClr val="3A3A3A"/>
              </a:solidFill>
              <a:effectLst/>
              <a:latin typeface="-apple-system"/>
            </a:endParaRPr>
          </a:p>
          <a:p>
            <a:pPr algn="just" fontAlgn="base"/>
            <a:r>
              <a:rPr lang="en-US" b="0" i="0" dirty="0">
                <a:solidFill>
                  <a:srgbClr val="000000"/>
                </a:solidFill>
                <a:effectLst/>
                <a:latin typeface="arial" panose="020B0604020202020204" pitchFamily="34" charset="0"/>
              </a:rPr>
              <a:t>In your layout view, you need to call the </a:t>
            </a:r>
            <a:r>
              <a:rPr lang="en-US" b="1" i="0" dirty="0" err="1">
                <a:solidFill>
                  <a:srgbClr val="000000"/>
                </a:solidFill>
                <a:effectLst/>
                <a:latin typeface="arial" panose="020B0604020202020204" pitchFamily="34" charset="0"/>
              </a:rPr>
              <a:t>RenderSection</a:t>
            </a:r>
            <a:r>
              <a:rPr lang="en-US" b="1" i="0" dirty="0">
                <a:solidFill>
                  <a:srgbClr val="000000"/>
                </a:solidFill>
                <a:effectLst/>
                <a:latin typeface="arial" panose="020B0604020202020204" pitchFamily="34" charset="0"/>
              </a:rPr>
              <a:t>()</a:t>
            </a:r>
            <a:r>
              <a:rPr lang="en-US" b="0" i="0" dirty="0">
                <a:solidFill>
                  <a:srgbClr val="000000"/>
                </a:solidFill>
                <a:effectLst/>
                <a:latin typeface="arial" panose="020B0604020202020204" pitchFamily="34" charset="0"/>
              </a:rPr>
              <a:t> method at the location where you want the section content to be rendered. In our example, we want the script file to be included just before the closing </a:t>
            </a:r>
            <a:r>
              <a:rPr lang="en-US" b="1" i="0" dirty="0">
                <a:solidFill>
                  <a:srgbClr val="000000"/>
                </a:solidFill>
                <a:effectLst/>
                <a:latin typeface="arial" panose="020B0604020202020204" pitchFamily="34" charset="0"/>
              </a:rPr>
              <a:t>&lt;/body&gt;</a:t>
            </a:r>
            <a:r>
              <a:rPr lang="en-US" b="0" i="0" dirty="0">
                <a:solidFill>
                  <a:srgbClr val="000000"/>
                </a:solidFill>
                <a:effectLst/>
                <a:latin typeface="arial" panose="020B0604020202020204" pitchFamily="34" charset="0"/>
              </a:rPr>
              <a:t> tag. So, we are calling the </a:t>
            </a:r>
            <a:r>
              <a:rPr lang="en-US" b="1" i="0" dirty="0">
                <a:solidFill>
                  <a:srgbClr val="000000"/>
                </a:solidFill>
                <a:effectLst/>
                <a:latin typeface="arial" panose="020B0604020202020204" pitchFamily="34" charset="0"/>
              </a:rPr>
              <a:t>@RenderSection()</a:t>
            </a:r>
            <a:r>
              <a:rPr lang="en-US" b="0" i="0" dirty="0">
                <a:solidFill>
                  <a:srgbClr val="000000"/>
                </a:solidFill>
                <a:effectLst/>
                <a:latin typeface="arial" panose="020B0604020202020204" pitchFamily="34" charset="0"/>
              </a:rPr>
              <a:t> method just before the closing </a:t>
            </a:r>
            <a:r>
              <a:rPr lang="en-US" b="1" i="0" dirty="0">
                <a:solidFill>
                  <a:srgbClr val="000000"/>
                </a:solidFill>
                <a:effectLst/>
                <a:latin typeface="arial" panose="020B0604020202020204" pitchFamily="34" charset="0"/>
              </a:rPr>
              <a:t>&lt;/body&gt;</a:t>
            </a:r>
            <a:r>
              <a:rPr lang="en-US" b="0" i="0" dirty="0">
                <a:solidFill>
                  <a:srgbClr val="000000"/>
                </a:solidFill>
                <a:effectLst/>
                <a:latin typeface="arial" panose="020B0604020202020204" pitchFamily="34" charset="0"/>
              </a:rPr>
              <a:t> tag as shown below.</a:t>
            </a:r>
            <a:endParaRPr lang="en-US" b="0" i="0" dirty="0">
              <a:solidFill>
                <a:srgbClr val="212529"/>
              </a:solidFill>
              <a:effectLst/>
              <a:latin typeface="-apple-system"/>
            </a:endParaRPr>
          </a:p>
        </p:txBody>
      </p:sp>
      <p:sp>
        <p:nvSpPr>
          <p:cNvPr id="7" name="TextBox 6">
            <a:extLst>
              <a:ext uri="{FF2B5EF4-FFF2-40B4-BE49-F238E27FC236}">
                <a16:creationId xmlns:a16="http://schemas.microsoft.com/office/drawing/2014/main" id="{1F243CD8-745A-4C55-9B16-D9ED20D090A7}"/>
              </a:ext>
            </a:extLst>
          </p:cNvPr>
          <p:cNvSpPr txBox="1"/>
          <p:nvPr/>
        </p:nvSpPr>
        <p:spPr>
          <a:xfrm>
            <a:off x="73742" y="1225689"/>
            <a:ext cx="6096000" cy="5632311"/>
          </a:xfrm>
          <a:prstGeom prst="rect">
            <a:avLst/>
          </a:prstGeom>
          <a:noFill/>
        </p:spPr>
        <p:txBody>
          <a:bodyPr wrap="square">
            <a:spAutoFit/>
          </a:bodyPr>
          <a:lstStyle/>
          <a:p>
            <a:pPr algn="l" fontAlgn="base"/>
            <a:r>
              <a:rPr lang="en-IN" b="0" i="0" dirty="0">
                <a:solidFill>
                  <a:srgbClr val="FFFFFF"/>
                </a:solidFill>
                <a:effectLst/>
                <a:latin typeface="inherit"/>
              </a:rPr>
              <a:t>&lt;!DOCTYPE html&gt;</a:t>
            </a:r>
            <a:endParaRPr lang="en-IN" b="0" i="0" dirty="0">
              <a:solidFill>
                <a:srgbClr val="596174"/>
              </a:solidFill>
              <a:effectLst/>
              <a:latin typeface="Inconsolata" pitchFamily="1" charset="0"/>
            </a:endParaRPr>
          </a:p>
          <a:p>
            <a:pPr algn="l" fontAlgn="base"/>
            <a:r>
              <a:rPr lang="en-IN" b="1" i="0" dirty="0">
                <a:solidFill>
                  <a:srgbClr val="6B7C8B"/>
                </a:solidFill>
                <a:effectLst/>
                <a:latin typeface="inherit"/>
              </a:rPr>
              <a:t>&lt;</a:t>
            </a:r>
            <a:r>
              <a:rPr lang="en-IN" b="1" i="0" dirty="0">
                <a:solidFill>
                  <a:srgbClr val="D171DD"/>
                </a:solidFill>
                <a:effectLst/>
                <a:latin typeface="inherit"/>
              </a:rPr>
              <a:t>html</a:t>
            </a:r>
            <a:r>
              <a:rPr lang="en-IN" b="1" i="0" dirty="0">
                <a:solidFill>
                  <a:srgbClr val="6B7C8B"/>
                </a:solidFill>
                <a:effectLst/>
                <a:latin typeface="inherit"/>
              </a:rPr>
              <a:t>&gt;&lt;</a:t>
            </a:r>
            <a:r>
              <a:rPr lang="en-IN" b="1" i="0" dirty="0">
                <a:solidFill>
                  <a:srgbClr val="D171DD"/>
                </a:solidFill>
                <a:effectLst/>
                <a:latin typeface="inherit"/>
              </a:rPr>
              <a:t>head</a:t>
            </a:r>
            <a:r>
              <a:rPr lang="en-IN" b="1" i="0" dirty="0">
                <a:solidFill>
                  <a:srgbClr val="6B7C8B"/>
                </a:solidFill>
                <a:effectLst/>
                <a:latin typeface="inherit"/>
              </a:rPr>
              <a:t>&gt;</a:t>
            </a:r>
            <a:endParaRPr lang="en-IN" b="0" i="0" dirty="0">
              <a:solidFill>
                <a:srgbClr val="596174"/>
              </a:solidFill>
              <a:effectLst/>
              <a:latin typeface="Inconsolata" pitchFamily="1" charset="0"/>
            </a:endParaRPr>
          </a:p>
          <a:p>
            <a:pPr algn="l" fontAlgn="base"/>
            <a:r>
              <a:rPr lang="en-IN" b="1" i="0" dirty="0">
                <a:solidFill>
                  <a:srgbClr val="6B7C8B"/>
                </a:solidFill>
                <a:effectLst/>
                <a:latin typeface="inherit"/>
              </a:rPr>
              <a:t>&lt;</a:t>
            </a:r>
            <a:r>
              <a:rPr lang="en-IN" b="1" i="0" dirty="0">
                <a:solidFill>
                  <a:srgbClr val="D171DD"/>
                </a:solidFill>
                <a:effectLst/>
                <a:latin typeface="inherit"/>
              </a:rPr>
              <a:t>meta</a:t>
            </a:r>
            <a:r>
              <a:rPr lang="en-IN" b="0" i="0" dirty="0">
                <a:solidFill>
                  <a:srgbClr val="CFD5E0"/>
                </a:solidFill>
                <a:effectLst/>
                <a:latin typeface="inherit"/>
              </a:rPr>
              <a:t> </a:t>
            </a:r>
            <a:r>
              <a:rPr lang="en-IN" b="0" i="0" dirty="0">
                <a:solidFill>
                  <a:srgbClr val="D19252"/>
                </a:solidFill>
                <a:effectLst/>
                <a:latin typeface="inherit"/>
              </a:rPr>
              <a:t>name</a:t>
            </a:r>
            <a:r>
              <a:rPr lang="en-IN" b="0" i="0" dirty="0">
                <a:solidFill>
                  <a:srgbClr val="4284AE"/>
                </a:solidFill>
                <a:effectLst/>
                <a:latin typeface="inherit"/>
              </a:rPr>
              <a:t>=</a:t>
            </a:r>
            <a:r>
              <a:rPr lang="en-IN" b="0" i="0" dirty="0">
                <a:solidFill>
                  <a:srgbClr val="7CC379"/>
                </a:solidFill>
                <a:effectLst/>
                <a:latin typeface="inherit"/>
              </a:rPr>
              <a:t>"viewport"</a:t>
            </a:r>
            <a:r>
              <a:rPr lang="en-IN" b="0" i="0" dirty="0">
                <a:solidFill>
                  <a:srgbClr val="CFD5E0"/>
                </a:solidFill>
                <a:effectLst/>
                <a:latin typeface="inherit"/>
              </a:rPr>
              <a:t> </a:t>
            </a:r>
            <a:r>
              <a:rPr lang="en-IN" b="0" i="0" dirty="0">
                <a:solidFill>
                  <a:srgbClr val="D19252"/>
                </a:solidFill>
                <a:effectLst/>
                <a:latin typeface="inherit"/>
              </a:rPr>
              <a:t>content</a:t>
            </a:r>
            <a:r>
              <a:rPr lang="en-IN" b="0" i="0" dirty="0">
                <a:solidFill>
                  <a:srgbClr val="4284AE"/>
                </a:solidFill>
                <a:effectLst/>
                <a:latin typeface="inherit"/>
              </a:rPr>
              <a:t>=</a:t>
            </a:r>
            <a:r>
              <a:rPr lang="en-IN" b="0" i="0" dirty="0">
                <a:solidFill>
                  <a:srgbClr val="7CC379"/>
                </a:solidFill>
                <a:effectLst/>
                <a:latin typeface="inherit"/>
              </a:rPr>
              <a:t>"width=device-width"</a:t>
            </a:r>
            <a:r>
              <a:rPr lang="en-IN" b="0" i="0" dirty="0">
                <a:solidFill>
                  <a:srgbClr val="CFD5E0"/>
                </a:solidFill>
                <a:effectLst/>
                <a:latin typeface="inherit"/>
              </a:rPr>
              <a:t> </a:t>
            </a:r>
            <a:r>
              <a:rPr lang="en-IN" b="1" i="0" dirty="0">
                <a:solidFill>
                  <a:srgbClr val="6B7C8B"/>
                </a:solidFill>
                <a:effectLst/>
                <a:latin typeface="inherit"/>
              </a:rPr>
              <a:t>/&gt;</a:t>
            </a:r>
            <a:endParaRPr lang="en-IN" b="0" i="0" dirty="0">
              <a:solidFill>
                <a:srgbClr val="596174"/>
              </a:solidFill>
              <a:effectLst/>
              <a:latin typeface="Inconsolata" pitchFamily="1" charset="0"/>
            </a:endParaRPr>
          </a:p>
          <a:p>
            <a:pPr algn="l" fontAlgn="base"/>
            <a:r>
              <a:rPr lang="en-IN" b="1" i="0" dirty="0">
                <a:solidFill>
                  <a:srgbClr val="6B7C8B"/>
                </a:solidFill>
                <a:effectLst/>
                <a:latin typeface="inherit"/>
              </a:rPr>
              <a:t>&lt;</a:t>
            </a:r>
            <a:r>
              <a:rPr lang="en-IN" b="1" i="0" dirty="0">
                <a:solidFill>
                  <a:srgbClr val="D171DD"/>
                </a:solidFill>
                <a:effectLst/>
                <a:latin typeface="inherit"/>
              </a:rPr>
              <a:t>title</a:t>
            </a:r>
            <a:r>
              <a:rPr lang="en-IN" b="1" i="0" dirty="0">
                <a:solidFill>
                  <a:srgbClr val="6B7C8B"/>
                </a:solidFill>
                <a:effectLst/>
                <a:latin typeface="inherit"/>
              </a:rPr>
              <a:t>&gt;</a:t>
            </a:r>
            <a:r>
              <a:rPr lang="en-IN" b="0" i="0" dirty="0">
                <a:solidFill>
                  <a:srgbClr val="CFD5E0"/>
                </a:solidFill>
                <a:effectLst/>
                <a:latin typeface="inherit"/>
              </a:rPr>
              <a:t>@ViewBag.Title</a:t>
            </a:r>
            <a:r>
              <a:rPr lang="en-IN" b="1" i="0" dirty="0">
                <a:solidFill>
                  <a:srgbClr val="6B7C8B"/>
                </a:solidFill>
                <a:effectLst/>
                <a:latin typeface="inherit"/>
              </a:rPr>
              <a:t>&lt;/</a:t>
            </a:r>
            <a:r>
              <a:rPr lang="en-IN" b="1" i="0" dirty="0">
                <a:solidFill>
                  <a:srgbClr val="D171DD"/>
                </a:solidFill>
                <a:effectLst/>
                <a:latin typeface="inherit"/>
              </a:rPr>
              <a:t>title</a:t>
            </a:r>
            <a:r>
              <a:rPr lang="en-IN" b="1" i="0" dirty="0">
                <a:solidFill>
                  <a:srgbClr val="6B7C8B"/>
                </a:solidFill>
                <a:effectLst/>
                <a:latin typeface="inherit"/>
              </a:rPr>
              <a:t>&gt;&lt;/</a:t>
            </a:r>
            <a:r>
              <a:rPr lang="en-IN" b="1" i="0" dirty="0">
                <a:solidFill>
                  <a:srgbClr val="D171DD"/>
                </a:solidFill>
                <a:effectLst/>
                <a:latin typeface="inherit"/>
              </a:rPr>
              <a:t>head</a:t>
            </a:r>
            <a:r>
              <a:rPr lang="en-IN" b="1" i="0" dirty="0">
                <a:solidFill>
                  <a:srgbClr val="6B7C8B"/>
                </a:solidFill>
                <a:effectLst/>
                <a:latin typeface="inherit"/>
              </a:rPr>
              <a:t>&gt;&lt;</a:t>
            </a:r>
            <a:r>
              <a:rPr lang="en-IN" b="1" i="0" dirty="0">
                <a:solidFill>
                  <a:srgbClr val="D171DD"/>
                </a:solidFill>
                <a:effectLst/>
                <a:latin typeface="inherit"/>
              </a:rPr>
              <a:t>body</a:t>
            </a:r>
            <a:r>
              <a:rPr lang="en-IN" b="1" i="0" dirty="0">
                <a:solidFill>
                  <a:srgbClr val="6B7C8B"/>
                </a:solidFill>
                <a:effectLst/>
                <a:latin typeface="inherit"/>
              </a:rPr>
              <a:t>&gt;</a:t>
            </a:r>
            <a:endParaRPr lang="en-IN" b="0" i="0" dirty="0">
              <a:solidFill>
                <a:srgbClr val="596174"/>
              </a:solidFill>
              <a:effectLst/>
              <a:latin typeface="Inconsolata" pitchFamily="1" charset="0"/>
            </a:endParaRPr>
          </a:p>
          <a:p>
            <a:pPr algn="l" fontAlgn="base"/>
            <a:r>
              <a:rPr lang="en-IN" b="1" i="0" dirty="0">
                <a:solidFill>
                  <a:srgbClr val="6B7C8B"/>
                </a:solidFill>
                <a:effectLst/>
                <a:latin typeface="inherit"/>
              </a:rPr>
              <a:t>&lt;</a:t>
            </a:r>
            <a:r>
              <a:rPr lang="en-IN" b="1" i="0" dirty="0">
                <a:solidFill>
                  <a:srgbClr val="D171DD"/>
                </a:solidFill>
                <a:effectLst/>
                <a:latin typeface="inherit"/>
              </a:rPr>
              <a:t>table</a:t>
            </a:r>
            <a:r>
              <a:rPr lang="en-IN" b="0" i="0" dirty="0">
                <a:solidFill>
                  <a:srgbClr val="CFD5E0"/>
                </a:solidFill>
                <a:effectLst/>
                <a:latin typeface="inherit"/>
              </a:rPr>
              <a:t> </a:t>
            </a:r>
            <a:r>
              <a:rPr lang="en-IN" b="0" i="0" dirty="0">
                <a:solidFill>
                  <a:srgbClr val="D19252"/>
                </a:solidFill>
                <a:effectLst/>
                <a:latin typeface="inherit"/>
              </a:rPr>
              <a:t>border</a:t>
            </a:r>
            <a:r>
              <a:rPr lang="en-IN" b="0" i="0" dirty="0">
                <a:solidFill>
                  <a:srgbClr val="4284AE"/>
                </a:solidFill>
                <a:effectLst/>
                <a:latin typeface="inherit"/>
              </a:rPr>
              <a:t>=</a:t>
            </a:r>
            <a:r>
              <a:rPr lang="en-IN" b="0" i="0" dirty="0">
                <a:solidFill>
                  <a:srgbClr val="7CC379"/>
                </a:solidFill>
                <a:effectLst/>
                <a:latin typeface="inherit"/>
              </a:rPr>
              <a:t>"1"</a:t>
            </a:r>
            <a:r>
              <a:rPr lang="en-IN" b="0" i="0" dirty="0">
                <a:solidFill>
                  <a:srgbClr val="CFD5E0"/>
                </a:solidFill>
                <a:effectLst/>
                <a:latin typeface="inherit"/>
              </a:rPr>
              <a:t> </a:t>
            </a:r>
            <a:r>
              <a:rPr lang="en-IN" b="0" i="0" dirty="0">
                <a:solidFill>
                  <a:srgbClr val="D19252"/>
                </a:solidFill>
                <a:effectLst/>
                <a:latin typeface="inherit"/>
              </a:rPr>
              <a:t>style</a:t>
            </a:r>
            <a:r>
              <a:rPr lang="en-IN" b="0" i="0" dirty="0">
                <a:solidFill>
                  <a:srgbClr val="4284AE"/>
                </a:solidFill>
                <a:effectLst/>
                <a:latin typeface="inherit"/>
              </a:rPr>
              <a:t>=</a:t>
            </a:r>
            <a:r>
              <a:rPr lang="en-IN" b="0" i="0" dirty="0">
                <a:solidFill>
                  <a:srgbClr val="7CC379"/>
                </a:solidFill>
                <a:effectLst/>
                <a:latin typeface="inherit"/>
              </a:rPr>
              <a:t>"width:800px; </a:t>
            </a:r>
            <a:r>
              <a:rPr lang="en-IN" b="0" i="0" dirty="0" err="1">
                <a:solidFill>
                  <a:srgbClr val="7CC379"/>
                </a:solidFill>
                <a:effectLst/>
                <a:latin typeface="inherit"/>
              </a:rPr>
              <a:t>font-family:Arial</a:t>
            </a:r>
            <a:r>
              <a:rPr lang="en-IN" b="0" i="0" dirty="0">
                <a:solidFill>
                  <a:srgbClr val="7CC379"/>
                </a:solidFill>
                <a:effectLst/>
                <a:latin typeface="inherit"/>
              </a:rPr>
              <a:t>"</a:t>
            </a:r>
            <a:r>
              <a:rPr lang="en-IN" b="1" i="0" dirty="0">
                <a:solidFill>
                  <a:srgbClr val="6B7C8B"/>
                </a:solidFill>
                <a:effectLst/>
                <a:latin typeface="inherit"/>
              </a:rPr>
              <a:t>&gt;</a:t>
            </a:r>
            <a:endParaRPr lang="en-IN" b="0" i="0" dirty="0">
              <a:solidFill>
                <a:srgbClr val="596174"/>
              </a:solidFill>
              <a:effectLst/>
              <a:latin typeface="Inconsolata" pitchFamily="1" charset="0"/>
            </a:endParaRPr>
          </a:p>
          <a:p>
            <a:pPr algn="l" fontAlgn="base"/>
            <a:r>
              <a:rPr lang="en-IN" b="1" i="0" dirty="0">
                <a:solidFill>
                  <a:srgbClr val="6B7C8B"/>
                </a:solidFill>
                <a:effectLst/>
                <a:latin typeface="inherit"/>
              </a:rPr>
              <a:t>&lt;</a:t>
            </a:r>
            <a:r>
              <a:rPr lang="en-IN" b="1" i="0" dirty="0">
                <a:solidFill>
                  <a:srgbClr val="D171DD"/>
                </a:solidFill>
                <a:effectLst/>
                <a:latin typeface="inherit"/>
              </a:rPr>
              <a:t>tr</a:t>
            </a:r>
            <a:r>
              <a:rPr lang="en-IN" b="1" i="0" dirty="0">
                <a:solidFill>
                  <a:srgbClr val="6B7C8B"/>
                </a:solidFill>
                <a:effectLst/>
                <a:latin typeface="inherit"/>
              </a:rPr>
              <a:t>&gt;</a:t>
            </a:r>
            <a:endParaRPr lang="en-IN" b="0" i="0" dirty="0">
              <a:solidFill>
                <a:srgbClr val="596174"/>
              </a:solidFill>
              <a:effectLst/>
              <a:latin typeface="Inconsolata" pitchFamily="1" charset="0"/>
            </a:endParaRPr>
          </a:p>
          <a:p>
            <a:pPr algn="l" fontAlgn="base"/>
            <a:r>
              <a:rPr lang="en-IN" b="1" i="0" dirty="0">
                <a:solidFill>
                  <a:srgbClr val="6B7C8B"/>
                </a:solidFill>
                <a:effectLst/>
                <a:latin typeface="inherit"/>
              </a:rPr>
              <a:t>&lt;</a:t>
            </a:r>
            <a:r>
              <a:rPr lang="en-IN" b="1" i="0" dirty="0">
                <a:solidFill>
                  <a:srgbClr val="D171DD"/>
                </a:solidFill>
                <a:effectLst/>
                <a:latin typeface="inherit"/>
              </a:rPr>
              <a:t>td</a:t>
            </a:r>
            <a:r>
              <a:rPr lang="en-IN" b="0" i="0" dirty="0">
                <a:solidFill>
                  <a:srgbClr val="CFD5E0"/>
                </a:solidFill>
                <a:effectLst/>
                <a:latin typeface="inherit"/>
              </a:rPr>
              <a:t> </a:t>
            </a:r>
            <a:r>
              <a:rPr lang="en-IN" b="0" i="0" dirty="0" err="1">
                <a:solidFill>
                  <a:srgbClr val="D19252"/>
                </a:solidFill>
                <a:effectLst/>
                <a:latin typeface="inherit"/>
              </a:rPr>
              <a:t>colspan</a:t>
            </a:r>
            <a:r>
              <a:rPr lang="en-IN" b="0" i="0" dirty="0">
                <a:solidFill>
                  <a:srgbClr val="4284AE"/>
                </a:solidFill>
                <a:effectLst/>
                <a:latin typeface="inherit"/>
              </a:rPr>
              <a:t>=</a:t>
            </a:r>
            <a:r>
              <a:rPr lang="en-IN" b="0" i="0" dirty="0">
                <a:solidFill>
                  <a:srgbClr val="7CC379"/>
                </a:solidFill>
                <a:effectLst/>
                <a:latin typeface="inherit"/>
              </a:rPr>
              <a:t>"2"</a:t>
            </a:r>
            <a:r>
              <a:rPr lang="en-IN" b="0" i="0" dirty="0">
                <a:solidFill>
                  <a:srgbClr val="CFD5E0"/>
                </a:solidFill>
                <a:effectLst/>
                <a:latin typeface="inherit"/>
              </a:rPr>
              <a:t> </a:t>
            </a:r>
            <a:r>
              <a:rPr lang="en-IN" b="0" i="0" dirty="0">
                <a:solidFill>
                  <a:srgbClr val="D19252"/>
                </a:solidFill>
                <a:effectLst/>
                <a:latin typeface="inherit"/>
              </a:rPr>
              <a:t>style</a:t>
            </a:r>
            <a:r>
              <a:rPr lang="en-IN" b="0" i="0" dirty="0">
                <a:solidFill>
                  <a:srgbClr val="4284AE"/>
                </a:solidFill>
                <a:effectLst/>
                <a:latin typeface="inherit"/>
              </a:rPr>
              <a:t>=</a:t>
            </a:r>
            <a:r>
              <a:rPr lang="en-IN" b="0" i="0" dirty="0">
                <a:solidFill>
                  <a:srgbClr val="7CC379"/>
                </a:solidFill>
                <a:effectLst/>
                <a:latin typeface="inherit"/>
              </a:rPr>
              <a:t>"</a:t>
            </a:r>
            <a:r>
              <a:rPr lang="en-IN" b="0" i="0" dirty="0" err="1">
                <a:solidFill>
                  <a:srgbClr val="7CC379"/>
                </a:solidFill>
                <a:effectLst/>
                <a:latin typeface="inherit"/>
              </a:rPr>
              <a:t>text-align:center</a:t>
            </a:r>
            <a:r>
              <a:rPr lang="en-IN" b="0" i="0" dirty="0">
                <a:solidFill>
                  <a:srgbClr val="7CC379"/>
                </a:solidFill>
                <a:effectLst/>
                <a:latin typeface="inherit"/>
              </a:rPr>
              <a:t>"</a:t>
            </a:r>
            <a:r>
              <a:rPr lang="en-IN" b="1" i="0" dirty="0">
                <a:solidFill>
                  <a:srgbClr val="6B7C8B"/>
                </a:solidFill>
                <a:effectLst/>
                <a:latin typeface="inherit"/>
              </a:rPr>
              <a:t>&gt;</a:t>
            </a:r>
            <a:endParaRPr lang="en-IN" b="0" i="0" dirty="0">
              <a:solidFill>
                <a:srgbClr val="596174"/>
              </a:solidFill>
              <a:effectLst/>
              <a:latin typeface="Inconsolata" pitchFamily="1" charset="0"/>
            </a:endParaRPr>
          </a:p>
          <a:p>
            <a:pPr algn="l" fontAlgn="base"/>
            <a:r>
              <a:rPr lang="en-IN" b="1" i="0" dirty="0">
                <a:solidFill>
                  <a:srgbClr val="6B7C8B"/>
                </a:solidFill>
                <a:effectLst/>
                <a:latin typeface="inherit"/>
              </a:rPr>
              <a:t>&lt;</a:t>
            </a:r>
            <a:r>
              <a:rPr lang="en-IN" b="1" i="0" dirty="0">
                <a:solidFill>
                  <a:srgbClr val="D171DD"/>
                </a:solidFill>
                <a:effectLst/>
                <a:latin typeface="inherit"/>
              </a:rPr>
              <a:t>h3</a:t>
            </a:r>
            <a:r>
              <a:rPr lang="en-IN" b="1" i="0" dirty="0">
                <a:solidFill>
                  <a:srgbClr val="6B7C8B"/>
                </a:solidFill>
                <a:effectLst/>
                <a:latin typeface="inherit"/>
              </a:rPr>
              <a:t>&gt;</a:t>
            </a:r>
            <a:r>
              <a:rPr lang="en-IN" b="0" i="0" dirty="0">
                <a:solidFill>
                  <a:srgbClr val="CFD5E0"/>
                </a:solidFill>
                <a:effectLst/>
                <a:latin typeface="inherit"/>
              </a:rPr>
              <a:t>Website Header</a:t>
            </a:r>
            <a:r>
              <a:rPr lang="en-IN" b="1" i="0" dirty="0">
                <a:solidFill>
                  <a:srgbClr val="6B7C8B"/>
                </a:solidFill>
                <a:effectLst/>
                <a:latin typeface="inherit"/>
              </a:rPr>
              <a:t>&lt;/</a:t>
            </a:r>
            <a:r>
              <a:rPr lang="en-IN" b="1" i="0" dirty="0">
                <a:solidFill>
                  <a:srgbClr val="D171DD"/>
                </a:solidFill>
                <a:effectLst/>
                <a:latin typeface="inherit"/>
              </a:rPr>
              <a:t>h3</a:t>
            </a:r>
            <a:r>
              <a:rPr lang="en-IN" b="1" i="0" dirty="0">
                <a:solidFill>
                  <a:srgbClr val="6B7C8B"/>
                </a:solidFill>
                <a:effectLst/>
                <a:latin typeface="inherit"/>
              </a:rPr>
              <a:t>&gt;</a:t>
            </a:r>
            <a:endParaRPr lang="en-IN" b="0" i="0" dirty="0">
              <a:solidFill>
                <a:srgbClr val="596174"/>
              </a:solidFill>
              <a:effectLst/>
              <a:latin typeface="Inconsolata" pitchFamily="1" charset="0"/>
            </a:endParaRPr>
          </a:p>
          <a:p>
            <a:pPr algn="l" fontAlgn="base"/>
            <a:r>
              <a:rPr lang="en-IN" b="1" i="0" dirty="0">
                <a:solidFill>
                  <a:srgbClr val="6B7C8B"/>
                </a:solidFill>
                <a:effectLst/>
                <a:latin typeface="inherit"/>
              </a:rPr>
              <a:t>&lt;/</a:t>
            </a:r>
            <a:r>
              <a:rPr lang="en-IN" b="1" i="0" dirty="0">
                <a:solidFill>
                  <a:srgbClr val="D171DD"/>
                </a:solidFill>
                <a:effectLst/>
                <a:latin typeface="inherit"/>
              </a:rPr>
              <a:t>td</a:t>
            </a:r>
            <a:r>
              <a:rPr lang="en-IN" b="1" i="0" dirty="0">
                <a:solidFill>
                  <a:srgbClr val="6B7C8B"/>
                </a:solidFill>
                <a:effectLst/>
                <a:latin typeface="inherit"/>
              </a:rPr>
              <a:t>&gt;&lt;/</a:t>
            </a:r>
            <a:r>
              <a:rPr lang="en-IN" b="1" i="0" dirty="0">
                <a:solidFill>
                  <a:srgbClr val="D171DD"/>
                </a:solidFill>
                <a:effectLst/>
                <a:latin typeface="inherit"/>
              </a:rPr>
              <a:t>tr</a:t>
            </a:r>
            <a:r>
              <a:rPr lang="en-IN" b="1" i="0" dirty="0">
                <a:solidFill>
                  <a:srgbClr val="6B7C8B"/>
                </a:solidFill>
                <a:effectLst/>
                <a:latin typeface="inherit"/>
              </a:rPr>
              <a:t>&gt;</a:t>
            </a:r>
            <a:endParaRPr lang="en-IN" b="0" i="0" dirty="0">
              <a:solidFill>
                <a:srgbClr val="596174"/>
              </a:solidFill>
              <a:effectLst/>
              <a:latin typeface="Inconsolata" pitchFamily="1" charset="0"/>
            </a:endParaRPr>
          </a:p>
          <a:p>
            <a:pPr algn="l" fontAlgn="base"/>
            <a:r>
              <a:rPr lang="en-IN" b="1" i="0" dirty="0">
                <a:solidFill>
                  <a:srgbClr val="6B7C8B"/>
                </a:solidFill>
                <a:effectLst/>
                <a:latin typeface="inherit"/>
              </a:rPr>
              <a:t>&lt;</a:t>
            </a:r>
            <a:r>
              <a:rPr lang="en-IN" b="1" i="0" dirty="0">
                <a:solidFill>
                  <a:srgbClr val="D171DD"/>
                </a:solidFill>
                <a:effectLst/>
                <a:latin typeface="inherit"/>
              </a:rPr>
              <a:t>tr</a:t>
            </a:r>
            <a:r>
              <a:rPr lang="en-IN" b="1" i="0" dirty="0">
                <a:solidFill>
                  <a:srgbClr val="6B7C8B"/>
                </a:solidFill>
                <a:effectLst/>
                <a:latin typeface="inherit"/>
              </a:rPr>
              <a:t>&gt;</a:t>
            </a:r>
            <a:endParaRPr lang="en-IN" b="0" i="0" dirty="0">
              <a:solidFill>
                <a:srgbClr val="596174"/>
              </a:solidFill>
              <a:effectLst/>
              <a:latin typeface="Inconsolata" pitchFamily="1" charset="0"/>
            </a:endParaRPr>
          </a:p>
          <a:p>
            <a:pPr algn="l" fontAlgn="base"/>
            <a:r>
              <a:rPr lang="en-IN" b="1" i="0" dirty="0">
                <a:solidFill>
                  <a:srgbClr val="6B7C8B"/>
                </a:solidFill>
                <a:effectLst/>
                <a:latin typeface="inherit"/>
              </a:rPr>
              <a:t>&lt;</a:t>
            </a:r>
            <a:r>
              <a:rPr lang="en-IN" b="1" i="0" dirty="0">
                <a:solidFill>
                  <a:srgbClr val="D171DD"/>
                </a:solidFill>
                <a:effectLst/>
                <a:latin typeface="inherit"/>
              </a:rPr>
              <a:t>td</a:t>
            </a:r>
            <a:r>
              <a:rPr lang="en-IN" b="0" i="0" dirty="0">
                <a:solidFill>
                  <a:srgbClr val="CFD5E0"/>
                </a:solidFill>
                <a:effectLst/>
                <a:latin typeface="inherit"/>
              </a:rPr>
              <a:t> </a:t>
            </a:r>
            <a:r>
              <a:rPr lang="en-IN" b="0" i="0" dirty="0">
                <a:solidFill>
                  <a:srgbClr val="D19252"/>
                </a:solidFill>
                <a:effectLst/>
                <a:latin typeface="inherit"/>
              </a:rPr>
              <a:t>style</a:t>
            </a:r>
            <a:r>
              <a:rPr lang="en-IN" b="0" i="0" dirty="0">
                <a:solidFill>
                  <a:srgbClr val="4284AE"/>
                </a:solidFill>
                <a:effectLst/>
                <a:latin typeface="inherit"/>
              </a:rPr>
              <a:t>=</a:t>
            </a:r>
            <a:r>
              <a:rPr lang="en-IN" b="0" i="0" dirty="0">
                <a:solidFill>
                  <a:srgbClr val="7CC379"/>
                </a:solidFill>
                <a:effectLst/>
                <a:latin typeface="inherit"/>
              </a:rPr>
              <a:t>"width:200px"</a:t>
            </a:r>
            <a:r>
              <a:rPr lang="en-IN" b="1" i="0" dirty="0">
                <a:solidFill>
                  <a:srgbClr val="6B7C8B"/>
                </a:solidFill>
                <a:effectLst/>
                <a:latin typeface="inherit"/>
              </a:rPr>
              <a:t>&gt;</a:t>
            </a:r>
            <a:endParaRPr lang="en-IN" b="0" i="0" dirty="0">
              <a:solidFill>
                <a:srgbClr val="596174"/>
              </a:solidFill>
              <a:effectLst/>
              <a:latin typeface="Inconsolata" pitchFamily="1" charset="0"/>
            </a:endParaRPr>
          </a:p>
          <a:p>
            <a:pPr algn="l" fontAlgn="base"/>
            <a:r>
              <a:rPr lang="en-IN" b="1" i="0" dirty="0">
                <a:solidFill>
                  <a:srgbClr val="6B7C8B"/>
                </a:solidFill>
                <a:effectLst/>
                <a:latin typeface="inherit"/>
              </a:rPr>
              <a:t>&lt;</a:t>
            </a:r>
            <a:r>
              <a:rPr lang="en-IN" b="1" i="0" dirty="0">
                <a:solidFill>
                  <a:srgbClr val="D171DD"/>
                </a:solidFill>
                <a:effectLst/>
                <a:latin typeface="inherit"/>
              </a:rPr>
              <a:t>h3</a:t>
            </a:r>
            <a:r>
              <a:rPr lang="en-IN" b="1" i="0" dirty="0">
                <a:solidFill>
                  <a:srgbClr val="6B7C8B"/>
                </a:solidFill>
                <a:effectLst/>
                <a:latin typeface="inherit"/>
              </a:rPr>
              <a:t>&gt;</a:t>
            </a:r>
            <a:r>
              <a:rPr lang="en-IN" b="0" i="0" dirty="0">
                <a:solidFill>
                  <a:srgbClr val="CFD5E0"/>
                </a:solidFill>
                <a:effectLst/>
                <a:latin typeface="inherit"/>
              </a:rPr>
              <a:t>Left Navigation Menus</a:t>
            </a:r>
            <a:r>
              <a:rPr lang="en-IN" b="1" i="0" dirty="0">
                <a:solidFill>
                  <a:srgbClr val="6B7C8B"/>
                </a:solidFill>
                <a:effectLst/>
                <a:latin typeface="inherit"/>
              </a:rPr>
              <a:t>&lt;/</a:t>
            </a:r>
            <a:r>
              <a:rPr lang="en-IN" b="1" i="0" dirty="0">
                <a:solidFill>
                  <a:srgbClr val="D171DD"/>
                </a:solidFill>
                <a:effectLst/>
                <a:latin typeface="inherit"/>
              </a:rPr>
              <a:t>h3</a:t>
            </a:r>
            <a:r>
              <a:rPr lang="en-IN" b="1" i="0" dirty="0">
                <a:solidFill>
                  <a:srgbClr val="6B7C8B"/>
                </a:solidFill>
                <a:effectLst/>
                <a:latin typeface="inherit"/>
              </a:rPr>
              <a:t>&gt;</a:t>
            </a:r>
            <a:endParaRPr lang="en-IN" b="0" i="0" dirty="0">
              <a:solidFill>
                <a:srgbClr val="596174"/>
              </a:solidFill>
              <a:effectLst/>
              <a:latin typeface="Inconsolata" pitchFamily="1" charset="0"/>
            </a:endParaRPr>
          </a:p>
          <a:p>
            <a:pPr algn="l" fontAlgn="base"/>
            <a:r>
              <a:rPr lang="en-IN" b="1" i="0" dirty="0">
                <a:solidFill>
                  <a:srgbClr val="6B7C8B"/>
                </a:solidFill>
                <a:effectLst/>
                <a:latin typeface="inherit"/>
              </a:rPr>
              <a:t>&lt;/</a:t>
            </a:r>
            <a:r>
              <a:rPr lang="en-IN" b="1" i="0" dirty="0">
                <a:solidFill>
                  <a:srgbClr val="D171DD"/>
                </a:solidFill>
                <a:effectLst/>
                <a:latin typeface="inherit"/>
              </a:rPr>
              <a:t>td</a:t>
            </a:r>
            <a:r>
              <a:rPr lang="en-IN" b="1" i="0" dirty="0">
                <a:solidFill>
                  <a:srgbClr val="6B7C8B"/>
                </a:solidFill>
                <a:effectLst/>
                <a:latin typeface="inherit"/>
              </a:rPr>
              <a:t>&gt;</a:t>
            </a:r>
            <a:endParaRPr lang="en-IN" b="0" i="0" dirty="0">
              <a:solidFill>
                <a:srgbClr val="596174"/>
              </a:solidFill>
              <a:effectLst/>
              <a:latin typeface="Inconsolata" pitchFamily="1" charset="0"/>
            </a:endParaRPr>
          </a:p>
          <a:p>
            <a:pPr algn="l" fontAlgn="base"/>
            <a:r>
              <a:rPr lang="en-IN" b="1" i="0" dirty="0">
                <a:solidFill>
                  <a:srgbClr val="6B7C8B"/>
                </a:solidFill>
                <a:effectLst/>
                <a:latin typeface="inherit"/>
              </a:rPr>
              <a:t>&lt;</a:t>
            </a:r>
            <a:r>
              <a:rPr lang="en-IN" b="1" i="0" dirty="0">
                <a:solidFill>
                  <a:srgbClr val="D171DD"/>
                </a:solidFill>
                <a:effectLst/>
                <a:latin typeface="inherit"/>
              </a:rPr>
              <a:t>td</a:t>
            </a:r>
            <a:r>
              <a:rPr lang="en-IN" b="0" i="0" dirty="0">
                <a:solidFill>
                  <a:srgbClr val="CFD5E0"/>
                </a:solidFill>
                <a:effectLst/>
                <a:latin typeface="inherit"/>
              </a:rPr>
              <a:t> </a:t>
            </a:r>
            <a:r>
              <a:rPr lang="en-IN" b="0" i="0" dirty="0">
                <a:solidFill>
                  <a:srgbClr val="D19252"/>
                </a:solidFill>
                <a:effectLst/>
                <a:latin typeface="inherit"/>
              </a:rPr>
              <a:t>style</a:t>
            </a:r>
            <a:r>
              <a:rPr lang="en-IN" b="0" i="0" dirty="0">
                <a:solidFill>
                  <a:srgbClr val="4284AE"/>
                </a:solidFill>
                <a:effectLst/>
                <a:latin typeface="inherit"/>
              </a:rPr>
              <a:t>=</a:t>
            </a:r>
            <a:r>
              <a:rPr lang="en-IN" b="0" i="0" dirty="0">
                <a:solidFill>
                  <a:srgbClr val="7CC379"/>
                </a:solidFill>
                <a:effectLst/>
                <a:latin typeface="inherit"/>
              </a:rPr>
              <a:t>"width:600px"</a:t>
            </a:r>
            <a:r>
              <a:rPr lang="en-IN" b="1" i="0" dirty="0">
                <a:solidFill>
                  <a:srgbClr val="6B7C8B"/>
                </a:solidFill>
                <a:effectLst/>
                <a:latin typeface="inherit"/>
              </a:rPr>
              <a:t>&gt;</a:t>
            </a:r>
            <a:r>
              <a:rPr lang="en-IN" b="0" i="0" dirty="0">
                <a:solidFill>
                  <a:srgbClr val="CFD5E0"/>
                </a:solidFill>
                <a:effectLst/>
                <a:latin typeface="inherit"/>
              </a:rPr>
              <a:t>@RenderBody()</a:t>
            </a:r>
            <a:endParaRPr lang="en-IN" b="0" i="0" dirty="0">
              <a:solidFill>
                <a:srgbClr val="596174"/>
              </a:solidFill>
              <a:effectLst/>
              <a:latin typeface="Inconsolata" pitchFamily="1" charset="0"/>
            </a:endParaRPr>
          </a:p>
          <a:p>
            <a:pPr algn="l" fontAlgn="base"/>
            <a:r>
              <a:rPr lang="en-IN" b="1" i="0" dirty="0">
                <a:solidFill>
                  <a:srgbClr val="6B7C8B"/>
                </a:solidFill>
                <a:effectLst/>
                <a:latin typeface="inherit"/>
              </a:rPr>
              <a:t>&lt;/</a:t>
            </a:r>
            <a:r>
              <a:rPr lang="en-IN" b="1" i="0" dirty="0">
                <a:solidFill>
                  <a:srgbClr val="D171DD"/>
                </a:solidFill>
                <a:effectLst/>
                <a:latin typeface="inherit"/>
              </a:rPr>
              <a:t>td</a:t>
            </a:r>
            <a:r>
              <a:rPr lang="en-IN" b="1" i="0" dirty="0">
                <a:solidFill>
                  <a:srgbClr val="6B7C8B"/>
                </a:solidFill>
                <a:effectLst/>
                <a:latin typeface="inherit"/>
              </a:rPr>
              <a:t>&gt;&lt;/</a:t>
            </a:r>
            <a:r>
              <a:rPr lang="en-IN" b="1" i="0" dirty="0">
                <a:solidFill>
                  <a:srgbClr val="D171DD"/>
                </a:solidFill>
                <a:effectLst/>
                <a:latin typeface="inherit"/>
              </a:rPr>
              <a:t>tr</a:t>
            </a:r>
            <a:r>
              <a:rPr lang="en-IN" b="1" i="0" dirty="0">
                <a:solidFill>
                  <a:srgbClr val="6B7C8B"/>
                </a:solidFill>
                <a:effectLst/>
                <a:latin typeface="inherit"/>
              </a:rPr>
              <a:t>&gt;</a:t>
            </a:r>
            <a:endParaRPr lang="en-IN" b="0" i="0" dirty="0">
              <a:solidFill>
                <a:srgbClr val="596174"/>
              </a:solidFill>
              <a:effectLst/>
              <a:latin typeface="Inconsolata" pitchFamily="1" charset="0"/>
            </a:endParaRPr>
          </a:p>
          <a:p>
            <a:pPr algn="l" fontAlgn="base"/>
            <a:r>
              <a:rPr lang="en-IN" b="1" i="0" dirty="0">
                <a:solidFill>
                  <a:srgbClr val="6B7C8B"/>
                </a:solidFill>
                <a:effectLst/>
                <a:latin typeface="inherit"/>
              </a:rPr>
              <a:t>&lt;</a:t>
            </a:r>
            <a:r>
              <a:rPr lang="en-IN" b="1" i="0" dirty="0">
                <a:solidFill>
                  <a:srgbClr val="D171DD"/>
                </a:solidFill>
                <a:effectLst/>
                <a:latin typeface="inherit"/>
              </a:rPr>
              <a:t>tr</a:t>
            </a:r>
            <a:r>
              <a:rPr lang="en-IN" b="1" i="0" dirty="0">
                <a:solidFill>
                  <a:srgbClr val="6B7C8B"/>
                </a:solidFill>
                <a:effectLst/>
                <a:latin typeface="inherit"/>
              </a:rPr>
              <a:t>&gt;</a:t>
            </a:r>
            <a:endParaRPr lang="en-IN" b="0" i="0" dirty="0">
              <a:solidFill>
                <a:srgbClr val="596174"/>
              </a:solidFill>
              <a:effectLst/>
              <a:latin typeface="Inconsolata" pitchFamily="1" charset="0"/>
            </a:endParaRPr>
          </a:p>
          <a:p>
            <a:pPr algn="l" fontAlgn="base"/>
            <a:r>
              <a:rPr lang="en-IN" b="1" i="0" dirty="0">
                <a:solidFill>
                  <a:srgbClr val="6B7C8B"/>
                </a:solidFill>
                <a:effectLst/>
                <a:latin typeface="inherit"/>
              </a:rPr>
              <a:t>&lt;</a:t>
            </a:r>
            <a:r>
              <a:rPr lang="en-IN" b="1" i="0" dirty="0">
                <a:solidFill>
                  <a:srgbClr val="D171DD"/>
                </a:solidFill>
                <a:effectLst/>
                <a:latin typeface="inherit"/>
              </a:rPr>
              <a:t>td</a:t>
            </a:r>
            <a:r>
              <a:rPr lang="en-IN" b="0" i="0" dirty="0">
                <a:solidFill>
                  <a:srgbClr val="CFD5E0"/>
                </a:solidFill>
                <a:effectLst/>
                <a:latin typeface="inherit"/>
              </a:rPr>
              <a:t> </a:t>
            </a:r>
            <a:r>
              <a:rPr lang="en-IN" b="0" i="0" dirty="0" err="1">
                <a:solidFill>
                  <a:srgbClr val="D19252"/>
                </a:solidFill>
                <a:effectLst/>
                <a:latin typeface="inherit"/>
              </a:rPr>
              <a:t>colspan</a:t>
            </a:r>
            <a:r>
              <a:rPr lang="en-IN" b="0" i="0" dirty="0">
                <a:solidFill>
                  <a:srgbClr val="4284AE"/>
                </a:solidFill>
                <a:effectLst/>
                <a:latin typeface="inherit"/>
              </a:rPr>
              <a:t>=</a:t>
            </a:r>
            <a:r>
              <a:rPr lang="en-IN" b="0" i="0" dirty="0">
                <a:solidFill>
                  <a:srgbClr val="7CC379"/>
                </a:solidFill>
                <a:effectLst/>
                <a:latin typeface="inherit"/>
              </a:rPr>
              <a:t>"2"</a:t>
            </a:r>
            <a:r>
              <a:rPr lang="en-IN" b="0" i="0" dirty="0">
                <a:solidFill>
                  <a:srgbClr val="CFD5E0"/>
                </a:solidFill>
                <a:effectLst/>
                <a:latin typeface="inherit"/>
              </a:rPr>
              <a:t> </a:t>
            </a:r>
            <a:r>
              <a:rPr lang="en-IN" b="0" i="0" dirty="0">
                <a:solidFill>
                  <a:srgbClr val="D19252"/>
                </a:solidFill>
                <a:effectLst/>
                <a:latin typeface="inherit"/>
              </a:rPr>
              <a:t>style</a:t>
            </a:r>
            <a:r>
              <a:rPr lang="en-IN" b="0" i="0" dirty="0">
                <a:solidFill>
                  <a:srgbClr val="4284AE"/>
                </a:solidFill>
                <a:effectLst/>
                <a:latin typeface="inherit"/>
              </a:rPr>
              <a:t>=</a:t>
            </a:r>
            <a:r>
              <a:rPr lang="en-IN" b="0" i="0" dirty="0">
                <a:solidFill>
                  <a:srgbClr val="7CC379"/>
                </a:solidFill>
                <a:effectLst/>
                <a:latin typeface="inherit"/>
              </a:rPr>
              <a:t>"</a:t>
            </a:r>
            <a:r>
              <a:rPr lang="en-IN" b="0" i="0" dirty="0" err="1">
                <a:solidFill>
                  <a:srgbClr val="7CC379"/>
                </a:solidFill>
                <a:effectLst/>
                <a:latin typeface="inherit"/>
              </a:rPr>
              <a:t>text-align:center</a:t>
            </a:r>
            <a:r>
              <a:rPr lang="en-IN" b="0" i="0" dirty="0">
                <a:solidFill>
                  <a:srgbClr val="7CC379"/>
                </a:solidFill>
                <a:effectLst/>
                <a:latin typeface="inherit"/>
              </a:rPr>
              <a:t>; </a:t>
            </a:r>
            <a:r>
              <a:rPr lang="en-IN" b="0" i="0" dirty="0" err="1">
                <a:solidFill>
                  <a:srgbClr val="7CC379"/>
                </a:solidFill>
                <a:effectLst/>
                <a:latin typeface="inherit"/>
              </a:rPr>
              <a:t>font-size:x-small</a:t>
            </a:r>
            <a:r>
              <a:rPr lang="en-IN" b="0" i="0" dirty="0">
                <a:solidFill>
                  <a:srgbClr val="7CC379"/>
                </a:solidFill>
                <a:effectLst/>
                <a:latin typeface="inherit"/>
              </a:rPr>
              <a:t>"</a:t>
            </a:r>
            <a:r>
              <a:rPr lang="en-IN" b="1" i="0" dirty="0">
                <a:solidFill>
                  <a:srgbClr val="6B7C8B"/>
                </a:solidFill>
                <a:effectLst/>
                <a:latin typeface="inherit"/>
              </a:rPr>
              <a:t>&gt;</a:t>
            </a:r>
            <a:endParaRPr lang="en-IN" b="0" i="0" dirty="0">
              <a:solidFill>
                <a:srgbClr val="596174"/>
              </a:solidFill>
              <a:effectLst/>
              <a:latin typeface="Inconsolata" pitchFamily="1" charset="0"/>
            </a:endParaRPr>
          </a:p>
          <a:p>
            <a:pPr algn="l" fontAlgn="base"/>
            <a:r>
              <a:rPr lang="en-IN" b="1" i="0" dirty="0">
                <a:solidFill>
                  <a:srgbClr val="6B7C8B"/>
                </a:solidFill>
                <a:effectLst/>
                <a:latin typeface="inherit"/>
              </a:rPr>
              <a:t>&lt;</a:t>
            </a:r>
            <a:r>
              <a:rPr lang="en-IN" b="1" i="0" dirty="0">
                <a:solidFill>
                  <a:srgbClr val="D171DD"/>
                </a:solidFill>
                <a:effectLst/>
                <a:latin typeface="inherit"/>
              </a:rPr>
              <a:t>h3</a:t>
            </a:r>
            <a:r>
              <a:rPr lang="en-IN" b="1" i="0" dirty="0">
                <a:solidFill>
                  <a:srgbClr val="6B7C8B"/>
                </a:solidFill>
                <a:effectLst/>
                <a:latin typeface="inherit"/>
              </a:rPr>
              <a:t>&gt;</a:t>
            </a:r>
            <a:r>
              <a:rPr lang="en-IN" b="0" i="0" dirty="0">
                <a:solidFill>
                  <a:srgbClr val="CFD5E0"/>
                </a:solidFill>
                <a:effectLst/>
                <a:latin typeface="inherit"/>
              </a:rPr>
              <a:t>Website Footer</a:t>
            </a:r>
            <a:r>
              <a:rPr lang="en-IN" b="1" i="0" dirty="0">
                <a:solidFill>
                  <a:srgbClr val="6B7C8B"/>
                </a:solidFill>
                <a:effectLst/>
                <a:latin typeface="inherit"/>
              </a:rPr>
              <a:t>&lt;/</a:t>
            </a:r>
            <a:r>
              <a:rPr lang="en-IN" b="1" i="0" dirty="0">
                <a:solidFill>
                  <a:srgbClr val="D171DD"/>
                </a:solidFill>
                <a:effectLst/>
                <a:latin typeface="inherit"/>
              </a:rPr>
              <a:t>h3</a:t>
            </a:r>
            <a:r>
              <a:rPr lang="en-IN" b="1" i="0" dirty="0">
                <a:solidFill>
                  <a:srgbClr val="6B7C8B"/>
                </a:solidFill>
                <a:effectLst/>
                <a:latin typeface="inherit"/>
              </a:rPr>
              <a:t>&gt;</a:t>
            </a:r>
            <a:endParaRPr lang="en-IN" b="0" i="0" dirty="0">
              <a:solidFill>
                <a:srgbClr val="596174"/>
              </a:solidFill>
              <a:effectLst/>
              <a:latin typeface="Inconsolata" pitchFamily="1" charset="0"/>
            </a:endParaRPr>
          </a:p>
          <a:p>
            <a:pPr algn="l" fontAlgn="base"/>
            <a:r>
              <a:rPr lang="en-IN" b="1" i="0" dirty="0">
                <a:solidFill>
                  <a:srgbClr val="6B7C8B"/>
                </a:solidFill>
                <a:effectLst/>
                <a:latin typeface="inherit"/>
              </a:rPr>
              <a:t>&lt;/</a:t>
            </a:r>
            <a:r>
              <a:rPr lang="en-IN" b="1" i="0" dirty="0">
                <a:solidFill>
                  <a:srgbClr val="D171DD"/>
                </a:solidFill>
                <a:effectLst/>
                <a:latin typeface="inherit"/>
              </a:rPr>
              <a:t>td</a:t>
            </a:r>
            <a:r>
              <a:rPr lang="en-IN" b="1" i="0" dirty="0">
                <a:solidFill>
                  <a:srgbClr val="6B7C8B"/>
                </a:solidFill>
                <a:effectLst/>
                <a:latin typeface="inherit"/>
              </a:rPr>
              <a:t>&gt;&lt;/</a:t>
            </a:r>
            <a:r>
              <a:rPr lang="en-IN" b="1" i="0" dirty="0">
                <a:solidFill>
                  <a:srgbClr val="D171DD"/>
                </a:solidFill>
                <a:effectLst/>
                <a:latin typeface="inherit"/>
              </a:rPr>
              <a:t>tr</a:t>
            </a:r>
            <a:r>
              <a:rPr lang="en-IN" b="1" i="0" dirty="0">
                <a:solidFill>
                  <a:srgbClr val="6B7C8B"/>
                </a:solidFill>
                <a:effectLst/>
                <a:latin typeface="inherit"/>
              </a:rPr>
              <a:t>&gt;&lt;/</a:t>
            </a:r>
            <a:r>
              <a:rPr lang="en-IN" b="1" i="0" dirty="0">
                <a:solidFill>
                  <a:srgbClr val="D171DD"/>
                </a:solidFill>
                <a:effectLst/>
                <a:latin typeface="inherit"/>
              </a:rPr>
              <a:t>table</a:t>
            </a:r>
            <a:r>
              <a:rPr lang="en-IN" b="1" i="0" dirty="0">
                <a:solidFill>
                  <a:srgbClr val="6B7C8B"/>
                </a:solidFill>
                <a:effectLst/>
                <a:latin typeface="inherit"/>
              </a:rPr>
              <a:t>&gt;</a:t>
            </a:r>
            <a:r>
              <a:rPr lang="en-IN" b="0" i="0" dirty="0">
                <a:solidFill>
                  <a:srgbClr val="CFD5E0"/>
                </a:solidFill>
                <a:effectLst/>
                <a:latin typeface="inherit"/>
              </a:rPr>
              <a:t>@RenderSection("Scripts")</a:t>
            </a:r>
            <a:endParaRPr lang="en-IN" b="0" i="0" dirty="0">
              <a:solidFill>
                <a:srgbClr val="596174"/>
              </a:solidFill>
              <a:effectLst/>
              <a:latin typeface="Inconsolata" pitchFamily="1" charset="0"/>
            </a:endParaRPr>
          </a:p>
          <a:p>
            <a:pPr algn="l" fontAlgn="base"/>
            <a:r>
              <a:rPr lang="en-IN" b="1" i="0" dirty="0">
                <a:solidFill>
                  <a:srgbClr val="6B7C8B"/>
                </a:solidFill>
                <a:effectLst/>
                <a:latin typeface="inherit"/>
              </a:rPr>
              <a:t>&lt;/</a:t>
            </a:r>
            <a:r>
              <a:rPr lang="en-IN" b="1" i="0" dirty="0">
                <a:solidFill>
                  <a:srgbClr val="D171DD"/>
                </a:solidFill>
                <a:effectLst/>
                <a:latin typeface="inherit"/>
              </a:rPr>
              <a:t>body</a:t>
            </a:r>
            <a:r>
              <a:rPr lang="en-IN" b="1" i="0" dirty="0">
                <a:solidFill>
                  <a:srgbClr val="6B7C8B"/>
                </a:solidFill>
                <a:effectLst/>
                <a:latin typeface="inherit"/>
              </a:rPr>
              <a:t>&gt;&lt;/</a:t>
            </a:r>
            <a:r>
              <a:rPr lang="en-IN" b="1" i="0" dirty="0">
                <a:solidFill>
                  <a:srgbClr val="D171DD"/>
                </a:solidFill>
                <a:effectLst/>
                <a:latin typeface="inherit"/>
              </a:rPr>
              <a:t>html</a:t>
            </a:r>
            <a:r>
              <a:rPr lang="en-IN" b="1" i="0" dirty="0">
                <a:solidFill>
                  <a:srgbClr val="6B7C8B"/>
                </a:solidFill>
                <a:effectLst/>
                <a:latin typeface="inherit"/>
              </a:rPr>
              <a:t>&gt;</a:t>
            </a:r>
            <a:endParaRPr lang="en-IN" b="0" i="0" dirty="0">
              <a:solidFill>
                <a:srgbClr val="596174"/>
              </a:solidFill>
              <a:effectLst/>
              <a:latin typeface="Inconsolata" pitchFamily="1" charset="0"/>
            </a:endParaRPr>
          </a:p>
        </p:txBody>
      </p:sp>
      <p:sp>
        <p:nvSpPr>
          <p:cNvPr id="9" name="TextBox 8">
            <a:extLst>
              <a:ext uri="{FF2B5EF4-FFF2-40B4-BE49-F238E27FC236}">
                <a16:creationId xmlns:a16="http://schemas.microsoft.com/office/drawing/2014/main" id="{7C3FA5A6-4FB5-4C50-97BE-502E6EBEDB62}"/>
              </a:ext>
            </a:extLst>
          </p:cNvPr>
          <p:cNvSpPr txBox="1"/>
          <p:nvPr/>
        </p:nvSpPr>
        <p:spPr>
          <a:xfrm>
            <a:off x="5791200" y="2505670"/>
            <a:ext cx="6096000" cy="923330"/>
          </a:xfrm>
          <a:prstGeom prst="rect">
            <a:avLst/>
          </a:prstGeom>
          <a:noFill/>
        </p:spPr>
        <p:txBody>
          <a:bodyPr wrap="square">
            <a:spAutoFit/>
          </a:bodyPr>
          <a:lstStyle/>
          <a:p>
            <a:r>
              <a:rPr lang="en-US" b="0" i="0" dirty="0">
                <a:solidFill>
                  <a:srgbClr val="000000"/>
                </a:solidFill>
                <a:effectLst/>
                <a:latin typeface="arial" panose="020B0604020202020204" pitchFamily="34" charset="0"/>
              </a:rPr>
              <a:t>In the above code, we are using the first overloaded version of the </a:t>
            </a:r>
            <a:r>
              <a:rPr lang="en-US" b="0" i="0" dirty="0" err="1">
                <a:solidFill>
                  <a:srgbClr val="000000"/>
                </a:solidFill>
                <a:effectLst/>
                <a:latin typeface="arial" panose="020B0604020202020204" pitchFamily="34" charset="0"/>
              </a:rPr>
              <a:t>RenderSection</a:t>
            </a:r>
            <a:r>
              <a:rPr lang="en-US" b="0" i="0" dirty="0">
                <a:solidFill>
                  <a:srgbClr val="000000"/>
                </a:solidFill>
                <a:effectLst/>
                <a:latin typeface="arial" panose="020B0604020202020204" pitchFamily="34" charset="0"/>
              </a:rPr>
              <a:t> method which takes only the name parameter</a:t>
            </a:r>
            <a:endParaRPr lang="en-IN" dirty="0"/>
          </a:p>
        </p:txBody>
      </p:sp>
    </p:spTree>
    <p:extLst>
      <p:ext uri="{BB962C8B-B14F-4D97-AF65-F5344CB8AC3E}">
        <p14:creationId xmlns:p14="http://schemas.microsoft.com/office/powerpoint/2010/main" val="6236183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6D03B7D-AF5D-4F02-A570-14282D97C1E1}"/>
              </a:ext>
            </a:extLst>
          </p:cNvPr>
          <p:cNvSpPr txBox="1"/>
          <p:nvPr/>
        </p:nvSpPr>
        <p:spPr>
          <a:xfrm>
            <a:off x="363792" y="259987"/>
            <a:ext cx="11385755" cy="1754326"/>
          </a:xfrm>
          <a:prstGeom prst="rect">
            <a:avLst/>
          </a:prstGeom>
          <a:noFill/>
        </p:spPr>
        <p:txBody>
          <a:bodyPr wrap="square">
            <a:spAutoFit/>
          </a:bodyPr>
          <a:lstStyle/>
          <a:p>
            <a:pPr algn="just" fontAlgn="base"/>
            <a:r>
              <a:rPr lang="en-US" b="1" i="0" dirty="0">
                <a:solidFill>
                  <a:srgbClr val="000000"/>
                </a:solidFill>
                <a:effectLst/>
                <a:latin typeface="arial" panose="020B0604020202020204" pitchFamily="34" charset="0"/>
              </a:rPr>
              <a:t>How to Provide section Content in a View?</a:t>
            </a:r>
            <a:endParaRPr lang="en-US" b="0" i="0" dirty="0">
              <a:solidFill>
                <a:srgbClr val="3A3A3A"/>
              </a:solidFill>
              <a:effectLst/>
              <a:latin typeface="-apple-system"/>
            </a:endParaRPr>
          </a:p>
          <a:p>
            <a:pPr algn="just" fontAlgn="base"/>
            <a:r>
              <a:rPr lang="en-US" b="0" i="0" dirty="0">
                <a:solidFill>
                  <a:srgbClr val="000000"/>
                </a:solidFill>
                <a:effectLst/>
                <a:latin typeface="arial" panose="020B0604020202020204" pitchFamily="34" charset="0"/>
              </a:rPr>
              <a:t>In our layout view, we have created a section. Now let us understand how to provide section content in a view. Each and every view which wants to provide section content must include a section within the same. Here, you need to use the @section directive to include the section and provide the content.</a:t>
            </a:r>
            <a:endParaRPr lang="en-US" b="0" i="0" dirty="0">
              <a:solidFill>
                <a:srgbClr val="212529"/>
              </a:solidFill>
              <a:effectLst/>
              <a:latin typeface="-apple-system"/>
            </a:endParaRPr>
          </a:p>
          <a:p>
            <a:pPr algn="just" fontAlgn="base"/>
            <a:r>
              <a:rPr lang="en-US" b="0" i="0" dirty="0">
                <a:solidFill>
                  <a:srgbClr val="000000"/>
                </a:solidFill>
                <a:effectLst/>
                <a:latin typeface="arial" panose="020B0604020202020204" pitchFamily="34" charset="0"/>
              </a:rPr>
              <a:t>In our example, we want to provide the section content from the Index view. So, modify the index view as shown below.</a:t>
            </a:r>
            <a:endParaRPr lang="en-US" b="0" i="0" dirty="0">
              <a:solidFill>
                <a:srgbClr val="212529"/>
              </a:solidFill>
              <a:effectLst/>
              <a:latin typeface="-apple-system"/>
            </a:endParaRPr>
          </a:p>
        </p:txBody>
      </p:sp>
      <p:sp>
        <p:nvSpPr>
          <p:cNvPr id="7" name="TextBox 6">
            <a:extLst>
              <a:ext uri="{FF2B5EF4-FFF2-40B4-BE49-F238E27FC236}">
                <a16:creationId xmlns:a16="http://schemas.microsoft.com/office/drawing/2014/main" id="{9FE2F573-50A9-4159-AAAD-781011821026}"/>
              </a:ext>
            </a:extLst>
          </p:cNvPr>
          <p:cNvSpPr txBox="1"/>
          <p:nvPr/>
        </p:nvSpPr>
        <p:spPr>
          <a:xfrm>
            <a:off x="167148" y="2274838"/>
            <a:ext cx="4847304" cy="2308324"/>
          </a:xfrm>
          <a:prstGeom prst="rect">
            <a:avLst/>
          </a:prstGeom>
          <a:solidFill>
            <a:schemeClr val="tx1"/>
          </a:solidFill>
        </p:spPr>
        <p:txBody>
          <a:bodyPr wrap="square">
            <a:spAutoFit/>
          </a:bodyPr>
          <a:lstStyle/>
          <a:p>
            <a:pPr algn="l" fontAlgn="base"/>
            <a:r>
              <a:rPr lang="en-IN" b="0" i="0" dirty="0">
                <a:solidFill>
                  <a:srgbClr val="CFD5E0"/>
                </a:solidFill>
                <a:effectLst/>
                <a:latin typeface="inherit"/>
              </a:rPr>
              <a:t>@{</a:t>
            </a:r>
            <a:endParaRPr lang="en-IN" b="0" i="0" dirty="0">
              <a:solidFill>
                <a:srgbClr val="596174"/>
              </a:solidFill>
              <a:effectLst/>
              <a:latin typeface="Inconsolata" pitchFamily="1" charset="0"/>
            </a:endParaRPr>
          </a:p>
          <a:p>
            <a:pPr algn="l" fontAlgn="base"/>
            <a:r>
              <a:rPr lang="en-IN" b="0" i="0" dirty="0" err="1">
                <a:solidFill>
                  <a:srgbClr val="CFD5E0"/>
                </a:solidFill>
                <a:effectLst/>
                <a:latin typeface="inherit"/>
              </a:rPr>
              <a:t>ViewBag.Title</a:t>
            </a:r>
            <a:r>
              <a:rPr lang="en-IN" b="0" i="0" dirty="0">
                <a:solidFill>
                  <a:srgbClr val="CFD5E0"/>
                </a:solidFill>
                <a:effectLst/>
                <a:latin typeface="inherit"/>
              </a:rPr>
              <a:t> = "Home Page";</a:t>
            </a:r>
            <a:endParaRPr lang="en-IN" b="0" i="0" dirty="0">
              <a:solidFill>
                <a:srgbClr val="596174"/>
              </a:solidFill>
              <a:effectLst/>
              <a:latin typeface="Inconsolata" pitchFamily="1" charset="0"/>
            </a:endParaRPr>
          </a:p>
          <a:p>
            <a:pPr algn="l" fontAlgn="base"/>
            <a:r>
              <a:rPr lang="en-IN" b="0" i="0" dirty="0">
                <a:solidFill>
                  <a:srgbClr val="CFD5E0"/>
                </a:solidFill>
                <a:effectLst/>
                <a:latin typeface="inherit"/>
              </a:rPr>
              <a:t>Layout = "~/Views/Shared/_</a:t>
            </a:r>
            <a:r>
              <a:rPr lang="en-IN" b="0" i="0" dirty="0" err="1">
                <a:solidFill>
                  <a:srgbClr val="CFD5E0"/>
                </a:solidFill>
                <a:effectLst/>
                <a:latin typeface="inherit"/>
              </a:rPr>
              <a:t>Layout.cshtml</a:t>
            </a:r>
            <a:r>
              <a:rPr lang="en-IN" b="0" i="0" dirty="0">
                <a:solidFill>
                  <a:srgbClr val="CFD5E0"/>
                </a:solidFill>
                <a:effectLst/>
                <a:latin typeface="inherit"/>
              </a:rPr>
              <a:t>";</a:t>
            </a:r>
            <a:endParaRPr lang="en-IN" b="0" i="0" dirty="0">
              <a:solidFill>
                <a:srgbClr val="596174"/>
              </a:solidFill>
              <a:effectLst/>
              <a:latin typeface="Inconsolata" pitchFamily="1" charset="0"/>
            </a:endParaRPr>
          </a:p>
          <a:p>
            <a:pPr algn="l" fontAlgn="base"/>
            <a:r>
              <a:rPr lang="en-IN" b="0" i="0" dirty="0">
                <a:solidFill>
                  <a:srgbClr val="CFD5E0"/>
                </a:solidFill>
                <a:effectLst/>
                <a:latin typeface="inherit"/>
              </a:rPr>
              <a:t>}</a:t>
            </a:r>
            <a:endParaRPr lang="en-IN" b="0" i="0" dirty="0">
              <a:solidFill>
                <a:srgbClr val="596174"/>
              </a:solidFill>
              <a:effectLst/>
              <a:latin typeface="Inconsolata" pitchFamily="1" charset="0"/>
            </a:endParaRPr>
          </a:p>
          <a:p>
            <a:pPr algn="l" fontAlgn="base"/>
            <a:r>
              <a:rPr lang="en-IN" b="1" i="0" dirty="0">
                <a:solidFill>
                  <a:srgbClr val="6B7C8B"/>
                </a:solidFill>
                <a:effectLst/>
                <a:latin typeface="inherit"/>
              </a:rPr>
              <a:t>&lt;</a:t>
            </a:r>
            <a:r>
              <a:rPr lang="en-IN" b="1" i="0" dirty="0">
                <a:solidFill>
                  <a:srgbClr val="D171DD"/>
                </a:solidFill>
                <a:effectLst/>
                <a:latin typeface="inherit"/>
              </a:rPr>
              <a:t>h1</a:t>
            </a:r>
            <a:r>
              <a:rPr lang="en-IN" b="1" i="0" dirty="0">
                <a:solidFill>
                  <a:srgbClr val="6B7C8B"/>
                </a:solidFill>
                <a:effectLst/>
                <a:latin typeface="inherit"/>
              </a:rPr>
              <a:t>&gt;</a:t>
            </a:r>
            <a:r>
              <a:rPr lang="en-IN" b="0" i="0" dirty="0">
                <a:solidFill>
                  <a:srgbClr val="CFD5E0"/>
                </a:solidFill>
                <a:effectLst/>
                <a:latin typeface="inherit"/>
              </a:rPr>
              <a:t>Home Page</a:t>
            </a:r>
            <a:r>
              <a:rPr lang="en-IN" b="1" i="0" dirty="0">
                <a:solidFill>
                  <a:srgbClr val="6B7C8B"/>
                </a:solidFill>
                <a:effectLst/>
                <a:latin typeface="inherit"/>
              </a:rPr>
              <a:t>&lt;/</a:t>
            </a:r>
            <a:r>
              <a:rPr lang="en-IN" b="1" i="0" dirty="0">
                <a:solidFill>
                  <a:srgbClr val="D171DD"/>
                </a:solidFill>
                <a:effectLst/>
                <a:latin typeface="inherit"/>
              </a:rPr>
              <a:t>h1</a:t>
            </a:r>
            <a:r>
              <a:rPr lang="en-IN" b="1" i="0" dirty="0">
                <a:solidFill>
                  <a:srgbClr val="6B7C8B"/>
                </a:solidFill>
                <a:effectLst/>
                <a:latin typeface="inherit"/>
              </a:rPr>
              <a:t>&gt;</a:t>
            </a:r>
            <a:endParaRPr lang="en-IN" b="0" i="0" dirty="0">
              <a:solidFill>
                <a:srgbClr val="596174"/>
              </a:solidFill>
              <a:effectLst/>
              <a:latin typeface="Inconsolata" pitchFamily="1" charset="0"/>
            </a:endParaRPr>
          </a:p>
          <a:p>
            <a:pPr algn="l" fontAlgn="base"/>
            <a:r>
              <a:rPr lang="en-IN" b="0" i="0" dirty="0">
                <a:solidFill>
                  <a:srgbClr val="CFD5E0"/>
                </a:solidFill>
                <a:effectLst/>
                <a:latin typeface="inherit"/>
              </a:rPr>
              <a:t>@section Scripts {</a:t>
            </a:r>
            <a:endParaRPr lang="en-IN" b="0" i="0" dirty="0">
              <a:solidFill>
                <a:srgbClr val="596174"/>
              </a:solidFill>
              <a:effectLst/>
              <a:latin typeface="Inconsolata" pitchFamily="1" charset="0"/>
            </a:endParaRPr>
          </a:p>
          <a:p>
            <a:pPr algn="l" fontAlgn="base"/>
            <a:r>
              <a:rPr lang="en-IN" b="1" i="0" dirty="0">
                <a:solidFill>
                  <a:srgbClr val="6B7C8B"/>
                </a:solidFill>
                <a:effectLst/>
                <a:latin typeface="inherit"/>
              </a:rPr>
              <a:t>&lt;</a:t>
            </a:r>
            <a:r>
              <a:rPr lang="en-IN" b="1" i="0" dirty="0">
                <a:solidFill>
                  <a:srgbClr val="D171DD"/>
                </a:solidFill>
                <a:effectLst/>
                <a:latin typeface="inherit"/>
              </a:rPr>
              <a:t>script</a:t>
            </a:r>
            <a:r>
              <a:rPr lang="en-IN" b="0" i="0" dirty="0">
                <a:solidFill>
                  <a:srgbClr val="CFD5E0"/>
                </a:solidFill>
                <a:effectLst/>
                <a:latin typeface="inherit"/>
              </a:rPr>
              <a:t> </a:t>
            </a:r>
            <a:r>
              <a:rPr lang="en-IN" b="0" i="0" dirty="0" err="1">
                <a:solidFill>
                  <a:srgbClr val="D19252"/>
                </a:solidFill>
                <a:effectLst/>
                <a:latin typeface="inherit"/>
              </a:rPr>
              <a:t>src</a:t>
            </a:r>
            <a:r>
              <a:rPr lang="en-IN" b="0" i="0" dirty="0">
                <a:solidFill>
                  <a:srgbClr val="4284AE"/>
                </a:solidFill>
                <a:effectLst/>
                <a:latin typeface="inherit"/>
              </a:rPr>
              <a:t>=</a:t>
            </a:r>
            <a:r>
              <a:rPr lang="en-IN" b="0" i="0" dirty="0">
                <a:solidFill>
                  <a:srgbClr val="7CC379"/>
                </a:solidFill>
                <a:effectLst/>
                <a:latin typeface="inherit"/>
              </a:rPr>
              <a:t>"~/</a:t>
            </a:r>
            <a:r>
              <a:rPr lang="en-IN" b="0" i="0" dirty="0" err="1">
                <a:solidFill>
                  <a:srgbClr val="7CC379"/>
                </a:solidFill>
                <a:effectLst/>
                <a:latin typeface="inherit"/>
              </a:rPr>
              <a:t>js</a:t>
            </a:r>
            <a:r>
              <a:rPr lang="en-IN" b="0" i="0" dirty="0">
                <a:solidFill>
                  <a:srgbClr val="7CC379"/>
                </a:solidFill>
                <a:effectLst/>
                <a:latin typeface="inherit"/>
              </a:rPr>
              <a:t>/CustomJavascript.js"</a:t>
            </a:r>
            <a:r>
              <a:rPr lang="en-IN" b="1" i="0" dirty="0">
                <a:solidFill>
                  <a:srgbClr val="6B7C8B"/>
                </a:solidFill>
                <a:effectLst/>
                <a:latin typeface="inherit"/>
              </a:rPr>
              <a:t>&gt;&lt;/</a:t>
            </a:r>
            <a:r>
              <a:rPr lang="en-IN" b="1" i="0" dirty="0">
                <a:solidFill>
                  <a:srgbClr val="D171DD"/>
                </a:solidFill>
                <a:effectLst/>
                <a:latin typeface="inherit"/>
              </a:rPr>
              <a:t>script</a:t>
            </a:r>
            <a:r>
              <a:rPr lang="en-IN" b="1" i="0" dirty="0">
                <a:solidFill>
                  <a:srgbClr val="6B7C8B"/>
                </a:solidFill>
                <a:effectLst/>
                <a:latin typeface="inherit"/>
              </a:rPr>
              <a:t>&gt;</a:t>
            </a:r>
            <a:endParaRPr lang="en-IN" b="0" i="0" dirty="0">
              <a:solidFill>
                <a:srgbClr val="596174"/>
              </a:solidFill>
              <a:effectLst/>
              <a:latin typeface="Inconsolata" pitchFamily="1" charset="0"/>
            </a:endParaRPr>
          </a:p>
          <a:p>
            <a:pPr algn="l" fontAlgn="base"/>
            <a:r>
              <a:rPr lang="en-IN" b="0" i="0" dirty="0">
                <a:solidFill>
                  <a:srgbClr val="CFD5E0"/>
                </a:solidFill>
                <a:effectLst/>
                <a:latin typeface="inherit"/>
              </a:rPr>
              <a:t>}</a:t>
            </a:r>
            <a:endParaRPr lang="en-IN" b="0" i="0" dirty="0">
              <a:solidFill>
                <a:srgbClr val="596174"/>
              </a:solidFill>
              <a:effectLst/>
              <a:latin typeface="Inconsolata" pitchFamily="1" charset="0"/>
            </a:endParaRPr>
          </a:p>
        </p:txBody>
      </p:sp>
      <p:sp>
        <p:nvSpPr>
          <p:cNvPr id="9" name="TextBox 8">
            <a:extLst>
              <a:ext uri="{FF2B5EF4-FFF2-40B4-BE49-F238E27FC236}">
                <a16:creationId xmlns:a16="http://schemas.microsoft.com/office/drawing/2014/main" id="{9DA5B937-C93F-49A0-8ED8-E733E35220E8}"/>
              </a:ext>
            </a:extLst>
          </p:cNvPr>
          <p:cNvSpPr txBox="1"/>
          <p:nvPr/>
        </p:nvSpPr>
        <p:spPr>
          <a:xfrm>
            <a:off x="167148" y="4843687"/>
            <a:ext cx="6096000" cy="369332"/>
          </a:xfrm>
          <a:prstGeom prst="rect">
            <a:avLst/>
          </a:prstGeom>
          <a:noFill/>
        </p:spPr>
        <p:txBody>
          <a:bodyPr wrap="square">
            <a:spAutoFit/>
          </a:bodyPr>
          <a:lstStyle/>
          <a:p>
            <a:pPr algn="just" fontAlgn="base"/>
            <a:r>
              <a:rPr lang="en-US" b="1" i="0" dirty="0">
                <a:solidFill>
                  <a:srgbClr val="000000"/>
                </a:solidFill>
                <a:effectLst/>
                <a:latin typeface="arial" panose="020B0604020202020204" pitchFamily="34" charset="0"/>
              </a:rPr>
              <a:t>Modify the Startup class as shown below.</a:t>
            </a:r>
            <a:endParaRPr lang="en-US" b="0" i="0" dirty="0">
              <a:solidFill>
                <a:srgbClr val="3A3A3A"/>
              </a:solidFill>
              <a:effectLst/>
              <a:latin typeface="-apple-system"/>
            </a:endParaRPr>
          </a:p>
        </p:txBody>
      </p:sp>
    </p:spTree>
    <p:extLst>
      <p:ext uri="{BB962C8B-B14F-4D97-AF65-F5344CB8AC3E}">
        <p14:creationId xmlns:p14="http://schemas.microsoft.com/office/powerpoint/2010/main" val="26268799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14F45AB-0C94-4B5C-BE6D-4861C7239AD9}"/>
              </a:ext>
            </a:extLst>
          </p:cNvPr>
          <p:cNvSpPr txBox="1"/>
          <p:nvPr/>
        </p:nvSpPr>
        <p:spPr>
          <a:xfrm>
            <a:off x="530942" y="0"/>
            <a:ext cx="11434916" cy="1200329"/>
          </a:xfrm>
          <a:prstGeom prst="rect">
            <a:avLst/>
          </a:prstGeom>
          <a:noFill/>
        </p:spPr>
        <p:txBody>
          <a:bodyPr wrap="square">
            <a:spAutoFit/>
          </a:bodyPr>
          <a:lstStyle/>
          <a:p>
            <a:pPr algn="just" fontAlgn="base"/>
            <a:r>
              <a:rPr lang="en-US" b="0" i="0" dirty="0">
                <a:solidFill>
                  <a:srgbClr val="000000"/>
                </a:solidFill>
                <a:effectLst/>
                <a:latin typeface="arial" panose="020B0604020202020204" pitchFamily="34" charset="0"/>
              </a:rPr>
              <a:t>Now run the application and navigate to Home/Index URL and you will see the out as expected. But, when you navigate to Home/Details URL, you will get the following error page.</a:t>
            </a:r>
            <a:endParaRPr lang="en-US" b="0" i="0" dirty="0">
              <a:solidFill>
                <a:srgbClr val="212529"/>
              </a:solidFill>
              <a:effectLst/>
              <a:latin typeface="-apple-system"/>
            </a:endParaRPr>
          </a:p>
          <a:p>
            <a:br>
              <a:rPr lang="en-US" dirty="0"/>
            </a:br>
            <a:endParaRPr lang="en-IN" dirty="0"/>
          </a:p>
        </p:txBody>
      </p:sp>
      <p:pic>
        <p:nvPicPr>
          <p:cNvPr id="6" name="Picture 5">
            <a:extLst>
              <a:ext uri="{FF2B5EF4-FFF2-40B4-BE49-F238E27FC236}">
                <a16:creationId xmlns:a16="http://schemas.microsoft.com/office/drawing/2014/main" id="{F551CBE6-ADC3-47A5-ADA2-1BE02921DDED}"/>
              </a:ext>
            </a:extLst>
          </p:cNvPr>
          <p:cNvPicPr>
            <a:picLocks noChangeAspect="1"/>
          </p:cNvPicPr>
          <p:nvPr/>
        </p:nvPicPr>
        <p:blipFill>
          <a:blip r:embed="rId2"/>
          <a:stretch>
            <a:fillRect/>
          </a:stretch>
        </p:blipFill>
        <p:spPr>
          <a:xfrm>
            <a:off x="226142" y="930685"/>
            <a:ext cx="5724525" cy="2381250"/>
          </a:xfrm>
          <a:prstGeom prst="rect">
            <a:avLst/>
          </a:prstGeom>
        </p:spPr>
      </p:pic>
      <p:sp>
        <p:nvSpPr>
          <p:cNvPr id="8" name="TextBox 7">
            <a:extLst>
              <a:ext uri="{FF2B5EF4-FFF2-40B4-BE49-F238E27FC236}">
                <a16:creationId xmlns:a16="http://schemas.microsoft.com/office/drawing/2014/main" id="{375BAEC9-5154-4AA6-B739-48FAA58C30B3}"/>
              </a:ext>
            </a:extLst>
          </p:cNvPr>
          <p:cNvSpPr txBox="1"/>
          <p:nvPr/>
        </p:nvSpPr>
        <p:spPr>
          <a:xfrm>
            <a:off x="5910263" y="1037754"/>
            <a:ext cx="6096000" cy="923330"/>
          </a:xfrm>
          <a:prstGeom prst="rect">
            <a:avLst/>
          </a:prstGeom>
          <a:noFill/>
        </p:spPr>
        <p:txBody>
          <a:bodyPr wrap="square">
            <a:spAutoFit/>
          </a:bodyPr>
          <a:lstStyle/>
          <a:p>
            <a:r>
              <a:rPr lang="en-US" b="0" i="0" dirty="0">
                <a:solidFill>
                  <a:srgbClr val="000000"/>
                </a:solidFill>
                <a:effectLst/>
                <a:latin typeface="arial" panose="020B0604020202020204" pitchFamily="34" charset="0"/>
              </a:rPr>
              <a:t>The reason for getting the above exception is the section is mandatory and we have not specified the section content in the Details view.</a:t>
            </a:r>
            <a:endParaRPr lang="en-IN" dirty="0"/>
          </a:p>
        </p:txBody>
      </p:sp>
      <p:sp>
        <p:nvSpPr>
          <p:cNvPr id="10" name="TextBox 9">
            <a:extLst>
              <a:ext uri="{FF2B5EF4-FFF2-40B4-BE49-F238E27FC236}">
                <a16:creationId xmlns:a16="http://schemas.microsoft.com/office/drawing/2014/main" id="{36AC8A31-106F-45AB-82C2-99EC855166E7}"/>
              </a:ext>
            </a:extLst>
          </p:cNvPr>
          <p:cNvSpPr txBox="1"/>
          <p:nvPr/>
        </p:nvSpPr>
        <p:spPr>
          <a:xfrm>
            <a:off x="294968" y="3546066"/>
            <a:ext cx="6096000" cy="2031325"/>
          </a:xfrm>
          <a:prstGeom prst="rect">
            <a:avLst/>
          </a:prstGeom>
          <a:noFill/>
        </p:spPr>
        <p:txBody>
          <a:bodyPr wrap="square">
            <a:spAutoFit/>
          </a:bodyPr>
          <a:lstStyle/>
          <a:p>
            <a:pPr algn="just" fontAlgn="base"/>
            <a:r>
              <a:rPr lang="en-US" b="1" i="0" dirty="0">
                <a:solidFill>
                  <a:srgbClr val="000000"/>
                </a:solidFill>
                <a:effectLst/>
                <a:latin typeface="arial" panose="020B0604020202020204" pitchFamily="34" charset="0"/>
              </a:rPr>
              <a:t>How to make the layout section optional in ASP.NET  MVC?</a:t>
            </a:r>
            <a:endParaRPr lang="en-US" b="0" i="0" dirty="0">
              <a:solidFill>
                <a:srgbClr val="3A3A3A"/>
              </a:solidFill>
              <a:effectLst/>
              <a:latin typeface="-apple-system"/>
            </a:endParaRPr>
          </a:p>
          <a:p>
            <a:pPr algn="just" fontAlgn="base"/>
            <a:r>
              <a:rPr lang="en-US" b="0" i="0" dirty="0">
                <a:solidFill>
                  <a:srgbClr val="000000"/>
                </a:solidFill>
                <a:effectLst/>
                <a:latin typeface="arial" panose="020B0604020202020204" pitchFamily="34" charset="0"/>
              </a:rPr>
              <a:t>We can make a layout section optional in ASP.NET  MVC in two ways. They are as follows:</a:t>
            </a:r>
            <a:endParaRPr lang="en-US" b="0" i="0" dirty="0">
              <a:solidFill>
                <a:srgbClr val="212529"/>
              </a:solidFill>
              <a:effectLst/>
              <a:latin typeface="-apple-system"/>
            </a:endParaRPr>
          </a:p>
          <a:p>
            <a:pPr algn="just" fontAlgn="base"/>
            <a:r>
              <a:rPr lang="en-US" b="1" i="0" dirty="0">
                <a:solidFill>
                  <a:srgbClr val="000000"/>
                </a:solidFill>
                <a:effectLst/>
                <a:latin typeface="arial" panose="020B0604020202020204" pitchFamily="34" charset="0"/>
              </a:rPr>
              <a:t>Way1: </a:t>
            </a:r>
            <a:r>
              <a:rPr lang="en-US" b="0" i="0" dirty="0">
                <a:solidFill>
                  <a:srgbClr val="000000"/>
                </a:solidFill>
                <a:effectLst/>
                <a:latin typeface="arial" panose="020B0604020202020204" pitchFamily="34" charset="0"/>
              </a:rPr>
              <a:t>Use the </a:t>
            </a:r>
            <a:r>
              <a:rPr lang="en-US" b="0" i="0" dirty="0" err="1">
                <a:solidFill>
                  <a:srgbClr val="000000"/>
                </a:solidFill>
                <a:effectLst/>
                <a:latin typeface="arial" panose="020B0604020202020204" pitchFamily="34" charset="0"/>
              </a:rPr>
              <a:t>RenderSection</a:t>
            </a:r>
            <a:r>
              <a:rPr lang="en-US" b="0" i="0" dirty="0">
                <a:solidFill>
                  <a:srgbClr val="000000"/>
                </a:solidFill>
                <a:effectLst/>
                <a:latin typeface="arial" panose="020B0604020202020204" pitchFamily="34" charset="0"/>
              </a:rPr>
              <a:t> method which takes two parameters. Set the second parameter (i.e. the required) to false.</a:t>
            </a:r>
            <a:endParaRPr lang="en-US" b="0" i="0" dirty="0">
              <a:solidFill>
                <a:srgbClr val="212529"/>
              </a:solidFill>
              <a:effectLst/>
              <a:latin typeface="-apple-system"/>
            </a:endParaRPr>
          </a:p>
        </p:txBody>
      </p:sp>
      <p:sp>
        <p:nvSpPr>
          <p:cNvPr id="12" name="TextBox 11">
            <a:extLst>
              <a:ext uri="{FF2B5EF4-FFF2-40B4-BE49-F238E27FC236}">
                <a16:creationId xmlns:a16="http://schemas.microsoft.com/office/drawing/2014/main" id="{00B4B346-D096-439F-A8C8-7E3D796A8FD4}"/>
              </a:ext>
            </a:extLst>
          </p:cNvPr>
          <p:cNvSpPr txBox="1"/>
          <p:nvPr/>
        </p:nvSpPr>
        <p:spPr>
          <a:xfrm>
            <a:off x="294968" y="5927315"/>
            <a:ext cx="6096000" cy="369332"/>
          </a:xfrm>
          <a:prstGeom prst="rect">
            <a:avLst/>
          </a:prstGeom>
          <a:noFill/>
        </p:spPr>
        <p:txBody>
          <a:bodyPr wrap="square">
            <a:spAutoFit/>
          </a:bodyPr>
          <a:lstStyle/>
          <a:p>
            <a:r>
              <a:rPr lang="en-IN" b="1" i="0" dirty="0">
                <a:solidFill>
                  <a:srgbClr val="0000FF"/>
                </a:solidFill>
                <a:effectLst/>
                <a:latin typeface="arial" panose="020B0604020202020204" pitchFamily="34" charset="0"/>
              </a:rPr>
              <a:t>@RenderSection(“Scripts”, required: false)</a:t>
            </a:r>
            <a:endParaRPr lang="en-IN" dirty="0"/>
          </a:p>
        </p:txBody>
      </p:sp>
      <p:sp>
        <p:nvSpPr>
          <p:cNvPr id="14" name="TextBox 13">
            <a:extLst>
              <a:ext uri="{FF2B5EF4-FFF2-40B4-BE49-F238E27FC236}">
                <a16:creationId xmlns:a16="http://schemas.microsoft.com/office/drawing/2014/main" id="{663404BB-AF28-4C17-ACF8-1455768ABA0B}"/>
              </a:ext>
            </a:extLst>
          </p:cNvPr>
          <p:cNvSpPr txBox="1"/>
          <p:nvPr/>
        </p:nvSpPr>
        <p:spPr>
          <a:xfrm>
            <a:off x="6597445" y="2163482"/>
            <a:ext cx="5152103" cy="2862322"/>
          </a:xfrm>
          <a:prstGeom prst="rect">
            <a:avLst/>
          </a:prstGeom>
          <a:noFill/>
        </p:spPr>
        <p:txBody>
          <a:bodyPr wrap="square">
            <a:spAutoFit/>
          </a:bodyPr>
          <a:lstStyle/>
          <a:p>
            <a:pPr algn="just" fontAlgn="base"/>
            <a:r>
              <a:rPr lang="en-US" b="1" i="0" dirty="0">
                <a:solidFill>
                  <a:srgbClr val="000000"/>
                </a:solidFill>
                <a:effectLst/>
                <a:latin typeface="arial" panose="020B0604020202020204" pitchFamily="34" charset="0"/>
              </a:rPr>
              <a:t>Way2: </a:t>
            </a:r>
            <a:r>
              <a:rPr lang="en-US" b="0" i="0" dirty="0">
                <a:solidFill>
                  <a:srgbClr val="000000"/>
                </a:solidFill>
                <a:effectLst/>
                <a:latin typeface="arial" panose="020B0604020202020204" pitchFamily="34" charset="0"/>
              </a:rPr>
              <a:t>Using the </a:t>
            </a:r>
            <a:r>
              <a:rPr lang="en-US" b="0" i="0" dirty="0" err="1">
                <a:solidFill>
                  <a:srgbClr val="000000"/>
                </a:solidFill>
                <a:effectLst/>
                <a:latin typeface="arial" panose="020B0604020202020204" pitchFamily="34" charset="0"/>
              </a:rPr>
              <a:t>IsSectionDefined</a:t>
            </a:r>
            <a:r>
              <a:rPr lang="en-US" b="0" i="0" dirty="0">
                <a:solidFill>
                  <a:srgbClr val="000000"/>
                </a:solidFill>
                <a:effectLst/>
                <a:latin typeface="arial" panose="020B0604020202020204" pitchFamily="34" charset="0"/>
              </a:rPr>
              <a:t>() method. This method returns a value that indicates whether the specified section is defined in the content page.</a:t>
            </a:r>
            <a:endParaRPr lang="en-US" b="0" i="0" dirty="0">
              <a:solidFill>
                <a:srgbClr val="212529"/>
              </a:solidFill>
              <a:effectLst/>
              <a:latin typeface="-apple-system"/>
            </a:endParaRPr>
          </a:p>
          <a:p>
            <a:pPr algn="just" fontAlgn="base"/>
            <a:r>
              <a:rPr lang="en-US" b="1" i="0" dirty="0">
                <a:solidFill>
                  <a:srgbClr val="0000FF"/>
                </a:solidFill>
                <a:effectLst/>
                <a:latin typeface="arial" panose="020B0604020202020204" pitchFamily="34" charset="0"/>
              </a:rPr>
              <a:t>@if(IsSectionDefined(“Scripts”))</a:t>
            </a:r>
            <a:br>
              <a:rPr lang="en-US" b="0" i="0" dirty="0">
                <a:solidFill>
                  <a:srgbClr val="212529"/>
                </a:solidFill>
                <a:effectLst/>
                <a:latin typeface="-apple-system"/>
              </a:rPr>
            </a:br>
            <a:r>
              <a:rPr lang="en-US" b="1" i="0" dirty="0">
                <a:solidFill>
                  <a:srgbClr val="0000FF"/>
                </a:solidFill>
                <a:effectLst/>
                <a:latin typeface="arial" panose="020B0604020202020204" pitchFamily="34" charset="0"/>
              </a:rPr>
              <a:t>{</a:t>
            </a:r>
          </a:p>
          <a:p>
            <a:pPr algn="just" fontAlgn="base"/>
            <a:br>
              <a:rPr lang="en-US" b="0" i="0" dirty="0">
                <a:solidFill>
                  <a:srgbClr val="212529"/>
                </a:solidFill>
                <a:effectLst/>
                <a:latin typeface="-apple-system"/>
              </a:rPr>
            </a:br>
            <a:r>
              <a:rPr lang="en-US" b="1" i="0" dirty="0">
                <a:solidFill>
                  <a:srgbClr val="0000FF"/>
                </a:solidFill>
                <a:effectLst/>
                <a:latin typeface="arial" panose="020B0604020202020204" pitchFamily="34" charset="0"/>
              </a:rPr>
              <a:t>@RenderSection(“Scripts”, required: false)</a:t>
            </a:r>
          </a:p>
          <a:p>
            <a:pPr algn="just" fontAlgn="base"/>
            <a:br>
              <a:rPr lang="en-US" b="0" i="0" dirty="0">
                <a:solidFill>
                  <a:srgbClr val="212529"/>
                </a:solidFill>
                <a:effectLst/>
                <a:latin typeface="-apple-system"/>
              </a:rPr>
            </a:br>
            <a:r>
              <a:rPr lang="en-US" b="1" i="0" dirty="0">
                <a:solidFill>
                  <a:srgbClr val="0000FF"/>
                </a:solidFill>
                <a:effectLst/>
                <a:latin typeface="arial" panose="020B0604020202020204" pitchFamily="34" charset="0"/>
              </a:rPr>
              <a:t>}</a:t>
            </a:r>
            <a:endParaRPr lang="en-US" b="0" i="0" dirty="0">
              <a:solidFill>
                <a:srgbClr val="212529"/>
              </a:solidFill>
              <a:effectLst/>
              <a:latin typeface="-apple-system"/>
            </a:endParaRPr>
          </a:p>
        </p:txBody>
      </p:sp>
    </p:spTree>
    <p:extLst>
      <p:ext uri="{BB962C8B-B14F-4D97-AF65-F5344CB8AC3E}">
        <p14:creationId xmlns:p14="http://schemas.microsoft.com/office/powerpoint/2010/main" val="20156065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5728878-E610-4BD8-B1E0-5C67A99E53A4}"/>
              </a:ext>
            </a:extLst>
          </p:cNvPr>
          <p:cNvSpPr txBox="1"/>
          <p:nvPr/>
        </p:nvSpPr>
        <p:spPr>
          <a:xfrm>
            <a:off x="176981" y="0"/>
            <a:ext cx="6096000" cy="646331"/>
          </a:xfrm>
          <a:prstGeom prst="rect">
            <a:avLst/>
          </a:prstGeom>
          <a:noFill/>
        </p:spPr>
        <p:txBody>
          <a:bodyPr wrap="square">
            <a:spAutoFit/>
          </a:bodyPr>
          <a:lstStyle/>
          <a:p>
            <a:r>
              <a:rPr lang="en-US" b="0" i="0" dirty="0">
                <a:solidFill>
                  <a:srgbClr val="000000"/>
                </a:solidFill>
                <a:effectLst/>
                <a:latin typeface="arial" panose="020B0604020202020204" pitchFamily="34" charset="0"/>
              </a:rPr>
              <a:t>So, modify the </a:t>
            </a:r>
            <a:r>
              <a:rPr lang="en-US" b="1" i="0" dirty="0">
                <a:solidFill>
                  <a:srgbClr val="000000"/>
                </a:solidFill>
                <a:effectLst/>
                <a:latin typeface="arial" panose="020B0604020202020204" pitchFamily="34" charset="0"/>
              </a:rPr>
              <a:t>_</a:t>
            </a:r>
            <a:r>
              <a:rPr lang="en-US" b="1" i="0" dirty="0" err="1">
                <a:solidFill>
                  <a:srgbClr val="000000"/>
                </a:solidFill>
                <a:effectLst/>
                <a:latin typeface="arial" panose="020B0604020202020204" pitchFamily="34" charset="0"/>
              </a:rPr>
              <a:t>Layout.cshtml</a:t>
            </a:r>
            <a:r>
              <a:rPr lang="en-US" b="0" i="0" dirty="0">
                <a:solidFill>
                  <a:srgbClr val="000000"/>
                </a:solidFill>
                <a:effectLst/>
                <a:latin typeface="arial" panose="020B0604020202020204" pitchFamily="34" charset="0"/>
              </a:rPr>
              <a:t> file as shown below to make the section as optional.</a:t>
            </a:r>
            <a:endParaRPr lang="en-IN" dirty="0"/>
          </a:p>
        </p:txBody>
      </p:sp>
      <p:sp>
        <p:nvSpPr>
          <p:cNvPr id="7" name="TextBox 6">
            <a:extLst>
              <a:ext uri="{FF2B5EF4-FFF2-40B4-BE49-F238E27FC236}">
                <a16:creationId xmlns:a16="http://schemas.microsoft.com/office/drawing/2014/main" id="{450B784C-411A-4D47-A375-2B0FDA68BEEE}"/>
              </a:ext>
            </a:extLst>
          </p:cNvPr>
          <p:cNvSpPr txBox="1"/>
          <p:nvPr/>
        </p:nvSpPr>
        <p:spPr>
          <a:xfrm>
            <a:off x="176981" y="323165"/>
            <a:ext cx="6096000" cy="6463308"/>
          </a:xfrm>
          <a:prstGeom prst="rect">
            <a:avLst/>
          </a:prstGeom>
          <a:noFill/>
        </p:spPr>
        <p:txBody>
          <a:bodyPr wrap="square">
            <a:spAutoFit/>
          </a:bodyPr>
          <a:lstStyle/>
          <a:p>
            <a:pPr algn="l" rtl="0" fontAlgn="base"/>
            <a:r>
              <a:rPr lang="en-IN" b="0" i="0" dirty="0">
                <a:solidFill>
                  <a:srgbClr val="FFFFFF"/>
                </a:solidFill>
                <a:effectLst/>
                <a:latin typeface="inherit"/>
              </a:rPr>
              <a:t>&lt;!DOCTYPE html&gt;</a:t>
            </a:r>
            <a:endParaRPr lang="en-IN" b="0" i="0" dirty="0">
              <a:solidFill>
                <a:srgbClr val="596174"/>
              </a:solidFill>
              <a:effectLst/>
              <a:latin typeface="Inconsolata" pitchFamily="1" charset="0"/>
            </a:endParaRPr>
          </a:p>
          <a:p>
            <a:pPr algn="l" rtl="0" fontAlgn="base"/>
            <a:r>
              <a:rPr lang="en-IN" b="1" i="0" dirty="0">
                <a:solidFill>
                  <a:srgbClr val="6B7C8B"/>
                </a:solidFill>
                <a:effectLst/>
                <a:latin typeface="inherit"/>
              </a:rPr>
              <a:t>&lt;</a:t>
            </a:r>
            <a:r>
              <a:rPr lang="en-IN" b="1" i="0" dirty="0">
                <a:solidFill>
                  <a:srgbClr val="D171DD"/>
                </a:solidFill>
                <a:effectLst/>
                <a:latin typeface="inherit"/>
              </a:rPr>
              <a:t>html</a:t>
            </a:r>
            <a:r>
              <a:rPr lang="en-IN" b="1" i="0" dirty="0">
                <a:solidFill>
                  <a:srgbClr val="6B7C8B"/>
                </a:solidFill>
                <a:effectLst/>
                <a:latin typeface="inherit"/>
              </a:rPr>
              <a:t>&gt;&lt;</a:t>
            </a:r>
            <a:r>
              <a:rPr lang="en-IN" b="1" i="0" dirty="0">
                <a:solidFill>
                  <a:srgbClr val="D171DD"/>
                </a:solidFill>
                <a:effectLst/>
                <a:latin typeface="inherit"/>
              </a:rPr>
              <a:t>head</a:t>
            </a:r>
            <a:r>
              <a:rPr lang="en-IN" b="1" i="0" dirty="0">
                <a:solidFill>
                  <a:srgbClr val="6B7C8B"/>
                </a:solidFill>
                <a:effectLst/>
                <a:latin typeface="inherit"/>
              </a:rPr>
              <a:t>&gt;</a:t>
            </a:r>
            <a:endParaRPr lang="en-IN" b="0" i="0" dirty="0">
              <a:solidFill>
                <a:srgbClr val="596174"/>
              </a:solidFill>
              <a:effectLst/>
              <a:latin typeface="Inconsolata" pitchFamily="1" charset="0"/>
            </a:endParaRPr>
          </a:p>
          <a:p>
            <a:pPr algn="l" rtl="0" fontAlgn="base"/>
            <a:r>
              <a:rPr lang="en-IN" b="1" i="0" dirty="0">
                <a:solidFill>
                  <a:srgbClr val="6B7C8B"/>
                </a:solidFill>
                <a:effectLst/>
                <a:latin typeface="inherit"/>
              </a:rPr>
              <a:t>&lt;</a:t>
            </a:r>
            <a:r>
              <a:rPr lang="en-IN" b="1" i="0" dirty="0">
                <a:solidFill>
                  <a:srgbClr val="D171DD"/>
                </a:solidFill>
                <a:effectLst/>
                <a:latin typeface="inherit"/>
              </a:rPr>
              <a:t>meta</a:t>
            </a:r>
            <a:r>
              <a:rPr lang="en-IN" b="0" i="0" dirty="0">
                <a:solidFill>
                  <a:srgbClr val="CFD5E0"/>
                </a:solidFill>
                <a:effectLst/>
                <a:latin typeface="inherit"/>
              </a:rPr>
              <a:t> </a:t>
            </a:r>
            <a:r>
              <a:rPr lang="en-IN" b="0" i="0" dirty="0">
                <a:solidFill>
                  <a:srgbClr val="D19252"/>
                </a:solidFill>
                <a:effectLst/>
                <a:latin typeface="inherit"/>
              </a:rPr>
              <a:t>name</a:t>
            </a:r>
            <a:r>
              <a:rPr lang="en-IN" b="0" i="0" dirty="0">
                <a:solidFill>
                  <a:srgbClr val="4284AE"/>
                </a:solidFill>
                <a:effectLst/>
                <a:latin typeface="inherit"/>
              </a:rPr>
              <a:t>=</a:t>
            </a:r>
            <a:r>
              <a:rPr lang="en-IN" b="0" i="0" dirty="0">
                <a:solidFill>
                  <a:srgbClr val="7CC379"/>
                </a:solidFill>
                <a:effectLst/>
                <a:latin typeface="inherit"/>
              </a:rPr>
              <a:t>"viewport"</a:t>
            </a:r>
            <a:r>
              <a:rPr lang="en-IN" b="0" i="0" dirty="0">
                <a:solidFill>
                  <a:srgbClr val="CFD5E0"/>
                </a:solidFill>
                <a:effectLst/>
                <a:latin typeface="inherit"/>
              </a:rPr>
              <a:t> </a:t>
            </a:r>
            <a:r>
              <a:rPr lang="en-IN" b="0" i="0" dirty="0">
                <a:solidFill>
                  <a:srgbClr val="D19252"/>
                </a:solidFill>
                <a:effectLst/>
                <a:latin typeface="inherit"/>
              </a:rPr>
              <a:t>content</a:t>
            </a:r>
            <a:r>
              <a:rPr lang="en-IN" b="0" i="0" dirty="0">
                <a:solidFill>
                  <a:srgbClr val="4284AE"/>
                </a:solidFill>
                <a:effectLst/>
                <a:latin typeface="inherit"/>
              </a:rPr>
              <a:t>=</a:t>
            </a:r>
            <a:r>
              <a:rPr lang="en-IN" b="0" i="0" dirty="0">
                <a:solidFill>
                  <a:srgbClr val="7CC379"/>
                </a:solidFill>
                <a:effectLst/>
                <a:latin typeface="inherit"/>
              </a:rPr>
              <a:t>"width=device-width"</a:t>
            </a:r>
            <a:r>
              <a:rPr lang="en-IN" b="0" i="0" dirty="0">
                <a:solidFill>
                  <a:srgbClr val="CFD5E0"/>
                </a:solidFill>
                <a:effectLst/>
                <a:latin typeface="inherit"/>
              </a:rPr>
              <a:t> </a:t>
            </a:r>
            <a:r>
              <a:rPr lang="en-IN" b="1" i="0" dirty="0">
                <a:solidFill>
                  <a:srgbClr val="6B7C8B"/>
                </a:solidFill>
                <a:effectLst/>
                <a:latin typeface="inherit"/>
              </a:rPr>
              <a:t>/&gt;</a:t>
            </a:r>
            <a:endParaRPr lang="en-IN" b="0" i="0" dirty="0">
              <a:solidFill>
                <a:srgbClr val="596174"/>
              </a:solidFill>
              <a:effectLst/>
              <a:latin typeface="Inconsolata" pitchFamily="1" charset="0"/>
            </a:endParaRPr>
          </a:p>
          <a:p>
            <a:pPr algn="l" rtl="0" fontAlgn="base"/>
            <a:r>
              <a:rPr lang="en-IN" b="1" i="0" dirty="0">
                <a:solidFill>
                  <a:srgbClr val="6B7C8B"/>
                </a:solidFill>
                <a:effectLst/>
                <a:latin typeface="inherit"/>
              </a:rPr>
              <a:t>&lt;</a:t>
            </a:r>
            <a:r>
              <a:rPr lang="en-IN" b="1" i="0" dirty="0">
                <a:solidFill>
                  <a:srgbClr val="D171DD"/>
                </a:solidFill>
                <a:effectLst/>
                <a:latin typeface="inherit"/>
              </a:rPr>
              <a:t>title</a:t>
            </a:r>
            <a:r>
              <a:rPr lang="en-IN" b="1" i="0" dirty="0">
                <a:solidFill>
                  <a:srgbClr val="6B7C8B"/>
                </a:solidFill>
                <a:effectLst/>
                <a:latin typeface="inherit"/>
              </a:rPr>
              <a:t>&gt;</a:t>
            </a:r>
            <a:r>
              <a:rPr lang="en-IN" b="0" i="0" dirty="0">
                <a:solidFill>
                  <a:srgbClr val="CFD5E0"/>
                </a:solidFill>
                <a:effectLst/>
                <a:latin typeface="inherit"/>
              </a:rPr>
              <a:t>@ViewBag.Title</a:t>
            </a:r>
            <a:r>
              <a:rPr lang="en-IN" b="1" i="0" dirty="0">
                <a:solidFill>
                  <a:srgbClr val="6B7C8B"/>
                </a:solidFill>
                <a:effectLst/>
                <a:latin typeface="inherit"/>
              </a:rPr>
              <a:t>&lt;/</a:t>
            </a:r>
            <a:r>
              <a:rPr lang="en-IN" b="1" i="0" dirty="0">
                <a:solidFill>
                  <a:srgbClr val="D171DD"/>
                </a:solidFill>
                <a:effectLst/>
                <a:latin typeface="inherit"/>
              </a:rPr>
              <a:t>title</a:t>
            </a:r>
            <a:r>
              <a:rPr lang="en-IN" b="1" i="0" dirty="0">
                <a:solidFill>
                  <a:srgbClr val="6B7C8B"/>
                </a:solidFill>
                <a:effectLst/>
                <a:latin typeface="inherit"/>
              </a:rPr>
              <a:t>&gt;</a:t>
            </a:r>
            <a:endParaRPr lang="en-IN" b="0" i="0" dirty="0">
              <a:solidFill>
                <a:srgbClr val="596174"/>
              </a:solidFill>
              <a:effectLst/>
              <a:latin typeface="Inconsolata" pitchFamily="1" charset="0"/>
            </a:endParaRPr>
          </a:p>
          <a:p>
            <a:pPr algn="l" rtl="0" fontAlgn="base"/>
            <a:r>
              <a:rPr lang="en-IN" b="1" i="0" dirty="0">
                <a:solidFill>
                  <a:srgbClr val="6B7C8B"/>
                </a:solidFill>
                <a:effectLst/>
                <a:latin typeface="inherit"/>
              </a:rPr>
              <a:t>&lt;/</a:t>
            </a:r>
            <a:r>
              <a:rPr lang="en-IN" b="1" i="0" dirty="0">
                <a:solidFill>
                  <a:srgbClr val="D171DD"/>
                </a:solidFill>
                <a:effectLst/>
                <a:latin typeface="inherit"/>
              </a:rPr>
              <a:t>head</a:t>
            </a:r>
            <a:r>
              <a:rPr lang="en-IN" b="1" i="0" dirty="0">
                <a:solidFill>
                  <a:srgbClr val="6B7C8B"/>
                </a:solidFill>
                <a:effectLst/>
                <a:latin typeface="inherit"/>
              </a:rPr>
              <a:t>&gt;&lt;</a:t>
            </a:r>
            <a:r>
              <a:rPr lang="en-IN" b="1" i="0" dirty="0">
                <a:solidFill>
                  <a:srgbClr val="D171DD"/>
                </a:solidFill>
                <a:effectLst/>
                <a:latin typeface="inherit"/>
              </a:rPr>
              <a:t>body</a:t>
            </a:r>
            <a:r>
              <a:rPr lang="en-IN" b="1" i="0" dirty="0">
                <a:solidFill>
                  <a:srgbClr val="6B7C8B"/>
                </a:solidFill>
                <a:effectLst/>
                <a:latin typeface="inherit"/>
              </a:rPr>
              <a:t>&gt;</a:t>
            </a:r>
            <a:endParaRPr lang="en-IN" b="0" i="0" dirty="0">
              <a:solidFill>
                <a:srgbClr val="596174"/>
              </a:solidFill>
              <a:effectLst/>
              <a:latin typeface="Inconsolata" pitchFamily="1" charset="0"/>
            </a:endParaRPr>
          </a:p>
          <a:p>
            <a:pPr algn="l" rtl="0" fontAlgn="base"/>
            <a:r>
              <a:rPr lang="en-IN" b="1" i="0" dirty="0">
                <a:solidFill>
                  <a:srgbClr val="6B7C8B"/>
                </a:solidFill>
                <a:effectLst/>
                <a:latin typeface="inherit"/>
              </a:rPr>
              <a:t>&lt;</a:t>
            </a:r>
            <a:r>
              <a:rPr lang="en-IN" b="1" i="0" dirty="0">
                <a:solidFill>
                  <a:srgbClr val="D171DD"/>
                </a:solidFill>
                <a:effectLst/>
                <a:latin typeface="inherit"/>
              </a:rPr>
              <a:t>table</a:t>
            </a:r>
            <a:r>
              <a:rPr lang="en-IN" b="0" i="0" dirty="0">
                <a:solidFill>
                  <a:srgbClr val="CFD5E0"/>
                </a:solidFill>
                <a:effectLst/>
                <a:latin typeface="inherit"/>
              </a:rPr>
              <a:t> </a:t>
            </a:r>
            <a:r>
              <a:rPr lang="en-IN" b="0" i="0" dirty="0">
                <a:solidFill>
                  <a:srgbClr val="D19252"/>
                </a:solidFill>
                <a:effectLst/>
                <a:latin typeface="inherit"/>
              </a:rPr>
              <a:t>border</a:t>
            </a:r>
            <a:r>
              <a:rPr lang="en-IN" b="0" i="0" dirty="0">
                <a:solidFill>
                  <a:srgbClr val="4284AE"/>
                </a:solidFill>
                <a:effectLst/>
                <a:latin typeface="inherit"/>
              </a:rPr>
              <a:t>=</a:t>
            </a:r>
            <a:r>
              <a:rPr lang="en-IN" b="0" i="0" dirty="0">
                <a:solidFill>
                  <a:srgbClr val="7CC379"/>
                </a:solidFill>
                <a:effectLst/>
                <a:latin typeface="inherit"/>
              </a:rPr>
              <a:t>"1"</a:t>
            </a:r>
            <a:r>
              <a:rPr lang="en-IN" b="0" i="0" dirty="0">
                <a:solidFill>
                  <a:srgbClr val="CFD5E0"/>
                </a:solidFill>
                <a:effectLst/>
                <a:latin typeface="inherit"/>
              </a:rPr>
              <a:t> </a:t>
            </a:r>
            <a:r>
              <a:rPr lang="en-IN" b="0" i="0" dirty="0">
                <a:solidFill>
                  <a:srgbClr val="D19252"/>
                </a:solidFill>
                <a:effectLst/>
                <a:latin typeface="inherit"/>
              </a:rPr>
              <a:t>style</a:t>
            </a:r>
            <a:r>
              <a:rPr lang="en-IN" b="0" i="0" dirty="0">
                <a:solidFill>
                  <a:srgbClr val="4284AE"/>
                </a:solidFill>
                <a:effectLst/>
                <a:latin typeface="inherit"/>
              </a:rPr>
              <a:t>=</a:t>
            </a:r>
            <a:r>
              <a:rPr lang="en-IN" b="0" i="0" dirty="0">
                <a:solidFill>
                  <a:srgbClr val="7CC379"/>
                </a:solidFill>
                <a:effectLst/>
                <a:latin typeface="inherit"/>
              </a:rPr>
              <a:t>"width:800px; </a:t>
            </a:r>
            <a:r>
              <a:rPr lang="en-IN" b="0" i="0" dirty="0" err="1">
                <a:solidFill>
                  <a:srgbClr val="7CC379"/>
                </a:solidFill>
                <a:effectLst/>
                <a:latin typeface="inherit"/>
              </a:rPr>
              <a:t>font-family:Arial</a:t>
            </a:r>
            <a:r>
              <a:rPr lang="en-IN" b="0" i="0" dirty="0">
                <a:solidFill>
                  <a:srgbClr val="7CC379"/>
                </a:solidFill>
                <a:effectLst/>
                <a:latin typeface="inherit"/>
              </a:rPr>
              <a:t>"</a:t>
            </a:r>
            <a:r>
              <a:rPr lang="en-IN" b="1" i="0" dirty="0">
                <a:solidFill>
                  <a:srgbClr val="6B7C8B"/>
                </a:solidFill>
                <a:effectLst/>
                <a:latin typeface="inherit"/>
              </a:rPr>
              <a:t>&gt;</a:t>
            </a:r>
            <a:endParaRPr lang="en-IN" b="0" i="0" dirty="0">
              <a:solidFill>
                <a:srgbClr val="596174"/>
              </a:solidFill>
              <a:effectLst/>
              <a:latin typeface="Inconsolata" pitchFamily="1" charset="0"/>
            </a:endParaRPr>
          </a:p>
          <a:p>
            <a:pPr algn="l" rtl="0" fontAlgn="base"/>
            <a:r>
              <a:rPr lang="en-IN" b="1" i="0" dirty="0">
                <a:solidFill>
                  <a:srgbClr val="6B7C8B"/>
                </a:solidFill>
                <a:effectLst/>
                <a:latin typeface="inherit"/>
              </a:rPr>
              <a:t>&lt;</a:t>
            </a:r>
            <a:r>
              <a:rPr lang="en-IN" b="1" i="0" dirty="0">
                <a:solidFill>
                  <a:srgbClr val="D171DD"/>
                </a:solidFill>
                <a:effectLst/>
                <a:latin typeface="inherit"/>
              </a:rPr>
              <a:t>tr</a:t>
            </a:r>
            <a:r>
              <a:rPr lang="en-IN" b="1" i="0" dirty="0">
                <a:solidFill>
                  <a:srgbClr val="6B7C8B"/>
                </a:solidFill>
                <a:effectLst/>
                <a:latin typeface="inherit"/>
              </a:rPr>
              <a:t>&gt;</a:t>
            </a:r>
            <a:endParaRPr lang="en-IN" b="0" i="0" dirty="0">
              <a:solidFill>
                <a:srgbClr val="596174"/>
              </a:solidFill>
              <a:effectLst/>
              <a:latin typeface="Inconsolata" pitchFamily="1" charset="0"/>
            </a:endParaRPr>
          </a:p>
          <a:p>
            <a:pPr algn="l" rtl="0" fontAlgn="base"/>
            <a:r>
              <a:rPr lang="en-IN" b="1" i="0" dirty="0">
                <a:solidFill>
                  <a:srgbClr val="6B7C8B"/>
                </a:solidFill>
                <a:effectLst/>
                <a:latin typeface="inherit"/>
              </a:rPr>
              <a:t>&lt;</a:t>
            </a:r>
            <a:r>
              <a:rPr lang="en-IN" b="1" i="0" dirty="0">
                <a:solidFill>
                  <a:srgbClr val="D171DD"/>
                </a:solidFill>
                <a:effectLst/>
                <a:latin typeface="inherit"/>
              </a:rPr>
              <a:t>td</a:t>
            </a:r>
            <a:r>
              <a:rPr lang="en-IN" b="0" i="0" dirty="0">
                <a:solidFill>
                  <a:srgbClr val="CFD5E0"/>
                </a:solidFill>
                <a:effectLst/>
                <a:latin typeface="inherit"/>
              </a:rPr>
              <a:t> </a:t>
            </a:r>
            <a:r>
              <a:rPr lang="en-IN" b="0" i="0" dirty="0" err="1">
                <a:solidFill>
                  <a:srgbClr val="D19252"/>
                </a:solidFill>
                <a:effectLst/>
                <a:latin typeface="inherit"/>
              </a:rPr>
              <a:t>colspan</a:t>
            </a:r>
            <a:r>
              <a:rPr lang="en-IN" b="0" i="0" dirty="0">
                <a:solidFill>
                  <a:srgbClr val="4284AE"/>
                </a:solidFill>
                <a:effectLst/>
                <a:latin typeface="inherit"/>
              </a:rPr>
              <a:t>=</a:t>
            </a:r>
            <a:r>
              <a:rPr lang="en-IN" b="0" i="0" dirty="0">
                <a:solidFill>
                  <a:srgbClr val="7CC379"/>
                </a:solidFill>
                <a:effectLst/>
                <a:latin typeface="inherit"/>
              </a:rPr>
              <a:t>"2"</a:t>
            </a:r>
            <a:r>
              <a:rPr lang="en-IN" b="0" i="0" dirty="0">
                <a:solidFill>
                  <a:srgbClr val="CFD5E0"/>
                </a:solidFill>
                <a:effectLst/>
                <a:latin typeface="inherit"/>
              </a:rPr>
              <a:t> </a:t>
            </a:r>
            <a:r>
              <a:rPr lang="en-IN" b="0" i="0" dirty="0">
                <a:solidFill>
                  <a:srgbClr val="D19252"/>
                </a:solidFill>
                <a:effectLst/>
                <a:latin typeface="inherit"/>
              </a:rPr>
              <a:t>style</a:t>
            </a:r>
            <a:r>
              <a:rPr lang="en-IN" b="0" i="0" dirty="0">
                <a:solidFill>
                  <a:srgbClr val="4284AE"/>
                </a:solidFill>
                <a:effectLst/>
                <a:latin typeface="inherit"/>
              </a:rPr>
              <a:t>=</a:t>
            </a:r>
            <a:r>
              <a:rPr lang="en-IN" b="0" i="0" dirty="0">
                <a:solidFill>
                  <a:srgbClr val="7CC379"/>
                </a:solidFill>
                <a:effectLst/>
                <a:latin typeface="inherit"/>
              </a:rPr>
              <a:t>"</a:t>
            </a:r>
            <a:r>
              <a:rPr lang="en-IN" b="0" i="0" dirty="0" err="1">
                <a:solidFill>
                  <a:srgbClr val="7CC379"/>
                </a:solidFill>
                <a:effectLst/>
                <a:latin typeface="inherit"/>
              </a:rPr>
              <a:t>text-align:center</a:t>
            </a:r>
            <a:r>
              <a:rPr lang="en-IN" b="0" i="0" dirty="0">
                <a:solidFill>
                  <a:srgbClr val="7CC379"/>
                </a:solidFill>
                <a:effectLst/>
                <a:latin typeface="inherit"/>
              </a:rPr>
              <a:t>"</a:t>
            </a:r>
            <a:r>
              <a:rPr lang="en-IN" b="1" i="0" dirty="0">
                <a:solidFill>
                  <a:srgbClr val="6B7C8B"/>
                </a:solidFill>
                <a:effectLst/>
                <a:latin typeface="inherit"/>
              </a:rPr>
              <a:t>&gt;</a:t>
            </a:r>
            <a:endParaRPr lang="en-IN" b="0" i="0" dirty="0">
              <a:solidFill>
                <a:srgbClr val="596174"/>
              </a:solidFill>
              <a:effectLst/>
              <a:latin typeface="Inconsolata" pitchFamily="1" charset="0"/>
            </a:endParaRPr>
          </a:p>
          <a:p>
            <a:pPr algn="l" rtl="0" fontAlgn="base"/>
            <a:r>
              <a:rPr lang="en-IN" b="1" i="0" dirty="0">
                <a:solidFill>
                  <a:srgbClr val="6B7C8B"/>
                </a:solidFill>
                <a:effectLst/>
                <a:latin typeface="inherit"/>
              </a:rPr>
              <a:t>&lt;</a:t>
            </a:r>
            <a:r>
              <a:rPr lang="en-IN" b="1" i="0" dirty="0">
                <a:solidFill>
                  <a:srgbClr val="D171DD"/>
                </a:solidFill>
                <a:effectLst/>
                <a:latin typeface="inherit"/>
              </a:rPr>
              <a:t>h3</a:t>
            </a:r>
            <a:r>
              <a:rPr lang="en-IN" b="1" i="0" dirty="0">
                <a:solidFill>
                  <a:srgbClr val="6B7C8B"/>
                </a:solidFill>
                <a:effectLst/>
                <a:latin typeface="inherit"/>
              </a:rPr>
              <a:t>&gt;</a:t>
            </a:r>
            <a:r>
              <a:rPr lang="en-IN" b="0" i="0" dirty="0">
                <a:solidFill>
                  <a:srgbClr val="CFD5E0"/>
                </a:solidFill>
                <a:effectLst/>
                <a:latin typeface="inherit"/>
              </a:rPr>
              <a:t>Website Header</a:t>
            </a:r>
            <a:r>
              <a:rPr lang="en-IN" b="1" i="0" dirty="0">
                <a:solidFill>
                  <a:srgbClr val="6B7C8B"/>
                </a:solidFill>
                <a:effectLst/>
                <a:latin typeface="inherit"/>
              </a:rPr>
              <a:t>&lt;/</a:t>
            </a:r>
            <a:r>
              <a:rPr lang="en-IN" b="1" i="0" dirty="0">
                <a:solidFill>
                  <a:srgbClr val="D171DD"/>
                </a:solidFill>
                <a:effectLst/>
                <a:latin typeface="inherit"/>
              </a:rPr>
              <a:t>h3</a:t>
            </a:r>
            <a:r>
              <a:rPr lang="en-IN" b="1" i="0" dirty="0">
                <a:solidFill>
                  <a:srgbClr val="6B7C8B"/>
                </a:solidFill>
                <a:effectLst/>
                <a:latin typeface="inherit"/>
              </a:rPr>
              <a:t>&gt;</a:t>
            </a:r>
            <a:endParaRPr lang="en-IN" b="0" i="0" dirty="0">
              <a:solidFill>
                <a:srgbClr val="596174"/>
              </a:solidFill>
              <a:effectLst/>
              <a:latin typeface="Inconsolata" pitchFamily="1" charset="0"/>
            </a:endParaRPr>
          </a:p>
          <a:p>
            <a:pPr algn="l" rtl="0" fontAlgn="base"/>
            <a:r>
              <a:rPr lang="en-IN" b="1" i="0" dirty="0">
                <a:solidFill>
                  <a:srgbClr val="6B7C8B"/>
                </a:solidFill>
                <a:effectLst/>
                <a:latin typeface="inherit"/>
              </a:rPr>
              <a:t>&lt;/</a:t>
            </a:r>
            <a:r>
              <a:rPr lang="en-IN" b="1" i="0" dirty="0">
                <a:solidFill>
                  <a:srgbClr val="D171DD"/>
                </a:solidFill>
                <a:effectLst/>
                <a:latin typeface="inherit"/>
              </a:rPr>
              <a:t>td</a:t>
            </a:r>
            <a:r>
              <a:rPr lang="en-IN" b="1" i="0" dirty="0">
                <a:solidFill>
                  <a:srgbClr val="6B7C8B"/>
                </a:solidFill>
                <a:effectLst/>
                <a:latin typeface="inherit"/>
              </a:rPr>
              <a:t>&gt;&lt;/</a:t>
            </a:r>
            <a:r>
              <a:rPr lang="en-IN" b="1" i="0" dirty="0">
                <a:solidFill>
                  <a:srgbClr val="D171DD"/>
                </a:solidFill>
                <a:effectLst/>
                <a:latin typeface="inherit"/>
              </a:rPr>
              <a:t>tr</a:t>
            </a:r>
            <a:r>
              <a:rPr lang="en-IN" b="1" i="0" dirty="0">
                <a:solidFill>
                  <a:srgbClr val="6B7C8B"/>
                </a:solidFill>
                <a:effectLst/>
                <a:latin typeface="inherit"/>
              </a:rPr>
              <a:t>&gt;</a:t>
            </a:r>
            <a:endParaRPr lang="en-IN" b="0" i="0" dirty="0">
              <a:solidFill>
                <a:srgbClr val="596174"/>
              </a:solidFill>
              <a:effectLst/>
              <a:latin typeface="Inconsolata" pitchFamily="1" charset="0"/>
            </a:endParaRPr>
          </a:p>
          <a:p>
            <a:pPr algn="l" rtl="0" fontAlgn="base"/>
            <a:r>
              <a:rPr lang="en-IN" b="1" i="0" dirty="0">
                <a:solidFill>
                  <a:srgbClr val="6B7C8B"/>
                </a:solidFill>
                <a:effectLst/>
                <a:latin typeface="inherit"/>
              </a:rPr>
              <a:t>&lt;</a:t>
            </a:r>
            <a:r>
              <a:rPr lang="en-IN" b="1" i="0" dirty="0">
                <a:solidFill>
                  <a:srgbClr val="D171DD"/>
                </a:solidFill>
                <a:effectLst/>
                <a:latin typeface="inherit"/>
              </a:rPr>
              <a:t>tr</a:t>
            </a:r>
            <a:r>
              <a:rPr lang="en-IN" b="1" i="0" dirty="0">
                <a:solidFill>
                  <a:srgbClr val="6B7C8B"/>
                </a:solidFill>
                <a:effectLst/>
                <a:latin typeface="inherit"/>
              </a:rPr>
              <a:t>&gt;</a:t>
            </a:r>
            <a:endParaRPr lang="en-IN" b="0" i="0" dirty="0">
              <a:solidFill>
                <a:srgbClr val="596174"/>
              </a:solidFill>
              <a:effectLst/>
              <a:latin typeface="Inconsolata" pitchFamily="1" charset="0"/>
            </a:endParaRPr>
          </a:p>
          <a:p>
            <a:pPr algn="l" rtl="0" fontAlgn="base"/>
            <a:r>
              <a:rPr lang="en-IN" b="1" i="0" dirty="0">
                <a:solidFill>
                  <a:srgbClr val="6B7C8B"/>
                </a:solidFill>
                <a:effectLst/>
                <a:latin typeface="inherit"/>
              </a:rPr>
              <a:t>&lt;</a:t>
            </a:r>
            <a:r>
              <a:rPr lang="en-IN" b="1" i="0" dirty="0">
                <a:solidFill>
                  <a:srgbClr val="D171DD"/>
                </a:solidFill>
                <a:effectLst/>
                <a:latin typeface="inherit"/>
              </a:rPr>
              <a:t>td</a:t>
            </a:r>
            <a:r>
              <a:rPr lang="en-IN" b="0" i="0" dirty="0">
                <a:solidFill>
                  <a:srgbClr val="CFD5E0"/>
                </a:solidFill>
                <a:effectLst/>
                <a:latin typeface="inherit"/>
              </a:rPr>
              <a:t> </a:t>
            </a:r>
            <a:r>
              <a:rPr lang="en-IN" b="0" i="0" dirty="0">
                <a:solidFill>
                  <a:srgbClr val="D19252"/>
                </a:solidFill>
                <a:effectLst/>
                <a:latin typeface="inherit"/>
              </a:rPr>
              <a:t>style</a:t>
            </a:r>
            <a:r>
              <a:rPr lang="en-IN" b="0" i="0" dirty="0">
                <a:solidFill>
                  <a:srgbClr val="4284AE"/>
                </a:solidFill>
                <a:effectLst/>
                <a:latin typeface="inherit"/>
              </a:rPr>
              <a:t>=</a:t>
            </a:r>
            <a:r>
              <a:rPr lang="en-IN" b="0" i="0" dirty="0">
                <a:solidFill>
                  <a:srgbClr val="7CC379"/>
                </a:solidFill>
                <a:effectLst/>
                <a:latin typeface="inherit"/>
              </a:rPr>
              <a:t>"width:200px"</a:t>
            </a:r>
            <a:r>
              <a:rPr lang="en-IN" b="1" i="0" dirty="0">
                <a:solidFill>
                  <a:srgbClr val="6B7C8B"/>
                </a:solidFill>
                <a:effectLst/>
                <a:latin typeface="inherit"/>
              </a:rPr>
              <a:t>&gt;</a:t>
            </a:r>
            <a:endParaRPr lang="en-IN" b="0" i="0" dirty="0">
              <a:solidFill>
                <a:srgbClr val="596174"/>
              </a:solidFill>
              <a:effectLst/>
              <a:latin typeface="Inconsolata" pitchFamily="1" charset="0"/>
            </a:endParaRPr>
          </a:p>
          <a:p>
            <a:pPr algn="l" rtl="0" fontAlgn="base"/>
            <a:r>
              <a:rPr lang="en-IN" b="1" i="0" dirty="0">
                <a:solidFill>
                  <a:srgbClr val="6B7C8B"/>
                </a:solidFill>
                <a:effectLst/>
                <a:latin typeface="inherit"/>
              </a:rPr>
              <a:t>&lt;</a:t>
            </a:r>
            <a:r>
              <a:rPr lang="en-IN" b="1" i="0" dirty="0">
                <a:solidFill>
                  <a:srgbClr val="D171DD"/>
                </a:solidFill>
                <a:effectLst/>
                <a:latin typeface="inherit"/>
              </a:rPr>
              <a:t>h3</a:t>
            </a:r>
            <a:r>
              <a:rPr lang="en-IN" b="1" i="0" dirty="0">
                <a:solidFill>
                  <a:srgbClr val="6B7C8B"/>
                </a:solidFill>
                <a:effectLst/>
                <a:latin typeface="inherit"/>
              </a:rPr>
              <a:t>&gt;</a:t>
            </a:r>
            <a:r>
              <a:rPr lang="en-IN" b="0" i="0" dirty="0">
                <a:solidFill>
                  <a:srgbClr val="CFD5E0"/>
                </a:solidFill>
                <a:effectLst/>
                <a:latin typeface="inherit"/>
              </a:rPr>
              <a:t>Left Navigation Menus</a:t>
            </a:r>
            <a:r>
              <a:rPr lang="en-IN" b="1" i="0" dirty="0">
                <a:solidFill>
                  <a:srgbClr val="6B7C8B"/>
                </a:solidFill>
                <a:effectLst/>
                <a:latin typeface="inherit"/>
              </a:rPr>
              <a:t>&lt;/</a:t>
            </a:r>
            <a:r>
              <a:rPr lang="en-IN" b="1" i="0" dirty="0">
                <a:solidFill>
                  <a:srgbClr val="D171DD"/>
                </a:solidFill>
                <a:effectLst/>
                <a:latin typeface="inherit"/>
              </a:rPr>
              <a:t>h3</a:t>
            </a:r>
            <a:r>
              <a:rPr lang="en-IN" b="1" i="0" dirty="0">
                <a:solidFill>
                  <a:srgbClr val="6B7C8B"/>
                </a:solidFill>
                <a:effectLst/>
                <a:latin typeface="inherit"/>
              </a:rPr>
              <a:t>&gt;</a:t>
            </a:r>
            <a:endParaRPr lang="en-IN" b="0" i="0" dirty="0">
              <a:solidFill>
                <a:srgbClr val="596174"/>
              </a:solidFill>
              <a:effectLst/>
              <a:latin typeface="Inconsolata" pitchFamily="1" charset="0"/>
            </a:endParaRPr>
          </a:p>
          <a:p>
            <a:pPr algn="l" rtl="0" fontAlgn="base"/>
            <a:r>
              <a:rPr lang="en-IN" b="1" i="0" dirty="0">
                <a:solidFill>
                  <a:srgbClr val="6B7C8B"/>
                </a:solidFill>
                <a:effectLst/>
                <a:latin typeface="inherit"/>
              </a:rPr>
              <a:t>&lt;/</a:t>
            </a:r>
            <a:r>
              <a:rPr lang="en-IN" b="1" i="0" dirty="0">
                <a:solidFill>
                  <a:srgbClr val="D171DD"/>
                </a:solidFill>
                <a:effectLst/>
                <a:latin typeface="inherit"/>
              </a:rPr>
              <a:t>td</a:t>
            </a:r>
            <a:r>
              <a:rPr lang="en-IN" b="1" i="0" dirty="0">
                <a:solidFill>
                  <a:srgbClr val="6B7C8B"/>
                </a:solidFill>
                <a:effectLst/>
                <a:latin typeface="inherit"/>
              </a:rPr>
              <a:t>&gt;</a:t>
            </a:r>
            <a:endParaRPr lang="en-IN" b="0" i="0" dirty="0">
              <a:solidFill>
                <a:srgbClr val="596174"/>
              </a:solidFill>
              <a:effectLst/>
              <a:latin typeface="Inconsolata" pitchFamily="1" charset="0"/>
            </a:endParaRPr>
          </a:p>
          <a:p>
            <a:pPr algn="l" rtl="0" fontAlgn="base"/>
            <a:r>
              <a:rPr lang="en-IN" b="1" i="0" dirty="0">
                <a:solidFill>
                  <a:srgbClr val="6B7C8B"/>
                </a:solidFill>
                <a:effectLst/>
                <a:latin typeface="inherit"/>
              </a:rPr>
              <a:t>&lt;</a:t>
            </a:r>
            <a:r>
              <a:rPr lang="en-IN" b="1" i="0" dirty="0">
                <a:solidFill>
                  <a:srgbClr val="D171DD"/>
                </a:solidFill>
                <a:effectLst/>
                <a:latin typeface="inherit"/>
              </a:rPr>
              <a:t>td</a:t>
            </a:r>
            <a:r>
              <a:rPr lang="en-IN" b="0" i="0" dirty="0">
                <a:solidFill>
                  <a:srgbClr val="CFD5E0"/>
                </a:solidFill>
                <a:effectLst/>
                <a:latin typeface="inherit"/>
              </a:rPr>
              <a:t> </a:t>
            </a:r>
            <a:r>
              <a:rPr lang="en-IN" b="0" i="0" dirty="0">
                <a:solidFill>
                  <a:srgbClr val="D19252"/>
                </a:solidFill>
                <a:effectLst/>
                <a:latin typeface="inherit"/>
              </a:rPr>
              <a:t>style</a:t>
            </a:r>
            <a:r>
              <a:rPr lang="en-IN" b="0" i="0" dirty="0">
                <a:solidFill>
                  <a:srgbClr val="4284AE"/>
                </a:solidFill>
                <a:effectLst/>
                <a:latin typeface="inherit"/>
              </a:rPr>
              <a:t>=</a:t>
            </a:r>
            <a:r>
              <a:rPr lang="en-IN" b="0" i="0" dirty="0">
                <a:solidFill>
                  <a:srgbClr val="7CC379"/>
                </a:solidFill>
                <a:effectLst/>
                <a:latin typeface="inherit"/>
              </a:rPr>
              <a:t>"width:600px"</a:t>
            </a:r>
            <a:r>
              <a:rPr lang="en-IN" b="1" i="0" dirty="0">
                <a:solidFill>
                  <a:srgbClr val="6B7C8B"/>
                </a:solidFill>
                <a:effectLst/>
                <a:latin typeface="inherit"/>
              </a:rPr>
              <a:t>&gt;</a:t>
            </a:r>
            <a:endParaRPr lang="en-IN" b="0" i="0" dirty="0">
              <a:solidFill>
                <a:srgbClr val="596174"/>
              </a:solidFill>
              <a:effectLst/>
              <a:latin typeface="Inconsolata" pitchFamily="1" charset="0"/>
            </a:endParaRPr>
          </a:p>
          <a:p>
            <a:pPr algn="l" rtl="0" fontAlgn="base"/>
            <a:r>
              <a:rPr lang="en-IN" b="0" i="0" dirty="0">
                <a:solidFill>
                  <a:srgbClr val="CFD5E0"/>
                </a:solidFill>
                <a:effectLst/>
                <a:highlight>
                  <a:srgbClr val="800000"/>
                </a:highlight>
                <a:latin typeface="inherit"/>
              </a:rPr>
              <a:t>@RenderBody()</a:t>
            </a:r>
            <a:endParaRPr lang="en-IN" b="0" i="0" dirty="0">
              <a:solidFill>
                <a:srgbClr val="596174"/>
              </a:solidFill>
              <a:effectLst/>
              <a:highlight>
                <a:srgbClr val="800000"/>
              </a:highlight>
              <a:latin typeface="Inconsolata" pitchFamily="1" charset="0"/>
            </a:endParaRPr>
          </a:p>
          <a:p>
            <a:pPr algn="l" rtl="0" fontAlgn="base"/>
            <a:r>
              <a:rPr lang="en-IN" b="1" i="0" dirty="0">
                <a:solidFill>
                  <a:srgbClr val="6B7C8B"/>
                </a:solidFill>
                <a:effectLst/>
                <a:latin typeface="inherit"/>
              </a:rPr>
              <a:t>&lt;/</a:t>
            </a:r>
            <a:r>
              <a:rPr lang="en-IN" b="1" i="0" dirty="0">
                <a:solidFill>
                  <a:srgbClr val="D171DD"/>
                </a:solidFill>
                <a:effectLst/>
                <a:latin typeface="inherit"/>
              </a:rPr>
              <a:t>td</a:t>
            </a:r>
            <a:r>
              <a:rPr lang="en-IN" b="1" i="0" dirty="0">
                <a:solidFill>
                  <a:srgbClr val="6B7C8B"/>
                </a:solidFill>
                <a:effectLst/>
                <a:latin typeface="inherit"/>
              </a:rPr>
              <a:t>&gt;&lt;/</a:t>
            </a:r>
            <a:r>
              <a:rPr lang="en-IN" b="1" i="0" dirty="0">
                <a:solidFill>
                  <a:srgbClr val="D171DD"/>
                </a:solidFill>
                <a:effectLst/>
                <a:latin typeface="inherit"/>
              </a:rPr>
              <a:t>tr</a:t>
            </a:r>
            <a:r>
              <a:rPr lang="en-IN" b="1" i="0" dirty="0">
                <a:solidFill>
                  <a:srgbClr val="6B7C8B"/>
                </a:solidFill>
                <a:effectLst/>
                <a:latin typeface="inherit"/>
              </a:rPr>
              <a:t>&gt;</a:t>
            </a:r>
            <a:endParaRPr lang="en-IN" b="0" i="0" dirty="0">
              <a:solidFill>
                <a:srgbClr val="596174"/>
              </a:solidFill>
              <a:effectLst/>
              <a:latin typeface="Inconsolata" pitchFamily="1" charset="0"/>
            </a:endParaRPr>
          </a:p>
          <a:p>
            <a:pPr algn="l" rtl="0" fontAlgn="base"/>
            <a:r>
              <a:rPr lang="en-IN" b="1" i="0" dirty="0">
                <a:solidFill>
                  <a:srgbClr val="6B7C8B"/>
                </a:solidFill>
                <a:effectLst/>
                <a:latin typeface="inherit"/>
              </a:rPr>
              <a:t>&lt;</a:t>
            </a:r>
            <a:r>
              <a:rPr lang="en-IN" b="1" i="0" dirty="0">
                <a:solidFill>
                  <a:srgbClr val="D171DD"/>
                </a:solidFill>
                <a:effectLst/>
                <a:latin typeface="inherit"/>
              </a:rPr>
              <a:t>tr</a:t>
            </a:r>
            <a:r>
              <a:rPr lang="en-IN" b="1" i="0" dirty="0">
                <a:solidFill>
                  <a:srgbClr val="6B7C8B"/>
                </a:solidFill>
                <a:effectLst/>
                <a:latin typeface="inherit"/>
              </a:rPr>
              <a:t>&gt;</a:t>
            </a:r>
            <a:endParaRPr lang="en-IN" b="0" i="0" dirty="0">
              <a:solidFill>
                <a:srgbClr val="596174"/>
              </a:solidFill>
              <a:effectLst/>
              <a:latin typeface="Inconsolata" pitchFamily="1" charset="0"/>
            </a:endParaRPr>
          </a:p>
          <a:p>
            <a:pPr algn="l" rtl="0" fontAlgn="base"/>
            <a:r>
              <a:rPr lang="en-IN" b="1" i="0" dirty="0">
                <a:solidFill>
                  <a:srgbClr val="6B7C8B"/>
                </a:solidFill>
                <a:effectLst/>
                <a:latin typeface="inherit"/>
              </a:rPr>
              <a:t>&lt;</a:t>
            </a:r>
            <a:r>
              <a:rPr lang="en-IN" b="1" i="0" dirty="0">
                <a:solidFill>
                  <a:srgbClr val="D171DD"/>
                </a:solidFill>
                <a:effectLst/>
                <a:latin typeface="inherit"/>
              </a:rPr>
              <a:t>td</a:t>
            </a:r>
            <a:r>
              <a:rPr lang="en-IN" b="0" i="0" dirty="0">
                <a:solidFill>
                  <a:srgbClr val="CFD5E0"/>
                </a:solidFill>
                <a:effectLst/>
                <a:latin typeface="inherit"/>
              </a:rPr>
              <a:t> </a:t>
            </a:r>
            <a:r>
              <a:rPr lang="en-IN" b="0" i="0" dirty="0" err="1">
                <a:solidFill>
                  <a:srgbClr val="D19252"/>
                </a:solidFill>
                <a:effectLst/>
                <a:latin typeface="inherit"/>
              </a:rPr>
              <a:t>colspan</a:t>
            </a:r>
            <a:r>
              <a:rPr lang="en-IN" b="0" i="0" dirty="0">
                <a:solidFill>
                  <a:srgbClr val="4284AE"/>
                </a:solidFill>
                <a:effectLst/>
                <a:latin typeface="inherit"/>
              </a:rPr>
              <a:t>=</a:t>
            </a:r>
            <a:r>
              <a:rPr lang="en-IN" b="0" i="0" dirty="0">
                <a:solidFill>
                  <a:srgbClr val="7CC379"/>
                </a:solidFill>
                <a:effectLst/>
                <a:latin typeface="inherit"/>
              </a:rPr>
              <a:t>"2"</a:t>
            </a:r>
            <a:r>
              <a:rPr lang="en-IN" b="0" i="0" dirty="0">
                <a:solidFill>
                  <a:srgbClr val="CFD5E0"/>
                </a:solidFill>
                <a:effectLst/>
                <a:latin typeface="inherit"/>
              </a:rPr>
              <a:t> </a:t>
            </a:r>
            <a:r>
              <a:rPr lang="en-IN" b="0" i="0" dirty="0">
                <a:solidFill>
                  <a:srgbClr val="D19252"/>
                </a:solidFill>
                <a:effectLst/>
                <a:latin typeface="inherit"/>
              </a:rPr>
              <a:t>style</a:t>
            </a:r>
            <a:r>
              <a:rPr lang="en-IN" b="0" i="0" dirty="0">
                <a:solidFill>
                  <a:srgbClr val="4284AE"/>
                </a:solidFill>
                <a:effectLst/>
                <a:latin typeface="inherit"/>
              </a:rPr>
              <a:t>=</a:t>
            </a:r>
            <a:r>
              <a:rPr lang="en-IN" b="0" i="0" dirty="0">
                <a:solidFill>
                  <a:srgbClr val="7CC379"/>
                </a:solidFill>
                <a:effectLst/>
                <a:latin typeface="inherit"/>
              </a:rPr>
              <a:t>"</a:t>
            </a:r>
            <a:r>
              <a:rPr lang="en-IN" b="0" i="0" dirty="0" err="1">
                <a:solidFill>
                  <a:srgbClr val="7CC379"/>
                </a:solidFill>
                <a:effectLst/>
                <a:latin typeface="inherit"/>
              </a:rPr>
              <a:t>text-align:center</a:t>
            </a:r>
            <a:r>
              <a:rPr lang="en-IN" b="0" i="0" dirty="0">
                <a:solidFill>
                  <a:srgbClr val="7CC379"/>
                </a:solidFill>
                <a:effectLst/>
                <a:latin typeface="inherit"/>
              </a:rPr>
              <a:t>; </a:t>
            </a:r>
            <a:r>
              <a:rPr lang="en-IN" b="0" i="0" dirty="0" err="1">
                <a:solidFill>
                  <a:srgbClr val="7CC379"/>
                </a:solidFill>
                <a:effectLst/>
                <a:latin typeface="inherit"/>
              </a:rPr>
              <a:t>font-size:x-small</a:t>
            </a:r>
            <a:r>
              <a:rPr lang="en-IN" b="0" i="0" dirty="0">
                <a:solidFill>
                  <a:srgbClr val="7CC379"/>
                </a:solidFill>
                <a:effectLst/>
                <a:latin typeface="inherit"/>
              </a:rPr>
              <a:t>"</a:t>
            </a:r>
            <a:r>
              <a:rPr lang="en-IN" b="1" i="0" dirty="0">
                <a:solidFill>
                  <a:srgbClr val="6B7C8B"/>
                </a:solidFill>
                <a:effectLst/>
                <a:latin typeface="inherit"/>
              </a:rPr>
              <a:t>&gt;</a:t>
            </a:r>
            <a:endParaRPr lang="en-IN" b="0" i="0" dirty="0">
              <a:solidFill>
                <a:srgbClr val="596174"/>
              </a:solidFill>
              <a:effectLst/>
              <a:latin typeface="Inconsolata" pitchFamily="1" charset="0"/>
            </a:endParaRPr>
          </a:p>
          <a:p>
            <a:pPr algn="l" rtl="0" fontAlgn="base"/>
            <a:r>
              <a:rPr lang="en-IN" b="1" i="0" dirty="0">
                <a:solidFill>
                  <a:srgbClr val="6B7C8B"/>
                </a:solidFill>
                <a:effectLst/>
                <a:latin typeface="inherit"/>
              </a:rPr>
              <a:t>&lt;</a:t>
            </a:r>
            <a:r>
              <a:rPr lang="en-IN" b="1" i="0" dirty="0">
                <a:solidFill>
                  <a:srgbClr val="D171DD"/>
                </a:solidFill>
                <a:effectLst/>
                <a:latin typeface="inherit"/>
              </a:rPr>
              <a:t>h3</a:t>
            </a:r>
            <a:r>
              <a:rPr lang="en-IN" b="1" i="0" dirty="0">
                <a:solidFill>
                  <a:srgbClr val="6B7C8B"/>
                </a:solidFill>
                <a:effectLst/>
                <a:latin typeface="inherit"/>
              </a:rPr>
              <a:t>&gt;</a:t>
            </a:r>
            <a:r>
              <a:rPr lang="en-IN" b="0" i="0" dirty="0">
                <a:solidFill>
                  <a:srgbClr val="CFD5E0"/>
                </a:solidFill>
                <a:effectLst/>
                <a:latin typeface="inherit"/>
              </a:rPr>
              <a:t>Website Footer</a:t>
            </a:r>
            <a:r>
              <a:rPr lang="en-IN" b="1" i="0" dirty="0">
                <a:solidFill>
                  <a:srgbClr val="6B7C8B"/>
                </a:solidFill>
                <a:effectLst/>
                <a:latin typeface="inherit"/>
              </a:rPr>
              <a:t>&lt;/</a:t>
            </a:r>
            <a:r>
              <a:rPr lang="en-IN" b="1" i="0" dirty="0">
                <a:solidFill>
                  <a:srgbClr val="D171DD"/>
                </a:solidFill>
                <a:effectLst/>
                <a:latin typeface="inherit"/>
              </a:rPr>
              <a:t>h3</a:t>
            </a:r>
            <a:r>
              <a:rPr lang="en-IN" b="1" i="0" dirty="0">
                <a:solidFill>
                  <a:srgbClr val="6B7C8B"/>
                </a:solidFill>
                <a:effectLst/>
                <a:latin typeface="inherit"/>
              </a:rPr>
              <a:t>&gt;</a:t>
            </a:r>
            <a:endParaRPr lang="en-IN" b="0" i="0" dirty="0">
              <a:solidFill>
                <a:srgbClr val="596174"/>
              </a:solidFill>
              <a:effectLst/>
              <a:latin typeface="Inconsolata" pitchFamily="1" charset="0"/>
            </a:endParaRPr>
          </a:p>
          <a:p>
            <a:pPr algn="l" rtl="0" fontAlgn="base"/>
            <a:r>
              <a:rPr lang="en-IN" b="1" i="0" dirty="0">
                <a:solidFill>
                  <a:srgbClr val="6B7C8B"/>
                </a:solidFill>
                <a:effectLst/>
                <a:latin typeface="inherit"/>
              </a:rPr>
              <a:t>&lt;/</a:t>
            </a:r>
            <a:r>
              <a:rPr lang="en-IN" b="1" i="0" dirty="0">
                <a:solidFill>
                  <a:srgbClr val="D171DD"/>
                </a:solidFill>
                <a:effectLst/>
                <a:latin typeface="inherit"/>
              </a:rPr>
              <a:t>td</a:t>
            </a:r>
            <a:r>
              <a:rPr lang="en-IN" b="1" i="0" dirty="0">
                <a:solidFill>
                  <a:srgbClr val="6B7C8B"/>
                </a:solidFill>
                <a:effectLst/>
                <a:latin typeface="inherit"/>
              </a:rPr>
              <a:t>&gt;&lt;/</a:t>
            </a:r>
            <a:r>
              <a:rPr lang="en-IN" b="1" i="0" dirty="0">
                <a:solidFill>
                  <a:srgbClr val="D171DD"/>
                </a:solidFill>
                <a:effectLst/>
                <a:latin typeface="inherit"/>
              </a:rPr>
              <a:t>tr</a:t>
            </a:r>
            <a:r>
              <a:rPr lang="en-IN" b="1" i="0" dirty="0">
                <a:solidFill>
                  <a:srgbClr val="6B7C8B"/>
                </a:solidFill>
                <a:effectLst/>
                <a:latin typeface="inherit"/>
              </a:rPr>
              <a:t>&gt;</a:t>
            </a:r>
            <a:endParaRPr lang="en-IN" b="0" i="0" dirty="0">
              <a:solidFill>
                <a:srgbClr val="596174"/>
              </a:solidFill>
              <a:effectLst/>
              <a:latin typeface="Inconsolata" pitchFamily="1" charset="0"/>
            </a:endParaRPr>
          </a:p>
          <a:p>
            <a:pPr algn="l" rtl="0" fontAlgn="base"/>
            <a:r>
              <a:rPr lang="en-IN" b="1" i="0" dirty="0">
                <a:solidFill>
                  <a:srgbClr val="6B7C8B"/>
                </a:solidFill>
                <a:effectLst/>
                <a:latin typeface="inherit"/>
              </a:rPr>
              <a:t>&lt;/</a:t>
            </a:r>
            <a:r>
              <a:rPr lang="en-IN" b="1" i="0" dirty="0">
                <a:solidFill>
                  <a:srgbClr val="D171DD"/>
                </a:solidFill>
                <a:effectLst/>
                <a:latin typeface="inherit"/>
              </a:rPr>
              <a:t>table</a:t>
            </a:r>
            <a:r>
              <a:rPr lang="en-IN" b="1" i="0" dirty="0">
                <a:solidFill>
                  <a:srgbClr val="6B7C8B"/>
                </a:solidFill>
                <a:effectLst/>
                <a:latin typeface="inherit"/>
              </a:rPr>
              <a:t>&gt;</a:t>
            </a:r>
            <a:r>
              <a:rPr lang="en-IN" b="0" i="0" dirty="0">
                <a:solidFill>
                  <a:srgbClr val="CFD5E0"/>
                </a:solidFill>
                <a:effectLst/>
                <a:latin typeface="inherit"/>
              </a:rPr>
              <a:t>@RenderSection("Scripts", false)</a:t>
            </a:r>
            <a:endParaRPr lang="en-IN" b="0" i="0" dirty="0">
              <a:solidFill>
                <a:srgbClr val="596174"/>
              </a:solidFill>
              <a:effectLst/>
              <a:latin typeface="Inconsolata" pitchFamily="1" charset="0"/>
            </a:endParaRPr>
          </a:p>
          <a:p>
            <a:pPr algn="l" rtl="0" fontAlgn="base"/>
            <a:r>
              <a:rPr lang="en-IN" b="1" i="0" dirty="0">
                <a:solidFill>
                  <a:srgbClr val="6B7C8B"/>
                </a:solidFill>
                <a:effectLst/>
                <a:latin typeface="inherit"/>
              </a:rPr>
              <a:t>&lt;/</a:t>
            </a:r>
            <a:r>
              <a:rPr lang="en-IN" b="1" i="0" dirty="0">
                <a:solidFill>
                  <a:srgbClr val="D171DD"/>
                </a:solidFill>
                <a:effectLst/>
                <a:latin typeface="inherit"/>
              </a:rPr>
              <a:t>body</a:t>
            </a:r>
            <a:r>
              <a:rPr lang="en-IN" b="1" i="0" dirty="0">
                <a:solidFill>
                  <a:srgbClr val="6B7C8B"/>
                </a:solidFill>
                <a:effectLst/>
                <a:latin typeface="inherit"/>
              </a:rPr>
              <a:t>&gt;&lt;/</a:t>
            </a:r>
            <a:r>
              <a:rPr lang="en-IN" b="1" i="0" dirty="0">
                <a:solidFill>
                  <a:srgbClr val="D171DD"/>
                </a:solidFill>
                <a:effectLst/>
                <a:latin typeface="inherit"/>
              </a:rPr>
              <a:t>html</a:t>
            </a:r>
            <a:r>
              <a:rPr lang="en-IN" b="1" i="0" dirty="0">
                <a:solidFill>
                  <a:srgbClr val="6B7C8B"/>
                </a:solidFill>
                <a:effectLst/>
                <a:latin typeface="inherit"/>
              </a:rPr>
              <a:t>&gt;</a:t>
            </a:r>
            <a:endParaRPr lang="en-IN" b="0" i="0" dirty="0">
              <a:solidFill>
                <a:srgbClr val="596174"/>
              </a:solidFill>
              <a:effectLst/>
              <a:latin typeface="Inconsolata" pitchFamily="1" charset="0"/>
            </a:endParaRPr>
          </a:p>
        </p:txBody>
      </p:sp>
      <p:sp>
        <p:nvSpPr>
          <p:cNvPr id="9" name="TextBox 8">
            <a:extLst>
              <a:ext uri="{FF2B5EF4-FFF2-40B4-BE49-F238E27FC236}">
                <a16:creationId xmlns:a16="http://schemas.microsoft.com/office/drawing/2014/main" id="{790C68C8-5ABF-4532-8BAB-89C23EF7F946}"/>
              </a:ext>
            </a:extLst>
          </p:cNvPr>
          <p:cNvSpPr txBox="1"/>
          <p:nvPr/>
        </p:nvSpPr>
        <p:spPr>
          <a:xfrm>
            <a:off x="6096000" y="1568695"/>
            <a:ext cx="5643716" cy="923330"/>
          </a:xfrm>
          <a:prstGeom prst="rect">
            <a:avLst/>
          </a:prstGeom>
          <a:noFill/>
        </p:spPr>
        <p:txBody>
          <a:bodyPr wrap="square">
            <a:spAutoFit/>
          </a:bodyPr>
          <a:lstStyle/>
          <a:p>
            <a:r>
              <a:rPr lang="en-US" b="0" i="0" dirty="0">
                <a:solidFill>
                  <a:srgbClr val="000000"/>
                </a:solidFill>
                <a:effectLst/>
                <a:latin typeface="arial" panose="020B0604020202020204" pitchFamily="34" charset="0"/>
              </a:rPr>
              <a:t>With the above changes in place, run the application and navigate to both the URL and you should get the output as expected.</a:t>
            </a:r>
            <a:endParaRPr lang="en-IN" dirty="0"/>
          </a:p>
        </p:txBody>
      </p:sp>
    </p:spTree>
    <p:extLst>
      <p:ext uri="{BB962C8B-B14F-4D97-AF65-F5344CB8AC3E}">
        <p14:creationId xmlns:p14="http://schemas.microsoft.com/office/powerpoint/2010/main" val="374731923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73</TotalTime>
  <Words>1376</Words>
  <Application>Microsoft Office PowerPoint</Application>
  <PresentationFormat>Widescreen</PresentationFormat>
  <Paragraphs>109</Paragraphs>
  <Slides>7</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vt:i4>
      </vt:variant>
    </vt:vector>
  </HeadingPairs>
  <TitlesOfParts>
    <vt:vector size="15" baseType="lpstr">
      <vt:lpstr>-apple-system</vt:lpstr>
      <vt:lpstr>arial</vt:lpstr>
      <vt:lpstr>arial</vt:lpstr>
      <vt:lpstr>Calibri</vt:lpstr>
      <vt:lpstr>Calibri Light</vt:lpstr>
      <vt:lpstr>Inconsolata</vt:lpstr>
      <vt:lpstr>inherit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Ketki Acharya</dc:creator>
  <cp:lastModifiedBy>sriram mantri vidyanidhi infotech academy</cp:lastModifiedBy>
  <cp:revision>6</cp:revision>
  <dcterms:created xsi:type="dcterms:W3CDTF">2021-10-13T15:18:32Z</dcterms:created>
  <dcterms:modified xsi:type="dcterms:W3CDTF">2025-04-23T11:56:41Z</dcterms:modified>
</cp:coreProperties>
</file>