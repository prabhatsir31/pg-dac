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9" r:id="rId3"/>
    <p:sldId id="256" r:id="rId4"/>
    <p:sldId id="291" r:id="rId5"/>
    <p:sldId id="290" r:id="rId6"/>
    <p:sldId id="257" r:id="rId7"/>
    <p:sldId id="258" r:id="rId8"/>
    <p:sldId id="292" r:id="rId9"/>
    <p:sldId id="2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70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F4ADCF-E4C9-4820-AF59-7F3BF664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43E76D7-EB5A-425A-86EE-E4EE26D2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ECCF7E-0B50-4A43-9A3E-A439E0D1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33473D-0C83-4DBD-8A2B-F28F6947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D03617-844B-4535-BB25-6A50C460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54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DEB92-6E8F-423E-ABB6-3D7E208B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C46B63-99CF-4672-82AF-226D51AEE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15D95D-052D-4263-9FAA-73E27ACA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A1F4ED-6601-42BE-B714-8B9E3A5F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357AE6-CAB8-4FF2-972C-1C7ECD7B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4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63AAA8-0A55-4F38-B6EC-D09F659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392F52-9F4C-496D-A719-B73711F5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D5CD4F-C905-45B2-9DEB-F298BF1B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3EE760-7A6C-44D5-A610-69306508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C9DE06-9A0A-4ACB-BCCD-2515EC39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C64256-BA02-4C8F-B5E5-08A9FC22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CF4F2B-233C-4250-83AF-CE3B465EE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5AE2041-4167-42A0-AA18-42B6CE6B6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60F053E-F7CF-471B-BCE8-8DB0220E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D34B11-CA14-4960-ABF3-DBB35B40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92FFB18-CA35-4D03-AA88-7FD1B4DD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00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0C7339-E286-4F04-9835-D8A9BBD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625F419-513D-4753-AB5C-8BD140B9A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E0B5C81-F24E-4D32-822B-8C259999A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6B24A2A-C188-4F99-AE64-A5BB823CB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D7AF81-CF9B-4536-964C-EC2EF9828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F910D7A-420A-4C99-921A-B004B3CD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7614E7F-20DE-456A-9DC8-65A21560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D21723F-3CC0-4516-BCE0-2B75A4B3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43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5E422B-72E5-4038-8664-46E6C128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70AEF5A-E026-48C1-B536-92BB2CD4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758E93B-3430-4252-9424-DE544415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6F5539D-5780-432A-9FCB-2F9D48A2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20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39233CF-1814-452D-A614-17E5FBBE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AFAABD2-9C71-44FF-ABDA-49B9BB9E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40FE66C-F695-48CA-98D5-75887267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4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A94CB0-7F88-497B-863C-E4144D84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C318E1-3A40-42EC-962D-8146ECAC2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B59C744-BB07-42FC-971C-570B23C4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BB4554A-2135-4DE8-9F89-FF2CF6B4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5C4BDF-5B65-4274-984F-20B024D9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D8075C6-BCDE-4946-BCD4-E7B3C2F1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1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BB8D44-0D49-4848-A6D6-EA6314BC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8751624-46C3-4674-A641-4F3849077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551D97-068F-423D-840A-E10642759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5D570D-4B13-42B0-9C52-221EB525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6A4CF3-37C0-4A35-88A8-7EA35999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7926F6-50CD-4491-B902-60289241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7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0525CF-232E-4797-8F67-7806500D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3817D4-1A55-48BA-83F7-C5982A64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FA5932-82F2-47A9-87FD-78860F0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D89ED6-3DD3-4E1B-B55A-44C83FC4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1726BD-08AF-4FE1-8633-5C709FB0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12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F751A4F-F086-410C-9CF6-DDF0A4B45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0F4A1CF-3710-450F-9B3C-6CF856020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AE9DDE-04B8-4334-B8EE-7F9148C9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B4E723-B2A5-41DC-BE46-D1E00527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0D8EEC-BFB0-4D7A-A999-4BA9656F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5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46AA53-4F15-432F-A025-1F21676FF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E820E8F-6345-4C84-8E76-735F69189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3490F9-1904-448B-B4E7-0C3C91FB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3A760E-E162-4B6E-BD9E-23765FB7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A30792-4B81-4C6C-800E-413A2790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70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B7B08D-9FDB-4F01-97A1-9880B6D9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65B930-D417-4975-A96A-D951724ED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Garamond" panose="02020404030301010803" pitchFamily="18" charset="0"/>
              </a:defRPr>
            </a:lvl2pPr>
            <a:lvl3pPr>
              <a:defRPr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B6B551-8C10-420E-A00E-7689DBEF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11D206-8393-4B28-AC24-DF799101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BDADD6-C9AF-4080-A457-B17B9709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41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83327-F092-4DC8-A97F-8AC345FA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124DFE8-0652-4DDA-851E-E1EA235A0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41F66C-DA60-4C02-AB39-F660DCB6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4483DE-968A-49DB-A1FE-3EC9F085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A5CA4C-6BA8-413A-B64C-EA685C80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11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8F2463-137C-4F52-8850-ACEFDA99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9E8567-9DA5-48D8-A76A-F91851432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C17308-EDCA-45AE-A6AD-D2E67FF40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6B9B68-F6CB-40AE-81E1-D0CC7A52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02A7ABF-7569-434B-A6ED-8C3F5DAF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ABD4132-EA87-40F3-A264-8B47F7EB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79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ED693C-F2AB-419F-A2D6-9ADBB421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77E90E-EA47-4F46-92E6-E4824F8DE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E59CA7C-FC74-4D24-A627-05D3CD68C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D61943A-E539-4C72-B1D4-8F611E609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80D6CA7-CE93-4757-917F-A17E59194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FC3211-BAEC-4FF9-8D2F-9706ECC1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9C8BDD0-1955-4C20-A353-37FBADDB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F2BB139-FE60-45EB-A148-4EAF6206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00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B3F85B-5B15-441F-8D27-78466BF7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B04DD8-B6B7-4EDA-BC27-DB6DCD49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D2E69DF-BD6E-4B42-B6F7-A14DEAAF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EED7AD6-CFC5-49C1-9121-C1299C0F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964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3669049-B164-467D-8660-2521C503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4B72A01-F305-4CEE-BC89-54AD2B3C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8D86AF-C5AB-4C87-A7CA-A3EA0914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13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E1FE1-D86B-44B1-B1F1-34B58768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27709D-B707-49CC-89D9-4693DADA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84251D9-65D1-4F6D-8AD3-DE917046E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2922CF8-C968-4947-9E5A-FD5A24B4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1857975-46DA-4783-9B57-D24475C5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07DE96-5F5C-4D3B-9A28-FB5A8DB0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8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340DD2-CF9D-460F-8556-0A85C57F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371BC2C-5C6F-4DD5-8B16-61A314792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69F2AA6-670C-461E-8DC5-F5860D2F9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B0541E7-45A7-435B-9AA2-BF663E4E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08103A-488D-4A04-840B-B4A59BD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2B420B-C689-421B-A7C1-89001955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66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837B4D-68CA-404A-9540-9D0DE991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DF6C46F-2ACA-421D-87DD-F2944FC65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80E528-BE67-4CE7-BD20-B1A8F7B7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A6E3DC-43B8-47E2-80CC-AA56ED27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0A7812-3258-49F5-9914-982D2982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3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8696FB9-6DFC-42F8-8DFD-2C0E550C3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70C8274-F243-4DF8-A2DC-D03FCE00C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2325F4B-EC79-4974-A337-8AAC0800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F715FA-9F71-4638-8804-5C5DAA6C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A090BE5-6C1C-44D5-85A6-F23D1B44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09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19792FB-7344-4E3B-881A-92C969E3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956722-54EA-4A98-86DF-8E009F3F0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AE0730-5FF5-4F63-91CA-AF54C5B1E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2770B-26C1-4E78-8005-F75B2A1FA9E0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EDC150-EE1D-4A65-9043-976729233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93B427-62BA-4480-AEC4-2AF4A7E83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91CCE47-1028-4809-AF88-A01235C4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D9D16CD-9061-4DBB-8A3F-BBC5EA38C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9C9D53-1AED-4107-939A-14173EC56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0066B-561A-4A34-B976-EC417804CB38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48C60C-8B93-4BC6-B639-0BAFB07AE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91CB95-A6D6-49B1-A04A-E8A2F4934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73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3067050" y="3886202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Ketki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ketkiacharya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167162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F855F4-C287-493D-8902-4E0BB903A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267" y="123296"/>
            <a:ext cx="9271000" cy="89270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DatabseFirst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75795BD-C816-870C-46A2-7522E6B85E25}"/>
              </a:ext>
            </a:extLst>
          </p:cNvPr>
          <p:cNvSpPr txBox="1"/>
          <p:nvPr/>
        </p:nvSpPr>
        <p:spPr>
          <a:xfrm>
            <a:off x="787399" y="1436637"/>
            <a:ext cx="94403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[Authors]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[FirstName]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PK_Authors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E62B793-DAF9-ED87-37CA-934D7D35AE41}"/>
              </a:ext>
            </a:extLst>
          </p:cNvPr>
          <p:cNvSpPr txBox="1"/>
          <p:nvPr/>
        </p:nvSpPr>
        <p:spPr>
          <a:xfrm>
            <a:off x="304799" y="4199467"/>
            <a:ext cx="12014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[Books]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[Title]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PK_Books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FK_Books_Authors_AuthorId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[Authors]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CASCADE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75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6EC6358-D0BC-28BC-D44F-CD2BACADCB65}"/>
              </a:ext>
            </a:extLst>
          </p:cNvPr>
          <p:cNvSpPr txBox="1"/>
          <p:nvPr/>
        </p:nvSpPr>
        <p:spPr>
          <a:xfrm>
            <a:off x="1449744" y="1259326"/>
            <a:ext cx="7001933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Microsoft.EntityFrameworkCore.SqlServer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Microsoft.EntityFrameworkCore.Tools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lang="en-US" dirty="0" err="1">
                <a:solidFill>
                  <a:prstClr val="black"/>
                </a:solidFill>
                <a:latin typeface="Garamond" panose="02020404030301010803" pitchFamily="18" charset="0"/>
              </a:rPr>
              <a:t>Microsoft.EntityFrameworkCore.Design</a:t>
            </a:r>
            <a:r>
              <a:rPr lang="en-US">
                <a:solidFill>
                  <a:prstClr val="black"/>
                </a:solidFill>
                <a:latin typeface="Garamond" panose="02020404030301010803" pitchFamily="18" charset="0"/>
              </a:rPr>
              <a:t>–version </a:t>
            </a:r>
            <a:r>
              <a:rPr lang="en-US" smtClean="0">
                <a:solidFill>
                  <a:prstClr val="black"/>
                </a:solidFill>
                <a:latin typeface="Garamond" panose="02020404030301010803" pitchFamily="18" charset="0"/>
              </a:rPr>
              <a:t>8.0.0</a:t>
            </a:r>
            <a:endParaRPr lang="en-US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8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FC87C86-1217-4FC7-A9E1-1BA7E5AA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5" y="169731"/>
            <a:ext cx="4767485" cy="131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77D79C-5002-4895-B66B-E707C0CB6109}"/>
              </a:ext>
            </a:extLst>
          </p:cNvPr>
          <p:cNvSpPr txBox="1"/>
          <p:nvPr/>
        </p:nvSpPr>
        <p:spPr>
          <a:xfrm>
            <a:off x="5053780" y="143307"/>
            <a:ext cx="6096000" cy="4462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Entity Framework Core can be used with .NET Core or .NET 4.6 based applications</a:t>
            </a:r>
          </a:p>
          <a:p>
            <a:r>
              <a:rPr lang="en-US" sz="1100" dirty="0"/>
              <a:t>EF Core is not a part of .NET Core and standard .NET framework. It is available as a NuGet package.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. </a:t>
            </a:r>
            <a:endParaRPr lang="en-IN" sz="9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CC111AD9-54D3-4227-9BAB-731BCEC60E1A}"/>
              </a:ext>
            </a:extLst>
          </p:cNvPr>
          <p:cNvCxnSpPr/>
          <p:nvPr/>
        </p:nvCxnSpPr>
        <p:spPr>
          <a:xfrm>
            <a:off x="3401961" y="392869"/>
            <a:ext cx="1671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BEE6205-E77D-401A-84EB-4DB24D7CEACE}"/>
              </a:ext>
            </a:extLst>
          </p:cNvPr>
          <p:cNvSpPr txBox="1"/>
          <p:nvPr/>
        </p:nvSpPr>
        <p:spPr>
          <a:xfrm>
            <a:off x="5073445" y="820461"/>
            <a:ext cx="6096000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we need to install the NuGet package for the provider of the database we want to access. Here, we want to access MS SQL Server database, so we need to install </a:t>
            </a:r>
            <a:endParaRPr lang="en-IN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3F89C846-4C66-468C-9E18-849ADEFB72F2}"/>
              </a:ext>
            </a:extLst>
          </p:cNvPr>
          <p:cNvCxnSpPr/>
          <p:nvPr/>
        </p:nvCxnSpPr>
        <p:spPr>
          <a:xfrm>
            <a:off x="4237703" y="708893"/>
            <a:ext cx="835742" cy="2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660AF9C-88CB-4491-B134-32736B46063B}"/>
              </a:ext>
            </a:extLst>
          </p:cNvPr>
          <p:cNvSpPr txBox="1"/>
          <p:nvPr/>
        </p:nvSpPr>
        <p:spPr>
          <a:xfrm>
            <a:off x="5279922" y="1486580"/>
            <a:ext cx="6096000" cy="38465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 EF tools to execute EF Core commands. These make it easier to perform several EF Core-related tasks in your project at design time, such as migrations, scaffolding, etc.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881B0ED2-484B-497A-BEDE-751F69FEAFC6}"/>
              </a:ext>
            </a:extLst>
          </p:cNvPr>
          <p:cNvCxnSpPr/>
          <p:nvPr/>
        </p:nvCxnSpPr>
        <p:spPr>
          <a:xfrm>
            <a:off x="3913239" y="932030"/>
            <a:ext cx="1278193" cy="63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C5E2DC68-066B-4EE3-BF51-67C24A987BD2}"/>
              </a:ext>
            </a:extLst>
          </p:cNvPr>
          <p:cNvCxnSpPr/>
          <p:nvPr/>
        </p:nvCxnSpPr>
        <p:spPr>
          <a:xfrm>
            <a:off x="3588774" y="1282126"/>
            <a:ext cx="1907458" cy="111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E20A79D-0A55-4E18-B6E2-76CD78EBF6C7}"/>
              </a:ext>
            </a:extLst>
          </p:cNvPr>
          <p:cNvSpPr txBox="1"/>
          <p:nvPr/>
        </p:nvSpPr>
        <p:spPr>
          <a:xfrm>
            <a:off x="5496232" y="2075691"/>
            <a:ext cx="6096000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Microsoft.EntityFrameworkCore.Design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contains all the design-time logic for Entity Framework Core. It's the code that all of the various tools (PMC cmdlets like Add-Migration, dotnet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ef.exe) call into.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don't use Migrations or Reverse Engineering, you don't need 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326418E-3D0F-4A52-8A13-67249160F3EB}"/>
              </a:ext>
            </a:extLst>
          </p:cNvPr>
          <p:cNvSpPr txBox="1"/>
          <p:nvPr/>
        </p:nvSpPr>
        <p:spPr>
          <a:xfrm>
            <a:off x="383458" y="2491404"/>
            <a:ext cx="394543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err="1"/>
              <a:t>Microsoft.Extensions.Configuration.Json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20EFE575-C702-474A-80F0-B45F63DC6156}"/>
              </a:ext>
            </a:extLst>
          </p:cNvPr>
          <p:cNvCxnSpPr/>
          <p:nvPr/>
        </p:nvCxnSpPr>
        <p:spPr>
          <a:xfrm>
            <a:off x="3913239" y="2860736"/>
            <a:ext cx="1936955" cy="1072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31BCDC-7867-4C15-BB13-F23499F5FAC6}"/>
              </a:ext>
            </a:extLst>
          </p:cNvPr>
          <p:cNvSpPr txBox="1"/>
          <p:nvPr/>
        </p:nvSpPr>
        <p:spPr>
          <a:xfrm>
            <a:off x="5948516" y="3814916"/>
            <a:ext cx="482763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To read connection string from </a:t>
            </a:r>
            <a:r>
              <a:rPr lang="en-IN" dirty="0" err="1"/>
              <a:t>appsettings.json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67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7666AC-C96C-4556-B2E2-791A333D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426" y="-40988"/>
            <a:ext cx="4254910" cy="51977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3600" b="1" dirty="0"/>
              <a:t>Reverse Engineering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6841514-BF76-467D-95D7-8DF812B13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25" r="1" b="51685"/>
          <a:stretch/>
        </p:blipFill>
        <p:spPr>
          <a:xfrm>
            <a:off x="462116" y="3234813"/>
            <a:ext cx="9055510" cy="3313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FBB8DA-C3CA-4B94-B07F-3C372658E53C}"/>
              </a:ext>
            </a:extLst>
          </p:cNvPr>
          <p:cNvSpPr txBox="1"/>
          <p:nvPr/>
        </p:nvSpPr>
        <p:spPr>
          <a:xfrm>
            <a:off x="4213702" y="513233"/>
            <a:ext cx="5919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 Manage </a:t>
            </a:r>
            <a:r>
              <a:rPr lang="en-IN" dirty="0" err="1"/>
              <a:t>NueGet</a:t>
            </a:r>
            <a:r>
              <a:rPr lang="en-IN" dirty="0"/>
              <a:t> Packages for Solution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B0E4DB8-1C7B-46B7-8E8E-1F827E1C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15" y="928400"/>
            <a:ext cx="4767485" cy="1316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BE5D2A5-946B-4709-9705-89900B54E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07" y="2630355"/>
            <a:ext cx="6764593" cy="15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0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A9FF41-1788-35A5-4ECD-70E3834DDECD}"/>
              </a:ext>
            </a:extLst>
          </p:cNvPr>
          <p:cNvSpPr txBox="1"/>
          <p:nvPr/>
        </p:nvSpPr>
        <p:spPr>
          <a:xfrm>
            <a:off x="524933" y="499871"/>
            <a:ext cx="11303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Scaffold-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"Data Source=(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localdb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)\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ProjectModels;Initial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Catalog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EntityAuthBook;Integrated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Security=True"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Microsoft.EntityFrameworkCore.SqlServer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OutputDir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Models –Context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–tables "Authors", "Books" -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DataAnnotations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2FC90E-8901-BDFC-FDC2-E403130D8C1B}"/>
              </a:ext>
            </a:extLst>
          </p:cNvPr>
          <p:cNvSpPr txBox="1"/>
          <p:nvPr/>
        </p:nvSpPr>
        <p:spPr>
          <a:xfrm>
            <a:off x="753533" y="2362200"/>
            <a:ext cx="8568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Scaffold parameter</a:t>
            </a:r>
            <a:r>
              <a:rPr lang="en-IN" dirty="0">
                <a:sym typeface="Wingdings" panose="05000000000000000000" pitchFamily="2" charset="2"/>
              </a:rPr>
              <a:t></a:t>
            </a:r>
            <a:endParaRPr lang="en-IN" dirty="0"/>
          </a:p>
          <a:p>
            <a:r>
              <a:rPr lang="en-IN" dirty="0"/>
              <a:t>Connection string</a:t>
            </a:r>
          </a:p>
          <a:p>
            <a:r>
              <a:rPr lang="en-IN" dirty="0" err="1"/>
              <a:t>Dataprovider</a:t>
            </a:r>
            <a:endParaRPr lang="en-IN" dirty="0"/>
          </a:p>
          <a:p>
            <a:r>
              <a:rPr lang="en-IN" dirty="0"/>
              <a:t>-</a:t>
            </a:r>
            <a:r>
              <a:rPr lang="en-IN" dirty="0" err="1"/>
              <a:t>OutputDir</a:t>
            </a:r>
            <a:r>
              <a:rPr lang="en-IN" dirty="0"/>
              <a:t> Modes</a:t>
            </a:r>
          </a:p>
          <a:p>
            <a:r>
              <a:rPr lang="en-IN" dirty="0"/>
              <a:t>-Context filename</a:t>
            </a:r>
          </a:p>
          <a:p>
            <a:r>
              <a:rPr lang="en-IN" dirty="0"/>
              <a:t>Tables “” , “ “</a:t>
            </a:r>
          </a:p>
          <a:p>
            <a:r>
              <a:rPr lang="en-IN" dirty="0"/>
              <a:t>-</a:t>
            </a:r>
            <a:r>
              <a:rPr lang="en-IN" dirty="0" err="1"/>
              <a:t>DataAnnotation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88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276866-D1D6-97CD-A3F4-9815ADDD696F}"/>
              </a:ext>
            </a:extLst>
          </p:cNvPr>
          <p:cNvSpPr txBox="1"/>
          <p:nvPr/>
        </p:nvSpPr>
        <p:spPr>
          <a:xfrm>
            <a:off x="76200" y="-183779"/>
            <a:ext cx="5342467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Addmany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author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FirstName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"William"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"Shakespeare"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Books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"Hamlet"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"Othello"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"MacBeth"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db.Add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(author);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db.Add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db.Books.FirstOrDefault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x.BookId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(book !=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db.Remove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(book);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Book Deleted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db1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db1.Update(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db1.SaveChanges();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C3320A-CDB3-F91D-5FD7-96493F1C6DCA}"/>
              </a:ext>
            </a:extLst>
          </p:cNvPr>
          <p:cNvSpPr txBox="1"/>
          <p:nvPr/>
        </p:nvSpPr>
        <p:spPr>
          <a:xfrm>
            <a:off x="6096000" y="209223"/>
            <a:ext cx="60960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Display()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db.Books.Include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((a) =&gt;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a.Author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ToList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Display(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title)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FormattableString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sql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$"SELECT * FROM Books WHERE Title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{title}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book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db.Books.FromSql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FirstOrDefault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.Write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book.Title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books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db.Books.FromSql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$"EXECUTE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dbo.GetMostPopularBooks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{title}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ToList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.Write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book.Title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DeleteAuth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auth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Author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{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AuthorId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id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db.Remove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(auth);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Book Deleted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db.SaveChanges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20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F80524-EC72-2821-9397-E4BB45F3FEA4}"/>
              </a:ext>
            </a:extLst>
          </p:cNvPr>
          <p:cNvSpPr txBox="1"/>
          <p:nvPr/>
        </p:nvSpPr>
        <p:spPr>
          <a:xfrm>
            <a:off x="270933" y="58846"/>
            <a:ext cx="1091353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CADbfirst.Models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"Hello, World!"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book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"C#"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Author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FirstName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"Rajan"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Kanetkar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Author add book 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bookservice.AddBook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(book);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multiple record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bookservice.Addmany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bookup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"Let us C"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6,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4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bookservice.UpdateBook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bookup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servicebook.RemoveBook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(5);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bookservice.DeleteAuth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(3);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bookservice.Display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item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item?.Title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item?.Author?.FirstName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{item?.Author?.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{item?.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20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857</Words>
  <Application>Microsoft Office PowerPoint</Application>
  <PresentationFormat>Custom</PresentationFormat>
  <Paragraphs>159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1_Office Theme</vt:lpstr>
      <vt:lpstr>PowerPoint Presentation</vt:lpstr>
      <vt:lpstr>DatabseFirst</vt:lpstr>
      <vt:lpstr>PowerPoint Presentation</vt:lpstr>
      <vt:lpstr>PowerPoint Presentation</vt:lpstr>
      <vt:lpstr>Reverse Engineering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DELL</cp:lastModifiedBy>
  <cp:revision>17</cp:revision>
  <dcterms:created xsi:type="dcterms:W3CDTF">2021-09-26T07:28:20Z</dcterms:created>
  <dcterms:modified xsi:type="dcterms:W3CDTF">2025-04-19T05:09:17Z</dcterms:modified>
</cp:coreProperties>
</file>