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4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6BC430-D158-4711-9BDE-0A341E4FD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802F651-859F-4CA3-BC31-D3698F97B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0997CB-86C2-46C8-BFC6-9523112C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6F6EA06-D539-402F-AAA6-2EBCDD51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D64AA7-1243-47B4-A3BB-F74DDBD8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72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96F03D-65AA-46AE-9E0B-098F4718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DB7F9C-5459-4A42-BEA0-52B434A17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37AF523-66EB-45AD-9F0A-7784CF94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985297-5E6D-46CF-8EEC-26843A98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A5817E-BA66-435C-B35E-05D66160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22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72DCC6-FC61-4416-9452-602D98EC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76132D-5E0A-44DA-8A60-1D43F61C7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6CD087-B39B-4158-9B12-CBB29FA85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47EECD0-64E0-44B0-BA31-7CFAF0B2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FF3729-73FD-4F0F-B492-D32FC3FF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33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37ECEE-C198-4938-BCD9-91E1204D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13C0B6-1223-46CC-B196-3D761AEDF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A90016B-397B-452C-8892-F3D2FE0AE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EB3AEE9-AD59-4BF7-9DD8-5226C71F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C7AA6B1-14B4-4EC2-84B7-5B9D5AD0E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362DE00-93A3-455D-A62D-790D2DD9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81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89C44B-F467-4850-99DB-AB5F24AA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5A5645A-8299-4A2A-B9EF-E8A8A1C77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DCD5C19-6083-4E68-8DF2-F6A9B6872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AE24853-44B9-4CB7-BB5B-4283C973F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613C625-A5EA-427C-8503-C04927C9D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8678178-6F05-41CB-9D62-D6A24862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C8B87C6-E08F-41D8-BEA9-859C6528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4AD2276-A552-4E7F-A820-D6477B6D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60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1689F0-6D7B-4F0C-A559-F87465B2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066134-FAC4-42E7-ACF0-2AF5617D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33C3688-6D8C-4992-8F7E-F5115820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8DD71F7-4683-4792-90B6-61052CEA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23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30767C8-CFCF-4700-B50F-34281A0A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983DC63-956B-43D9-9CBC-F8519CC4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9F1771F-03A2-423B-A591-D0D75F2D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A630B2-5DCB-46FF-A1BE-23FAC7CAE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47BDE7-8773-450B-886C-C717FFD4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1D18F9B-2E73-4B33-9BF0-5708C439D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7679BBC-5979-449B-9375-8519D3C46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00C0BC0-277F-4CAA-8E99-F75912BC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6468FE8-CBCB-49D2-9C34-771BD289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16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3E5593-0EF5-41E1-BAF6-6BFFDF34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56213B6-8458-400E-8764-D6D4825CB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86211D7-E5AB-408A-895B-FAD22A76A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569DB1D-2DAD-4F85-928D-801CAB4D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7AA53AC-452C-4FAD-AC3E-A924A454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145137B-BA08-4807-9897-3F4A1A18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48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3C4EA9-F17A-468D-AADE-7510C036B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9E8F2E0-3091-49CB-99C0-BD3259569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7F6BD7-5967-406C-807F-1688A64B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7D9EF-C86C-4C30-905B-CDCE3059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233C3C-1C33-4C19-9E38-4D5A2E80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2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7A29EC6-2B0C-49AF-B9D8-1C4D7E8CC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FC32F22-E9B2-4DD3-A8A3-7410E3091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528AF1-94B2-4D3C-9039-CD50E52E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8EF18BC-76B9-4C21-934D-7BBDC9B8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0D8EA3-C3C3-406C-9364-CCC740F5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3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F6E3F88-BEEC-4975-BFE8-CD54E612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9617FCF-6A92-409C-9683-AEF7629A6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65F3B06-EC82-4FE1-A405-22449B37D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B25FE-2F2D-45FB-B934-B5ECBF3B572F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91EB0D-9519-4857-A196-C5056AA10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31DAF2-374C-4555-8506-73C62A68E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5DD86-2AFA-4AC0-848C-B941EFC61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70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01511A9-59E2-4364-823F-DFE055E241E0}"/>
              </a:ext>
            </a:extLst>
          </p:cNvPr>
          <p:cNvSpPr txBox="1"/>
          <p:nvPr/>
        </p:nvSpPr>
        <p:spPr>
          <a:xfrm>
            <a:off x="3578942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cap="all" dirty="0">
                <a:effectLst/>
                <a:latin typeface="Open Sans" panose="020B0606030504020204" pitchFamily="34" charset="0"/>
              </a:rPr>
              <a:t>USING TEMPDATA IN ASP.NET 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0C25942-5A96-4448-9152-D1DEE364A22F}"/>
              </a:ext>
            </a:extLst>
          </p:cNvPr>
          <p:cNvSpPr txBox="1"/>
          <p:nvPr/>
        </p:nvSpPr>
        <p:spPr>
          <a:xfrm>
            <a:off x="117986" y="710746"/>
            <a:ext cx="119265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TempData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MVC is used to pass data from Controller to Controller or Controller to view and it is used to pass data that persists only from one request to the next.</a:t>
            </a:r>
          </a:p>
          <a:p>
            <a:pPr algn="l" fontAlgn="base"/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/>
            </a:r>
            <a:b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</a:b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TempData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requires Typecasting. And also check for Null value before reading the value from 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9E978F1-3FB2-4E91-85A4-17FEA37213F8}"/>
              </a:ext>
            </a:extLst>
          </p:cNvPr>
          <p:cNvSpPr txBox="1"/>
          <p:nvPr/>
        </p:nvSpPr>
        <p:spPr>
          <a:xfrm>
            <a:off x="117986" y="2119302"/>
            <a:ext cx="11926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we are going to add a new Controller with Name Demo Controller in controller folder and add an action method Index in it to handle HTTP get request.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A613A62-4E96-4086-90A4-6A3340521681}"/>
              </a:ext>
            </a:extLst>
          </p:cNvPr>
          <p:cNvSpPr txBox="1"/>
          <p:nvPr/>
        </p:nvSpPr>
        <p:spPr>
          <a:xfrm>
            <a:off x="235974" y="2765633"/>
            <a:ext cx="11513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Assigning a value to </a:t>
            </a:r>
            <a:r>
              <a:rPr lang="en-US" b="1" i="0" u="sng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TempData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We have declared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TempData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with key Message and assigned value “Hello” to it.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836A6C7-EB11-4EF2-B155-F8DA4A088A84}"/>
              </a:ext>
            </a:extLst>
          </p:cNvPr>
          <p:cNvSpPr txBox="1"/>
          <p:nvPr/>
        </p:nvSpPr>
        <p:spPr>
          <a:xfrm>
            <a:off x="235974" y="3631775"/>
            <a:ext cx="6096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Microsoft.AspNetCore.Mvc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_03MVC_ALL.Controllers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TempdatademoController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Controller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Index()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TempData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"Message"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"Hello from </a:t>
            </a:r>
            <a:r>
              <a:rPr lang="en-IN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Tempdatacontroller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TempData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Process_Message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"Process Completed but keep data"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View();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IN" sz="1200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xmlns="" id="{29A61F2A-D64F-40F0-BBDF-A28FD55A4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350" y="3314700"/>
            <a:ext cx="6051141" cy="32480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Now let’s add Index view to Read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TempData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on View.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To add view right, click inside the Index action method of controller then select add view give a name for that view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Index.cshtml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Open Sans" panose="020B0606030504020204" pitchFamily="34" charset="0"/>
              </a:rPr>
              <a:t>Retrieve </a:t>
            </a:r>
            <a:r>
              <a:rPr kumimoji="0" lang="en-US" altLang="en-US" sz="20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Open Sans" panose="020B0606030504020204" pitchFamily="34" charset="0"/>
              </a:rPr>
              <a:t>TempData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Open Sans" panose="020B0606030504020204" pitchFamily="34" charset="0"/>
              </a:rPr>
              <a:t> 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Index</a:t>
            </a: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pt-BR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@TempData[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"Message"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@TempData[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"Process_Message"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TempData.Keep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Process_Message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Link :-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href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="/Demo2/Index"&gt;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Redirect to Demo2 Controller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6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347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997D49E-8177-56D3-246C-4519751E2089}"/>
              </a:ext>
            </a:extLst>
          </p:cNvPr>
          <p:cNvSpPr txBox="1"/>
          <p:nvPr/>
        </p:nvSpPr>
        <p:spPr>
          <a:xfrm>
            <a:off x="824948" y="864704"/>
            <a:ext cx="3876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controller set value using </a:t>
            </a:r>
            <a:r>
              <a:rPr lang="en-US" dirty="0" err="1"/>
              <a:t>Tempdata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5BA0F26-14D3-AC04-E72B-AB9610586688}"/>
              </a:ext>
            </a:extLst>
          </p:cNvPr>
          <p:cNvSpPr txBox="1"/>
          <p:nvPr/>
        </p:nvSpPr>
        <p:spPr>
          <a:xfrm>
            <a:off x="5208104" y="765313"/>
            <a:ext cx="5466522" cy="25853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View we can read data directly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12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CC46B1-8408-4FAE-A5CA-CDB380888CF2}"/>
              </a:ext>
            </a:extLst>
          </p:cNvPr>
          <p:cNvSpPr txBox="1"/>
          <p:nvPr/>
        </p:nvSpPr>
        <p:spPr>
          <a:xfrm>
            <a:off x="127820" y="0"/>
            <a:ext cx="114545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Various Method in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herit"/>
              </a:rPr>
              <a:t>TempData</a:t>
            </a:r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Keep : – Marks all keys in the dictionary for retention.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Keep (with Key): – Marks the specified key in the dictionary for retention.</a:t>
            </a:r>
          </a:p>
          <a:p>
            <a:pPr algn="l" fontAlgn="base"/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C4BC2A4-C1A3-4F0B-B6CC-2D8E43C0D1E9}"/>
              </a:ext>
            </a:extLst>
          </p:cNvPr>
          <p:cNvSpPr txBox="1"/>
          <p:nvPr/>
        </p:nvSpPr>
        <p:spPr>
          <a:xfrm>
            <a:off x="127820" y="1339163"/>
            <a:ext cx="114545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We have already have added demo controller and it also has a view, next we are going to add a new controller with name demo2 with index action method in it.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0AF5B94-B73D-4EFB-9B63-7FD81918DA58}"/>
              </a:ext>
            </a:extLst>
          </p:cNvPr>
          <p:cNvSpPr txBox="1"/>
          <p:nvPr/>
        </p:nvSpPr>
        <p:spPr>
          <a:xfrm>
            <a:off x="206477" y="267832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Microsoft.AspNetCore.Mvc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_03MVC_ALL.Controllers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Demo2Controller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Controller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Index()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View();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IN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xmlns="" id="{3047682D-1002-4732-81F4-D318791CA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811" y="3532572"/>
            <a:ext cx="544835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Demo 2 index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@TempData[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"Message"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@TempData[</a:t>
            </a:r>
            <a:r>
              <a:rPr lang="en-IN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"Process_Message"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latin typeface="Cascadia Mono" panose="020B0609020000020004" pitchFamily="49" charset="0"/>
              </a:rPr>
              <a:t>h5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You will not able to see hello here as you have not keep it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latin typeface="Cascadia Mono" panose="020B0609020000020004" pitchFamily="49" charset="0"/>
              </a:rPr>
              <a:t>h5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02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5E5D819-F619-4007-B9A0-3D6B854ECF9F}"/>
              </a:ext>
            </a:extLst>
          </p:cNvPr>
          <p:cNvSpPr txBox="1"/>
          <p:nvPr/>
        </p:nvSpPr>
        <p:spPr>
          <a:xfrm>
            <a:off x="288235" y="437322"/>
            <a:ext cx="4263887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View 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TempdatademoController</a:t>
            </a:r>
            <a:r>
              <a:rPr lang="en-IN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/Index</a:t>
            </a:r>
            <a:endParaRPr lang="en-US" dirty="0"/>
          </a:p>
          <a:p>
            <a:endParaRPr lang="en-US" dirty="0"/>
          </a:p>
          <a:p>
            <a:r>
              <a:rPr lang="en-US" dirty="0"/>
              <a:t>Hello</a:t>
            </a:r>
          </a:p>
          <a:p>
            <a:r>
              <a:rPr lang="en-US" dirty="0"/>
              <a:t>Process data keep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Link  Demo2/index</a:t>
            </a:r>
          </a:p>
          <a:p>
            <a:r>
              <a:rPr lang="en-US" dirty="0"/>
              <a:t>Link Demo3/Index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1A61F67-982E-91EB-CC81-99FD0BFEA758}"/>
              </a:ext>
            </a:extLst>
          </p:cNvPr>
          <p:cNvSpPr txBox="1"/>
          <p:nvPr/>
        </p:nvSpPr>
        <p:spPr>
          <a:xfrm>
            <a:off x="5963479" y="160323"/>
            <a:ext cx="4353338" cy="286232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Demo2/View</a:t>
            </a:r>
          </a:p>
          <a:p>
            <a:endParaRPr lang="en-US" dirty="0"/>
          </a:p>
          <a:p>
            <a:r>
              <a:rPr lang="en-US" dirty="0"/>
              <a:t>You will not able to see Hello</a:t>
            </a:r>
          </a:p>
          <a:p>
            <a:endParaRPr lang="en-US" dirty="0"/>
          </a:p>
          <a:p>
            <a:r>
              <a:rPr lang="en-US" dirty="0"/>
              <a:t>But you will able to see value of key </a:t>
            </a:r>
            <a:r>
              <a:rPr lang="en-IN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Process_Message</a:t>
            </a:r>
            <a:r>
              <a:rPr lang="en-IN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</a:p>
          <a:p>
            <a:endParaRPr lang="en-IN" dirty="0">
              <a:solidFill>
                <a:srgbClr val="A31515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chemeClr val="tx1"/>
                </a:solidFill>
                <a:latin typeface="Cascadia Mono" panose="020B0609020000020004" pitchFamily="49" charset="0"/>
              </a:rPr>
              <a:t>because</a:t>
            </a:r>
          </a:p>
          <a:p>
            <a:endParaRPr lang="en-IN" dirty="0">
              <a:solidFill>
                <a:srgbClr val="A31515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chemeClr val="tx1"/>
                </a:solidFill>
                <a:latin typeface="Cascadia Mono" panose="020B0609020000020004" pitchFamily="49" charset="0"/>
              </a:rPr>
              <a:t>you have use </a:t>
            </a:r>
            <a:r>
              <a:rPr lang="en-IN" dirty="0">
                <a:solidFill>
                  <a:schemeClr val="tx1"/>
                </a:solidFill>
                <a:latin typeface="Cascadia Mono" panose="020B0609020000020004" pitchFamily="49" charset="0"/>
              </a:rPr>
              <a:t>Keep method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F7EB4F3E-0A97-2CF8-B290-0D4F5A0696B0}"/>
              </a:ext>
            </a:extLst>
          </p:cNvPr>
          <p:cNvCxnSpPr/>
          <p:nvPr/>
        </p:nvCxnSpPr>
        <p:spPr>
          <a:xfrm flipV="1">
            <a:off x="2156791" y="1967948"/>
            <a:ext cx="3939209" cy="646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645F53F-DEA2-6CF1-62E4-0274EA081FCC}"/>
              </a:ext>
            </a:extLst>
          </p:cNvPr>
          <p:cNvSpPr txBox="1"/>
          <p:nvPr/>
        </p:nvSpPr>
        <p:spPr>
          <a:xfrm>
            <a:off x="5466522" y="3687417"/>
            <a:ext cx="3776869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Demo3 controller we are   reading value from  </a:t>
            </a:r>
            <a:r>
              <a:rPr lang="en-US" dirty="0" err="1"/>
              <a:t>Tempdata</a:t>
            </a:r>
            <a:r>
              <a:rPr lang="en-US" dirty="0"/>
              <a:t>[“</a:t>
            </a:r>
            <a:r>
              <a:rPr lang="en-IN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Process_Message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en-US" dirty="0"/>
              <a:t>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4F5FF9FC-540A-B52F-C7F7-7F170E91A53E}"/>
              </a:ext>
            </a:extLst>
          </p:cNvPr>
          <p:cNvCxnSpPr/>
          <p:nvPr/>
        </p:nvCxnSpPr>
        <p:spPr>
          <a:xfrm>
            <a:off x="2156791" y="2862322"/>
            <a:ext cx="2723322" cy="82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4C38531-F6C5-BF7F-3F41-16B413FB37A2}"/>
              </a:ext>
            </a:extLst>
          </p:cNvPr>
          <p:cNvSpPr txBox="1"/>
          <p:nvPr/>
        </p:nvSpPr>
        <p:spPr>
          <a:xfrm>
            <a:off x="2514600" y="3536894"/>
            <a:ext cx="200770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Controller</a:t>
            </a:r>
          </a:p>
          <a:p>
            <a:r>
              <a:rPr lang="en-US" dirty="0"/>
              <a:t>To</a:t>
            </a:r>
          </a:p>
          <a:p>
            <a:r>
              <a:rPr lang="en-US" dirty="0"/>
              <a:t>Controller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9DD8DE1-FDF8-B138-65DE-8E51B0558B16}"/>
              </a:ext>
            </a:extLst>
          </p:cNvPr>
          <p:cNvSpPr txBox="1"/>
          <p:nvPr/>
        </p:nvSpPr>
        <p:spPr>
          <a:xfrm>
            <a:off x="4126395" y="1729983"/>
            <a:ext cx="1908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Controller to</a:t>
            </a:r>
          </a:p>
          <a:p>
            <a:endParaRPr lang="en-US" dirty="0"/>
          </a:p>
          <a:p>
            <a:r>
              <a:rPr lang="en-US" dirty="0"/>
              <a:t>Controller/View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52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90A9786-0DFB-4A3C-A3D5-76075B638797}"/>
              </a:ext>
            </a:extLst>
          </p:cNvPr>
          <p:cNvSpPr txBox="1"/>
          <p:nvPr/>
        </p:nvSpPr>
        <p:spPr>
          <a:xfrm>
            <a:off x="521108" y="0"/>
            <a:ext cx="116708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Keep (with Key)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Marks the specified key in the dictionary for retention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If you want to retain only data of single key then you can use Keep Method with the key.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xmlns="" id="{9B5BB01E-9068-4398-9792-CCE114E82D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17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05E121E-790E-446F-35AB-21B9FBF29407}"/>
              </a:ext>
            </a:extLst>
          </p:cNvPr>
          <p:cNvSpPr txBox="1"/>
          <p:nvPr/>
        </p:nvSpPr>
        <p:spPr>
          <a:xfrm>
            <a:off x="544167" y="559908"/>
            <a:ext cx="546900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Microsoft.AspNetCore.Mvc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_03MVC_ALL.Controllers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Demo3Controller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Controller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Index()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Object s1= TempData[</a:t>
            </a:r>
            <a:r>
              <a:rPr lang="pt-B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"Process_Message"</a:t>
            </a:r>
            <a:r>
              <a:rPr lang="pt-B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];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View(s1);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BFD9B02-0B4D-9903-794B-4B9E92864D05}"/>
              </a:ext>
            </a:extLst>
          </p:cNvPr>
          <p:cNvSpPr txBox="1"/>
          <p:nvPr/>
        </p:nvSpPr>
        <p:spPr>
          <a:xfrm>
            <a:off x="1958008" y="-1"/>
            <a:ext cx="4999383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Reading Data in controller from another controller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388543D-A31C-D28C-6357-EDE771027086}"/>
              </a:ext>
            </a:extLst>
          </p:cNvPr>
          <p:cNvSpPr txBox="1"/>
          <p:nvPr/>
        </p:nvSpPr>
        <p:spPr>
          <a:xfrm>
            <a:off x="229843" y="4941549"/>
            <a:ext cx="609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View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  <a:sym typeface="Wingdings" panose="05000000000000000000" pitchFamily="2" charset="2"/>
              </a:rPr>
              <a:t></a:t>
            </a:r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@model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latin typeface="Cascadia Mono" panose="020B0609020000020004" pitchFamily="49" charset="0"/>
              </a:rPr>
              <a:t>h5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read data from controller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latin typeface="Cascadia Mono" panose="020B0609020000020004" pitchFamily="49" charset="0"/>
              </a:rPr>
              <a:t>h5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@Model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54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612BD21-7EB3-4863-9A60-4067EBBD0D90}"/>
              </a:ext>
            </a:extLst>
          </p:cNvPr>
          <p:cNvSpPr txBox="1"/>
          <p:nvPr/>
        </p:nvSpPr>
        <p:spPr>
          <a:xfrm>
            <a:off x="2271252" y="3069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ViewData</a:t>
            </a:r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VS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ViewBag</a:t>
            </a:r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VS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TempData</a:t>
            </a:r>
            <a:endParaRPr lang="en-IN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5A5D94C0-BC29-4D0F-9DC6-12886B3FD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514778"/>
              </p:ext>
            </p:extLst>
          </p:nvPr>
        </p:nvGraphicFramePr>
        <p:xfrm>
          <a:off x="678425" y="914399"/>
          <a:ext cx="10982631" cy="4594989"/>
        </p:xfrm>
        <a:graphic>
          <a:graphicData uri="http://schemas.openxmlformats.org/drawingml/2006/table">
            <a:tbl>
              <a:tblPr/>
              <a:tblGrid>
                <a:gridCol w="3660877">
                  <a:extLst>
                    <a:ext uri="{9D8B030D-6E8A-4147-A177-3AD203B41FA5}">
                      <a16:colId xmlns:a16="http://schemas.microsoft.com/office/drawing/2014/main" xmlns="" val="3695365734"/>
                    </a:ext>
                  </a:extLst>
                </a:gridCol>
                <a:gridCol w="3660877">
                  <a:extLst>
                    <a:ext uri="{9D8B030D-6E8A-4147-A177-3AD203B41FA5}">
                      <a16:colId xmlns:a16="http://schemas.microsoft.com/office/drawing/2014/main" xmlns="" val="780718365"/>
                    </a:ext>
                  </a:extLst>
                </a:gridCol>
                <a:gridCol w="3660877">
                  <a:extLst>
                    <a:ext uri="{9D8B030D-6E8A-4147-A177-3AD203B41FA5}">
                      <a16:colId xmlns:a16="http://schemas.microsoft.com/office/drawing/2014/main" xmlns="" val="200532862"/>
                    </a:ext>
                  </a:extLst>
                </a:gridCol>
              </a:tblGrid>
              <a:tr h="192210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ViewData</a:t>
                      </a:r>
                      <a:endParaRPr lang="en-IN" sz="1800">
                        <a:effectLst/>
                      </a:endParaRP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ViewBag</a:t>
                      </a:r>
                      <a:endParaRPr lang="en-IN" sz="1800">
                        <a:effectLst/>
                      </a:endParaRP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TempData</a:t>
                      </a:r>
                      <a:endParaRPr lang="en-IN" sz="1800">
                        <a:effectLst/>
                      </a:endParaRP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81645453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 is Key-Value Dictionary collection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 is a type object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 is Key-Value Dictionary collection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75685998"/>
                  </a:ext>
                </a:extLst>
              </a:tr>
              <a:tr h="624679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ViewData is a dictionary object and it is property of ControllerBase class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ViewBag is Dynamic property of ControllerBase class.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TempData is a dictionary object and it is property of controllerBase class.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69403140"/>
                  </a:ext>
                </a:extLst>
              </a:tr>
              <a:tr h="33636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ViewData is Faster than ViewBag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ViewBag is slower than ViewData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NA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5045107"/>
                  </a:ext>
                </a:extLst>
              </a:tr>
              <a:tr h="768836"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ViewData</a:t>
                      </a:r>
                      <a:r>
                        <a:rPr lang="en-US" sz="1800" dirty="0">
                          <a:effectLst/>
                        </a:rPr>
                        <a:t> is introduced in MVC 1.0 and available in MVC 1.0 and above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ViewBag is introduced in MVC 3.0 and available in MVC 3.0 and above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TempData is also introduced in MVC1.0 and available in MVC 1.0 and above.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32622412"/>
                  </a:ext>
                </a:extLst>
              </a:tr>
              <a:tr h="76883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Type Conversion code is required while enumerating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 depth, ViewBag is used dynamic, so there is no need to type conversion while enumerating.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Type Conversion code is required while enumerating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48171194"/>
                  </a:ext>
                </a:extLst>
              </a:tr>
              <a:tr h="624679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Its value becomes null if redirection has occurred.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Same as ViewData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TempData is used to pass data between two consecutive requests.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65851445"/>
                  </a:ext>
                </a:extLst>
              </a:tr>
              <a:tr h="624679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It lies only during the current request.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Same as </a:t>
                      </a:r>
                      <a:r>
                        <a:rPr lang="en-IN" sz="1800" dirty="0" err="1">
                          <a:effectLst/>
                        </a:rPr>
                        <a:t>ViewData</a:t>
                      </a:r>
                      <a:endParaRPr lang="en-IN" sz="1800" dirty="0">
                        <a:effectLst/>
                      </a:endParaRP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TempData</a:t>
                      </a:r>
                      <a:r>
                        <a:rPr lang="en-US" sz="1800" dirty="0">
                          <a:effectLst/>
                        </a:rPr>
                        <a:t> only works during the current and subsequent request</a:t>
                      </a:r>
                    </a:p>
                  </a:txBody>
                  <a:tcPr marL="42660" marR="42660" marT="21330" marB="21330" anchor="ctr">
                    <a:lnL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BABA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6634649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2B574AB-07A4-E7CD-CDF2-C036397A8504}"/>
              </a:ext>
            </a:extLst>
          </p:cNvPr>
          <p:cNvSpPr txBox="1"/>
          <p:nvPr/>
        </p:nvSpPr>
        <p:spPr>
          <a:xfrm>
            <a:off x="5394463" y="5747508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In the internal mechanism, temp data is basically used session variables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It is mainly used for store data as a one time message.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00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584</Words>
  <Application>Microsoft Office PowerPoint</Application>
  <PresentationFormat>Widescreen</PresentationFormat>
  <Paragraphs>129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 Unicode MS</vt:lpstr>
      <vt:lpstr>Arial</vt:lpstr>
      <vt:lpstr>Calibri</vt:lpstr>
      <vt:lpstr>Calibri Light</vt:lpstr>
      <vt:lpstr>Cascadia Mono</vt:lpstr>
      <vt:lpstr>Courier New</vt:lpstr>
      <vt:lpstr>Google Sans</vt:lpstr>
      <vt:lpstr>inherit</vt:lpstr>
      <vt:lpstr>Open Sans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User</cp:lastModifiedBy>
  <cp:revision>21</cp:revision>
  <dcterms:created xsi:type="dcterms:W3CDTF">2021-10-17T16:41:49Z</dcterms:created>
  <dcterms:modified xsi:type="dcterms:W3CDTF">2024-04-30T13:59:03Z</dcterms:modified>
</cp:coreProperties>
</file>