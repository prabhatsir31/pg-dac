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C741-CCE3-9ED6-EC05-D8979A9D2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3CD4E-BEEB-18DA-3D75-D2777D6C6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A1FCA-FE31-B444-BE66-D697FB94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8EF56-D2DD-6513-386D-09AF7E9C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C03D-E0AA-319D-6475-31AF6B44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24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2C27-3085-994E-4D42-FFD5D438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B22ED-3978-CAA6-D833-CC49A912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D078-F06B-EE5E-5565-A1B91704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BC25-BC7D-D389-4AB0-E95C0474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0DD6A-D93F-1F13-8C96-0B030976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99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36A8-3175-84E2-4138-29CC4D67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AA73C-A3B5-7780-B1AC-A78F55411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BDC7-32CA-A9E7-9B1E-4C408FE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7DEEC-666A-4BF7-1D20-6BC1E3F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F090-A0BB-BF55-3387-FBD1D488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8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A26C-287B-6CAC-24FE-43CC9F91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4CEE-F401-F9A9-1126-C8BC9749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5C98D-CCB6-0411-B0E8-F3C5EFF6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FAD4-83C3-7D6F-B407-89DE0488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D3B3-3414-C90E-569A-C3F595E90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A4DC2-3255-923B-1C06-03008979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7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D3978-AEB3-EB97-B24B-8CAC98B2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0E622-C061-1F69-0F5F-1F0FA4B0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5151D-F418-58D9-195E-79948B4FD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DB09-00A6-3E94-A335-3BDB50AA0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539653-10AC-4C45-EB87-E8B2282E4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3AF0D-E53A-A050-4547-5A7A6609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97124-2C15-902D-E730-36A26C7FC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FD9FC-23FA-8DA5-17DC-CA078267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8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C5DF-E1A9-C529-7535-1E9A03F6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B19ED-EAF5-50D7-D208-4C163694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9BB5F-C71E-72C2-FD92-760DD8D5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C581-D633-70A6-1D50-4C5B760B9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82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8AB65-16A9-9909-8AEE-F55AC1BD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FE351-84E1-AF3C-B827-F5CD3434B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0D0E5-24E3-A297-5BD8-BCACDC02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10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2DAD-A94B-A127-2526-EF94AC1F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CB7D-54D1-D204-AD13-4217D5E3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C4633-3165-28F7-E620-E746F393D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8FCC8-B7F9-80B8-916D-BD588DF9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E54FF-3455-C663-5AFC-096EC541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957CE-2119-5164-D360-B3E35183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255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2317-3CE7-4209-AE33-AD2BE79D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9A61B-7445-DCA8-EB74-F999C5603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42BA6-EEA5-646B-7160-5F1054E60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17E3-9E72-BE19-CEA9-A3DE4C45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75FF-8557-DAD7-EBA6-B58A1040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0444F-0556-8350-D600-E895DC28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B8A27-F7B5-D84F-D9ED-BC7752FF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874B-5FD2-C48C-7D50-BC8F80F4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554E6-2034-CE1E-F279-072E93A5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40DF-E3C5-24CA-B874-18D307AA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28FF8-3660-6139-D926-5942FA9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7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56B6F-05BF-40B3-0922-D39C74CF7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E7D2D-B904-ACFD-3ADF-24C256E7B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9572E-0E70-FD14-DC54-1114D023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46D6-BE5D-4583-327A-70D556B3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B15B4-E94C-325F-C761-4EB31C1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59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7C792-7199-5CE9-ADBE-35A779CC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8CF8-795A-0376-8B2D-CF4A7D57C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3B7E-FAF3-8502-F240-23DE23C9C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45A11-8693-421D-9A8E-06A43CA7EB9A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8E7A2-B02A-B721-72AE-BF9BFE66A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B546-CAC6-DE79-53D5-916B2B74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0B13B-DE9B-4380-B23F-5E5700022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4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D2AAF0-892E-CD57-9883-89690D771A6A}"/>
              </a:ext>
            </a:extLst>
          </p:cNvPr>
          <p:cNvSpPr txBox="1"/>
          <p:nvPr/>
        </p:nvSpPr>
        <p:spPr>
          <a:xfrm>
            <a:off x="127000" y="0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System;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OperatorOverloadingDemo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endParaRPr lang="en-IN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b;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 = 0,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a = r;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b =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Add(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c1, </a:t>
            </a:r>
            <a:r>
              <a:rPr lang="en-US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 =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temp.a = c1.a + c2.a;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temp.b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c1.b + c2.b;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temp;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Display()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1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IN" sz="11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{b}</a:t>
            </a:r>
            <a:r>
              <a:rPr lang="en-IN" sz="11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};</a:t>
            </a:r>
          </a:p>
          <a:p>
            <a:r>
              <a:rPr lang="en-IN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B4F02-F219-1650-4A6C-866A1668BDA9}"/>
              </a:ext>
            </a:extLst>
          </p:cNvPr>
          <p:cNvSpPr txBox="1"/>
          <p:nvPr/>
        </p:nvSpPr>
        <p:spPr>
          <a:xfrm>
            <a:off x="5833533" y="157231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public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static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operator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+(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c1,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c2)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 =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Complex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temp.a = c1.a + c2.a;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temp.b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= c1.b + c2.b;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temp;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}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EF677-7318-AAC5-03C2-A40683694176}"/>
              </a:ext>
            </a:extLst>
          </p:cNvPr>
          <p:cNvSpPr txBox="1"/>
          <p:nvPr/>
        </p:nvSpPr>
        <p:spPr>
          <a:xfrm>
            <a:off x="67733" y="4493538"/>
            <a:ext cx="85513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internal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  <a:endParaRPr lang="en-US" sz="1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c1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(3, 7);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c1.Display();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c2 =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(5, 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c2.Display();</a:t>
            </a:r>
          </a:p>
          <a:p>
            <a:r>
              <a:rPr lang="fr-FR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c3 = </a:t>
            </a:r>
            <a:r>
              <a:rPr lang="fr-FR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Complex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.Add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(c1, c2);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c3.Display();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7683B-9215-E3BB-0E29-E6AAC0743CCC}"/>
              </a:ext>
            </a:extLst>
          </p:cNvPr>
          <p:cNvSpPr txBox="1"/>
          <p:nvPr/>
        </p:nvSpPr>
        <p:spPr>
          <a:xfrm>
            <a:off x="6858000" y="2184400"/>
            <a:ext cx="4885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Operator OVERLOADING</a:t>
            </a:r>
          </a:p>
        </p:txBody>
      </p:sp>
    </p:spTree>
    <p:extLst>
      <p:ext uri="{BB962C8B-B14F-4D97-AF65-F5344CB8AC3E}">
        <p14:creationId xmlns:p14="http://schemas.microsoft.com/office/powerpoint/2010/main" val="584700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260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</cp:revision>
  <dcterms:created xsi:type="dcterms:W3CDTF">2025-03-28T08:52:31Z</dcterms:created>
  <dcterms:modified xsi:type="dcterms:W3CDTF">2025-03-28T09:39:44Z</dcterms:modified>
</cp:coreProperties>
</file>