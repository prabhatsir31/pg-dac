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B8FF4E-10A1-47CB-A76B-4D13185E4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5160440-45F4-423E-AA57-22058442F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F67A2C-D7E6-4A6C-B6F3-21D977D11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F7346B6-6C12-4B9F-9BDA-66CA93D3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8516CD-8C3E-4BC6-865D-36A3B375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93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21AC46-AAC3-4691-B123-70B80EA09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FCBD9B-548B-48E4-82F0-A397F5B47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004AA46-E6DE-4975-9EAD-492F63F8D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3DD13FF-C71A-4EBA-8A0F-271B1DD0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F0ACACE-9925-4D92-8EEE-1AEAC9EE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46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0FE30E-6257-42E3-A92F-20C4E5478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C79B694-2C68-4AAB-8156-628695E6E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A12FC43-45CD-481C-963E-B3206FDAC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2E2586-6AF9-4ACC-8B5F-B6FAD96FF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B3A11C4-67EB-493B-BE55-E0816F90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42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7B9B07-A796-4D1F-B7E4-1AD14167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72D2AB0-EB5F-474E-B12E-5A090144C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6E74DE0-8DD4-488A-B609-3EDFEB33D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7318709-8CA8-42DD-A570-C976E6983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439F6DE-94EB-4A5C-A143-4F4644D7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F94C4E0-5521-494E-AB5B-2EA3736E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130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0E618F-1B6A-4640-BF31-24B5CD55F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FE086CC-0755-49AD-AF9F-03F764438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D5DE54A-34E5-4370-9F37-AD2120414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551A8A8-8E2E-4A9E-B302-8CA7E7B40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34BB046-1E39-4547-972A-9C4B24805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AF94704-78E1-46CB-9F4F-2F0C6EF5B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39A0808-08E5-40CB-905C-0B2617CF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0B38C30-B839-473E-8C89-CE5017C9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841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0AE5DD-A9E8-4FEA-B8A1-073E07985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3E70804-5C73-48ED-A2E9-AA6E3810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144D372-50B2-4AB5-AAD9-7A55D805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05036A7-7507-4583-9C2A-4FF5AC9C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6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7D49D5D-5625-4A75-8016-C1C825B44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DE17C49-837A-46F0-8721-C1FCADA9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040BF00-9344-40D5-86C9-705FB034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59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21B80B-C5F5-45D3-A410-0B0E25427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C5538A-5C68-438A-959A-140DB30E1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3426811-CB0C-4B37-ACA4-3D4CEC873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F2D805C-BC9C-416E-8309-F25CD4B5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4C214F4-614E-402D-88DD-C2AD94C7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D33568-B0E6-4A8A-ACE2-4A5251AE7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84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5A24A0-3E40-4D38-B39B-EADCBC5A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3E5DCEF-6422-48B3-9285-12C5B4F48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64A7E52-1637-48AD-B6C2-A481CA8D0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DD6482-A493-4C08-A988-CDCFD37E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BFEA076-1CE5-4A1D-B128-AA028833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25E810F-F73C-4B3E-BD66-4BCABCDE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649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425222-8306-4614-BCF4-039105C3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D08BD99-3065-497B-8217-D83823279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6603E28-FACB-42C8-99EE-E3D784CE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CFF53A-D417-4D42-BEB4-7603B3E1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BC0728C-E4E4-4CAD-82D5-BFE2EA1E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01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EE8A77A-08C2-440E-8F70-9C61AB31DF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F3E0905-5255-440E-AEB5-1A24A9EE4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DBF66BC-6F80-4B6F-BEC0-F54A4C9C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E97F594-E833-4C66-BE47-9FDFB51A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CD4042-03F4-43C7-BF3A-39FACED0E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13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FAFA5AB-D02D-4386-BDE6-345D6C2CD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E6C43C8-F23E-457D-B186-56C9CC2E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9443F8-FB16-4C19-9437-1D29E07BD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2DBD3-CE6C-461D-AD68-554C28F20B6A}" type="datetimeFigureOut">
              <a:rPr lang="en-IN" smtClean="0"/>
              <a:t>18-07-2023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CAF8F63-7BB8-4D8D-8F85-43AB5B63FF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F91020-E5C0-45C6-9496-9345B717B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B8D72-613E-487C-B5FC-82C7F26C7E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65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391777D-FC70-4E5F-B27D-E279350F9F3B}"/>
              </a:ext>
            </a:extLst>
          </p:cNvPr>
          <p:cNvSpPr txBox="1"/>
          <p:nvPr/>
        </p:nvSpPr>
        <p:spPr>
          <a:xfrm>
            <a:off x="324465" y="235974"/>
            <a:ext cx="1163156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What is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wwwroot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folder in ASP.NET Core?</a:t>
            </a:r>
          </a:p>
          <a:p>
            <a:pPr algn="just" fontAlgn="base"/>
            <a:endParaRPr lang="en-US" b="0" i="0" dirty="0">
              <a:solidFill>
                <a:srgbClr val="3A3A3A"/>
              </a:solidFill>
              <a:effectLst/>
              <a:latin typeface="-apple-system"/>
            </a:endParaRPr>
          </a:p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By default,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wwwroot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folder in the ASP.NET Core application is treated as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webroot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folder and this folder or directory should be present in the root project folder. In ASP.NET Core Application, the Static files can be stored in any folder under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webroot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folder and can be accessed with a relative path to that root.</a:t>
            </a:r>
          </a:p>
          <a:p>
            <a:pPr algn="just" fontAlgn="base"/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/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Adding the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wwwroot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webroot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folder in ASP.NET Core Application:</a:t>
            </a:r>
          </a:p>
          <a:p>
            <a:pPr algn="just" fontAlgn="base"/>
            <a:endParaRPr lang="en-US" b="0" i="0" dirty="0">
              <a:solidFill>
                <a:srgbClr val="3A3A3A"/>
              </a:solidFill>
              <a:effectLst/>
              <a:latin typeface="-apple-system"/>
            </a:endParaRPr>
          </a:p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When you create an ASP.NET Core Web Application with Web and MVC Template, then by default this folder 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wwwroot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is created in the root project folder. But if you create a new .NET Core Application with Empty template then by default this folder is not going to be created by Visual Studio.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 we are discussing everything from scratch, let us create an ASP.NET Core Application using the Empty Project template and then understand how to add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wwwroot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folder in it.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E5DB053B-9103-4087-9E8E-6BFAA8815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735" y="4082692"/>
            <a:ext cx="42672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467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2CB871F7-7EE3-407E-AC11-6692267DAD26}"/>
              </a:ext>
            </a:extLst>
          </p:cNvPr>
          <p:cNvSpPr txBox="1"/>
          <p:nvPr/>
        </p:nvSpPr>
        <p:spPr>
          <a:xfrm>
            <a:off x="481781" y="324465"/>
            <a:ext cx="114644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What the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wwwroot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webroot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folder is going to contain in ASP.NET Core:</a:t>
            </a:r>
          </a:p>
          <a:p>
            <a:pPr algn="just" fontAlgn="base"/>
            <a:endParaRPr lang="en-US" b="0" i="0" dirty="0" smtClean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fontAlgn="base"/>
            <a:r>
              <a:rPr lang="en-US" b="0" i="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only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those files that are present inside in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webroot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wwwroot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folder or any subfolder under it can be served over an HTTP request.</a:t>
            </a:r>
          </a:p>
          <a:p>
            <a:pPr algn="just" fontAlgn="base"/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All other files are blocked and cannot be served by default. </a:t>
            </a:r>
          </a:p>
          <a:p>
            <a:pPr algn="just" fontAlgn="base"/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Generally, there should be separate folders for the different types of static files such as JavaScript, CSS, Images, Library scripts,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etc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inside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wwwroot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folder as shown below: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59636925-A46D-42B0-95E8-48A92E407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230" y="3609207"/>
            <a:ext cx="3981450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96A4826-C3FE-4B9A-9586-AB89FD3F3D7A}"/>
              </a:ext>
            </a:extLst>
          </p:cNvPr>
          <p:cNvSpPr txBox="1"/>
          <p:nvPr/>
        </p:nvSpPr>
        <p:spPr>
          <a:xfrm>
            <a:off x="644320" y="3760356"/>
            <a:ext cx="65233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Now, you can access static files such as CSS,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lib with base URL and file name. For example, you can access the above site.js file in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folder by </a:t>
            </a:r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https://localhost:&lt;port&gt;/js/site.js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algn="just" fontAlgn="base"/>
            <a:endParaRPr lang="en-US" b="1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fontAlgn="base"/>
            <a:r>
              <a:rPr 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Note: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In order to serve the static files, you need to include the </a:t>
            </a:r>
            <a:r>
              <a:rPr lang="en-US" b="1" i="0" u="none" strike="noStrike" dirty="0">
                <a:solidFill>
                  <a:srgbClr val="007BFF"/>
                </a:solidFill>
                <a:effectLst/>
                <a:latin typeface="arial" panose="020B0604020202020204" pitchFamily="34" charset="0"/>
              </a:rPr>
              <a:t>app.UseStaticFiles()</a:t>
            </a:r>
            <a:r>
              <a:rPr lang="en-US" b="0" i="0" u="none" strike="noStrike" dirty="0">
                <a:solidFill>
                  <a:srgbClr val="007BFF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middleware component in the ‘Configure()’ method of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Startup.cs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file. </a:t>
            </a:r>
            <a:endParaRPr lang="en-US" b="0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16504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295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-apple-system</vt:lpstr>
      <vt:lpstr>Arial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Basaid</cp:lastModifiedBy>
  <cp:revision>6</cp:revision>
  <dcterms:created xsi:type="dcterms:W3CDTF">2021-10-12T10:30:12Z</dcterms:created>
  <dcterms:modified xsi:type="dcterms:W3CDTF">2023-07-18T10:40:58Z</dcterms:modified>
</cp:coreProperties>
</file>