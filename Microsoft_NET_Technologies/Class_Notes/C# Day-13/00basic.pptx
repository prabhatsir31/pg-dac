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766E-0F5B-15F4-58DF-8440638AD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A58D7-9580-640F-AA60-D4970C090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0E20-C535-93FF-B4AE-42673E10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30B0E-805B-F4C4-9080-17490F42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A1B0C-3EC8-5F1B-37D6-7606CF87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21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31A3-3E44-9436-E7D5-3BF56567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71CB-9A4D-0CF5-AF5B-F1EE8A825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ED224-520E-0278-47AB-386BC353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D1B78-8609-DC78-C728-294A10A3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4EAD7-1483-0907-1182-B7CF623F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C09F-D2F7-BFD7-68B3-F53A38DD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C32DA-AAEE-C9BF-A511-7E3225432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6377D-3F1C-69C0-DD55-9CBB911F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ABA26-35ED-7EA6-C56E-F9452088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DC93-0063-3544-D507-03604AE7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07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D95E-EC57-1AA3-A295-C09A75B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77B6-6DF0-B647-A92A-5FBF73044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E4AF6-2B75-084D-D92E-A11A5E872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298A3-1F74-A00B-8175-0A1C730B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A55D3-DCE4-6693-7419-09F825A6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65774-096B-A469-A131-A5B662CF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39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D475-4A3E-BE36-3106-6932C0C6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2C74F-90AA-7C16-77BD-FBCBF8830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2F730-8B38-205C-8FC4-E74F68B82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B5DB5-C307-E02E-DB38-C1A6EDAC0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D424D-81D8-167A-14D0-58E7D03EF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12939-5A64-3D4B-4B37-C0739471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A74761-88F0-A0B3-A1C5-5FB31323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8C41-8340-BF84-88DD-3E67DF89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92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CE3D-7ED7-B391-3DED-0D80E88F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D1D62-E578-877D-1977-E666D8B0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A34A3-51DD-3582-7306-5D42A278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2C73F-BB45-F81B-FFE8-CD99BB6B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53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3E602-340B-7948-A660-8F468BA6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2BB2F-5FB9-A5E1-38B6-D6054F48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4FE84-4B18-2A12-FD27-22A7A4A4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65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E531-142B-75BD-46CF-764241C2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44532-653B-600B-9C2A-0D06EB523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BBE6A-2AFF-6115-66C0-15D4AC9A5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994C0-C2F1-738E-786C-059EF0A2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84F50-2945-250F-C4BB-914035B3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DD789-F045-9CCE-88E5-F3E22F6E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70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68C8-349A-3C81-A360-E9E69894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AD301-D0BE-3DE9-DAE6-4264D962E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0DC8E-CC86-569F-B64C-42BA73240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6ED40-5BF2-CCB7-8224-825617A2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14EEB-1F26-45CC-B0EA-5ECE54898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F3E3A-EC2D-34EE-0C25-2A85945ED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03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8263-A326-94E1-C103-A272AD9A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EFB58-F5D2-DB8C-192C-B445C311F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E2DB-0A1C-45F6-3B8A-C2147531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D7F56-EBB4-9B04-9C5A-63382CEC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E06FF-B4AF-0376-9310-FD821CF2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22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81841-5A9D-AA13-1723-B7B830066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F190B-CF91-CB88-F7B8-8CAA85CB9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E645D-4A55-5066-3BAF-46E74451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89C6-97CE-4D93-74FF-6BCCBB80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33E2E-E5F9-D87D-D3D8-88A8F259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01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AC2AC-4B8F-D36C-8C9E-E521ADD7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28A38-3205-3C9A-C29C-7818CDFA3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4A560-3C70-FE77-C618-AA41E30E7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9E858-9CCB-481A-958E-3DEC9FA4226E}" type="datetimeFigureOut">
              <a:rPr lang="en-IN" smtClean="0"/>
              <a:t>11-09-2023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E2C13-34EC-61D2-A0E7-565382D42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D6345-C95D-A21A-6184-4C46E9A13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1C6E-F89E-4E40-B0D5-999651BD0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62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32C898-EE06-007B-E0A7-D9102E04CD4D}"/>
              </a:ext>
            </a:extLst>
          </p:cNvPr>
          <p:cNvSpPr txBox="1"/>
          <p:nvPr/>
        </p:nvSpPr>
        <p:spPr>
          <a:xfrm>
            <a:off x="332296" y="141037"/>
            <a:ext cx="1122496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Microsoft.Extensions.Configuration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WebApplicationNVCREpos.Models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WebApplicationNVCREpos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WebApplication.CreateBuilder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builder.Services.AddDbContextPool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Appdbcontexts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options =&gt;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options.UseSqlServer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builder.Configuration.GetConnectionString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EmployeeDBConnection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)));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builder.Build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app.UseExceptionHandler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"/Home/Error"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The default HSTS value is 30 days. You may want to change this for production scenarios, see https://aka.ms/aspnetcore-hsts.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app.UseHsts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app.UseHttpsRedirection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app.UseStaticFiles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app.UseRouting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app.MapControllerRoute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name: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pattern: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"{controller=Home}/{action=Index}/{id?}"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app.Run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FDFA5-3E72-A322-0C35-E49690B7B34B}"/>
              </a:ext>
            </a:extLst>
          </p:cNvPr>
          <p:cNvSpPr txBox="1"/>
          <p:nvPr/>
        </p:nvSpPr>
        <p:spPr>
          <a:xfrm>
            <a:off x="3935690" y="141037"/>
            <a:ext cx="5561815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The web application used to configure the HTTP pipeline, and routes.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360001-6DED-B7C6-8D99-27FF241B7E91}"/>
              </a:ext>
            </a:extLst>
          </p:cNvPr>
          <p:cNvCxnSpPr>
            <a:cxnSpLocks/>
          </p:cNvCxnSpPr>
          <p:nvPr/>
        </p:nvCxnSpPr>
        <p:spPr>
          <a:xfrm flipV="1">
            <a:off x="3403076" y="923827"/>
            <a:ext cx="1432874" cy="1121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C26A0A5-BC31-7C67-3EF4-44069FF687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01" r="42938" b="62336"/>
          <a:stretch/>
        </p:blipFill>
        <p:spPr>
          <a:xfrm>
            <a:off x="9030878" y="263777"/>
            <a:ext cx="3629319" cy="233984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942F66-38EC-54F5-85F8-D7250D9F3968}"/>
              </a:ext>
            </a:extLst>
          </p:cNvPr>
          <p:cNvCxnSpPr/>
          <p:nvPr/>
        </p:nvCxnSpPr>
        <p:spPr>
          <a:xfrm flipV="1">
            <a:off x="5505254" y="1272619"/>
            <a:ext cx="3299381" cy="89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D8BE40-EC2B-FFBE-918B-0E388CE5BFD2}"/>
              </a:ext>
            </a:extLst>
          </p:cNvPr>
          <p:cNvSpPr txBox="1"/>
          <p:nvPr/>
        </p:nvSpPr>
        <p:spPr>
          <a:xfrm>
            <a:off x="5778632" y="3244334"/>
            <a:ext cx="633009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 A collection of services for the application to compose. This is useful for adding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user provided or framework provided services.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71AACC-1391-3107-45F4-F717E8C5A389}"/>
              </a:ext>
            </a:extLst>
          </p:cNvPr>
          <p:cNvCxnSpPr/>
          <p:nvPr/>
        </p:nvCxnSpPr>
        <p:spPr>
          <a:xfrm>
            <a:off x="2762054" y="2526384"/>
            <a:ext cx="2865748" cy="90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DF0D31-32BE-2BC5-0F46-E1B1176CD831}"/>
              </a:ext>
            </a:extLst>
          </p:cNvPr>
          <p:cNvSpPr txBox="1"/>
          <p:nvPr/>
        </p:nvSpPr>
        <p:spPr>
          <a:xfrm>
            <a:off x="6264897" y="2095789"/>
            <a:ext cx="6330098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 Adds services for controllers to the specified </a:t>
            </a:r>
            <a:r>
              <a:rPr lang="en-US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Microsoft.Extensions.DependencyInjection.IServiceCollection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.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This method will not register services used for pages.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D0AAFD-2273-E949-4AB1-B1C8BB67A525}"/>
              </a:ext>
            </a:extLst>
          </p:cNvPr>
          <p:cNvCxnSpPr>
            <a:cxnSpLocks/>
          </p:cNvCxnSpPr>
          <p:nvPr/>
        </p:nvCxnSpPr>
        <p:spPr>
          <a:xfrm flipV="1">
            <a:off x="4835950" y="2315495"/>
            <a:ext cx="1564850" cy="2108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6A084B-5F1F-A355-D849-CD12C7323E47}"/>
              </a:ext>
            </a:extLst>
          </p:cNvPr>
          <p:cNvCxnSpPr/>
          <p:nvPr/>
        </p:nvCxnSpPr>
        <p:spPr>
          <a:xfrm>
            <a:off x="4119513" y="2686639"/>
            <a:ext cx="3478491" cy="2092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3613AB-BF4F-FA02-EF2A-C73E1F51697E}"/>
              </a:ext>
            </a:extLst>
          </p:cNvPr>
          <p:cNvSpPr txBox="1"/>
          <p:nvPr/>
        </p:nvSpPr>
        <p:spPr>
          <a:xfrm>
            <a:off x="6184770" y="4862409"/>
            <a:ext cx="5517822" cy="13388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Registers the given </a:t>
            </a:r>
            <a:r>
              <a:rPr lang="en-US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Microsoft.EntityFrameworkCore.DbContext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 as a service in the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</a:t>
            </a:r>
            <a:r>
              <a:rPr lang="en-IN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Microsoft.Extensions.DependencyInjection.IServiceCollection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, and enables </a:t>
            </a:r>
            <a:r>
              <a:rPr lang="en-IN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DbContext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pooling for this registration.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</a:t>
            </a:r>
            <a:r>
              <a:rPr lang="en-US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DbContext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 pooling can increase performance in high-throughput scenarios by re-using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context instances. However, for most application this performance gain is very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small.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C4FC66-F5B4-5F64-804F-9059CE4DB233}"/>
              </a:ext>
            </a:extLst>
          </p:cNvPr>
          <p:cNvSpPr txBox="1"/>
          <p:nvPr/>
        </p:nvSpPr>
        <p:spPr>
          <a:xfrm>
            <a:off x="7030040" y="3798600"/>
            <a:ext cx="6330098" cy="2308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Configures the context to connect to a Microsoft SQL Server database.</a:t>
            </a:r>
            <a:endParaRPr lang="en-IN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B9F8B6-7B87-EC81-D74B-51BD66045EA8}"/>
              </a:ext>
            </a:extLst>
          </p:cNvPr>
          <p:cNvCxnSpPr/>
          <p:nvPr/>
        </p:nvCxnSpPr>
        <p:spPr>
          <a:xfrm>
            <a:off x="3214540" y="2850071"/>
            <a:ext cx="3751868" cy="1061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57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32C898-EE06-007B-E0A7-D9102E04CD4D}"/>
              </a:ext>
            </a:extLst>
          </p:cNvPr>
          <p:cNvSpPr txBox="1"/>
          <p:nvPr/>
        </p:nvSpPr>
        <p:spPr>
          <a:xfrm>
            <a:off x="332296" y="141037"/>
            <a:ext cx="1122496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Microsoft.Extensions.Configuration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WebApplicationNVCREpos.Models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WebApplicationNVCREpos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builder.Services.AddDbContextPool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Appdbcontexts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options =&gt;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options.UseSqlServer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builder.Configuration.GetConnectionString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EmployeeDBConnection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)));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app.UseExceptionHandler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"/Home/Error"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The default HSTS value is 30 days. You may want to change this for production scenarios, see https://aka.ms/aspnetcore-hsts.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app.UseHsts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app.UseHttpsRedirection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app.UseStaticFiles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app.UseRouting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app.MapControllerRoute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name: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pattern: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"{controller=Home}/{action=Index}/{id?}"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app.Run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7CA81-4821-FA5F-0BC0-DCE287D3D26E}"/>
              </a:ext>
            </a:extLst>
          </p:cNvPr>
          <p:cNvSpPr txBox="1"/>
          <p:nvPr/>
        </p:nvSpPr>
        <p:spPr>
          <a:xfrm>
            <a:off x="6096000" y="3141858"/>
            <a:ext cx="609442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Checks if the current host environment name is </a:t>
            </a:r>
            <a:r>
              <a:rPr lang="en-US" dirty="0" err="1"/>
              <a:t>Microsoft.Extensions.Hosting.EnvironmentName.Development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5DAFF9-A65C-F247-83B0-50E88FA76D4F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4506012" y="3465024"/>
            <a:ext cx="1589988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51B6018-A82B-FB82-CE1B-FCD8216E70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93" t="15532" r="24691" b="21924"/>
          <a:stretch/>
        </p:blipFill>
        <p:spPr>
          <a:xfrm>
            <a:off x="7111345" y="4389056"/>
            <a:ext cx="4445917" cy="314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3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B0A311-CDBF-D136-0AC6-802DBE0A9A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67" r="9459" b="10790"/>
          <a:stretch/>
        </p:blipFill>
        <p:spPr>
          <a:xfrm>
            <a:off x="103695" y="103694"/>
            <a:ext cx="8531258" cy="6117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C32E5C-164A-90B6-DD3E-5DAB1CE6B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64" t="8111" r="37835" b="46116"/>
          <a:stretch/>
        </p:blipFill>
        <p:spPr>
          <a:xfrm>
            <a:off x="6881567" y="2488676"/>
            <a:ext cx="5693790" cy="313912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96D75C-FCE2-69A5-3C01-9CA95ACADBB3}"/>
              </a:ext>
            </a:extLst>
          </p:cNvPr>
          <p:cNvCxnSpPr>
            <a:cxnSpLocks/>
          </p:cNvCxnSpPr>
          <p:nvPr/>
        </p:nvCxnSpPr>
        <p:spPr>
          <a:xfrm>
            <a:off x="3506771" y="3619893"/>
            <a:ext cx="6372520" cy="32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DC9AD67-8783-AE3C-9578-073F1D153FC7}"/>
              </a:ext>
            </a:extLst>
          </p:cNvPr>
          <p:cNvSpPr txBox="1"/>
          <p:nvPr/>
        </p:nvSpPr>
        <p:spPr>
          <a:xfrm>
            <a:off x="348792" y="5071621"/>
            <a:ext cx="6287678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200" dirty="0"/>
          </a:p>
          <a:p>
            <a:r>
              <a:rPr lang="en-IN" sz="1200" dirty="0"/>
              <a:t>        // Summary:</a:t>
            </a:r>
          </a:p>
          <a:p>
            <a:r>
              <a:rPr lang="en-IN" sz="1200" dirty="0"/>
              <a:t>        //     Builds the </a:t>
            </a:r>
            <a:r>
              <a:rPr lang="en-IN" sz="1200" dirty="0" err="1"/>
              <a:t>Microsoft.AspNetCore.Builder.WebApplication</a:t>
            </a:r>
            <a:r>
              <a:rPr lang="en-IN" sz="1200" dirty="0"/>
              <a:t>.</a:t>
            </a:r>
          </a:p>
          <a:p>
            <a:r>
              <a:rPr lang="en-IN" sz="1200" dirty="0"/>
              <a:t>        //</a:t>
            </a:r>
          </a:p>
          <a:p>
            <a:r>
              <a:rPr lang="en-IN" sz="1200" dirty="0"/>
              <a:t>        // Returns:</a:t>
            </a:r>
          </a:p>
          <a:p>
            <a:r>
              <a:rPr lang="en-IN" sz="1200" dirty="0"/>
              <a:t>        //     A configured </a:t>
            </a:r>
            <a:r>
              <a:rPr lang="en-IN" sz="1200" dirty="0" err="1"/>
              <a:t>Microsoft.AspNetCore.Builder.WebApplication</a:t>
            </a:r>
            <a:r>
              <a:rPr lang="en-IN" sz="1200" dirty="0"/>
              <a:t>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078CA2-DD06-394F-220E-CA68D05C1117}"/>
              </a:ext>
            </a:extLst>
          </p:cNvPr>
          <p:cNvCxnSpPr/>
          <p:nvPr/>
        </p:nvCxnSpPr>
        <p:spPr>
          <a:xfrm flipH="1">
            <a:off x="5062194" y="5420412"/>
            <a:ext cx="4817097" cy="414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1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91424-7C4F-E8AF-B54E-6006BE5E2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87" y="150829"/>
            <a:ext cx="10901313" cy="6026134"/>
          </a:xfrm>
        </p:spPr>
        <p:txBody>
          <a:bodyPr/>
          <a:lstStyle/>
          <a:p>
            <a:pPr marL="0" indent="0"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Q1.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WebApplication.CreateBuilder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args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In 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above code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CreatrBuilder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method will return reference of ___________ class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Q2. What is the return type of Build method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Q3. ___________ class is used to configure HTTP pipe line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Q4. what is the return type of Services getter method.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Q5. Run method is available in which class?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80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142D9-47DB-365E-73E8-F8D04F571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449" y="461913"/>
            <a:ext cx="10703351" cy="57150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1.program.cs</a:t>
            </a:r>
            <a:r>
              <a:rPr lang="en-US" dirty="0">
                <a:sym typeface="Wingdings" panose="05000000000000000000" pitchFamily="2" charset="2"/>
              </a:rPr>
              <a:t>[decide server(</a:t>
            </a:r>
            <a:r>
              <a:rPr lang="en-US" dirty="0" err="1">
                <a:sym typeface="Wingdings" panose="05000000000000000000" pitchFamily="2" charset="2"/>
              </a:rPr>
              <a:t>kesteral</a:t>
            </a:r>
            <a:r>
              <a:rPr lang="en-US" dirty="0">
                <a:sym typeface="Wingdings" panose="05000000000000000000" pitchFamily="2" charset="2"/>
              </a:rPr>
              <a:t>/IIS/</a:t>
            </a:r>
            <a:r>
              <a:rPr lang="en-US" dirty="0" err="1">
                <a:sym typeface="Wingdings" panose="05000000000000000000" pitchFamily="2" charset="2"/>
              </a:rPr>
              <a:t>IISExpress</a:t>
            </a:r>
            <a:r>
              <a:rPr lang="en-US" dirty="0">
                <a:sym typeface="Wingdings" panose="05000000000000000000" pitchFamily="2" charset="2"/>
              </a:rPr>
              <a:t>),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register services(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Controllerviews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sqlServer,Session,userdefine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>
                <a:sym typeface="Wingdings" panose="05000000000000000000" pitchFamily="2" charset="2"/>
              </a:rPr>
              <a:t>class),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middleware </a:t>
            </a:r>
            <a:r>
              <a:rPr lang="en-US" dirty="0">
                <a:sym typeface="Wingdings" panose="05000000000000000000" pitchFamily="2" charset="2"/>
              </a:rPr>
              <a:t>configuration(</a:t>
            </a:r>
            <a:r>
              <a:rPr lang="en-US" dirty="0" err="1">
                <a:sym typeface="Wingdings" panose="05000000000000000000" pitchFamily="2" charset="2"/>
              </a:rPr>
              <a:t>useSession,useStaticFiles,UseCors</a:t>
            </a:r>
            <a:r>
              <a:rPr lang="en-US" dirty="0">
                <a:sym typeface="Wingdings" panose="05000000000000000000" pitchFamily="2" charset="2"/>
              </a:rPr>
              <a:t>)]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2.HomeController/Index(method)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Calling Views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3._ViewStart.cshtml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4. _Layout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5.indexViews(Views/Home/Index)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@</a:t>
            </a:r>
            <a:r>
              <a:rPr lang="en-US" dirty="0" err="1">
                <a:sym typeface="Wingdings" panose="05000000000000000000" pitchFamily="2" charset="2"/>
              </a:rPr>
              <a:t>RendeBody</a:t>
            </a:r>
            <a:r>
              <a:rPr lang="en-US" dirty="0">
                <a:sym typeface="Wingdings" panose="05000000000000000000" pitchFamily="2" charset="2"/>
              </a:rPr>
              <a:t>();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99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981" y="196564"/>
            <a:ext cx="108157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CreateBuilder</a:t>
            </a:r>
            <a:r>
              <a:rPr lang="en-US" b="1" dirty="0"/>
              <a:t> in ASP.NET Core?</a:t>
            </a:r>
          </a:p>
          <a:p>
            <a:r>
              <a:rPr lang="en-US" dirty="0" err="1"/>
              <a:t>CreateBuilder</a:t>
            </a:r>
            <a:r>
              <a:rPr lang="en-US" dirty="0"/>
              <a:t>() </a:t>
            </a:r>
            <a:r>
              <a:rPr lang="en-US" b="1" dirty="0"/>
              <a:t>Initializes a new instance of the </a:t>
            </a:r>
            <a:r>
              <a:rPr lang="en-US" b="1" dirty="0" err="1"/>
              <a:t>WebApplicationBuilder</a:t>
            </a:r>
            <a:r>
              <a:rPr lang="en-US" b="1" dirty="0"/>
              <a:t> class with preconfigured defaults</a:t>
            </a:r>
            <a:r>
              <a:rPr lang="en-US" dirty="0"/>
              <a:t>. </a:t>
            </a:r>
            <a:endParaRPr lang="en-US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6969" y="1056413"/>
            <a:ext cx="6660734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Use of </a:t>
            </a:r>
            <a:r>
              <a:rPr lang="en-IN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</a:t>
            </a:r>
            <a:r>
              <a:rPr lang="en-IN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class</a:t>
            </a:r>
          </a:p>
          <a:p>
            <a:r>
              <a:rPr lang="en-US" dirty="0"/>
              <a:t>The web application used to configure the HTTP pipeline, and routes.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350981" y="2031325"/>
            <a:ext cx="7987123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WebApplicationBuilder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 class</a:t>
            </a:r>
          </a:p>
          <a:p>
            <a:r>
              <a:rPr lang="en-US" dirty="0"/>
              <a:t>A builder for web applications and services</a:t>
            </a:r>
          </a:p>
          <a:p>
            <a:r>
              <a:rPr lang="en-US" dirty="0"/>
              <a:t>What is </a:t>
            </a:r>
            <a:r>
              <a:rPr lang="en-US" dirty="0" err="1"/>
              <a:t>WebApplicationBuilder</a:t>
            </a:r>
            <a:r>
              <a:rPr lang="en-US" dirty="0"/>
              <a:t>?</a:t>
            </a:r>
          </a:p>
          <a:p>
            <a:r>
              <a:rPr lang="en-US" b="1" dirty="0"/>
              <a:t>A collection of configuration providers for the application to compose</a:t>
            </a:r>
            <a:r>
              <a:rPr lang="en-US" dirty="0"/>
              <a:t>.</a:t>
            </a:r>
          </a:p>
          <a:p>
            <a:r>
              <a:rPr lang="en-US" dirty="0"/>
              <a:t> This is useful for adding new configuration sources and providers. </a:t>
            </a:r>
          </a:p>
          <a:p>
            <a:r>
              <a:rPr lang="en-US" dirty="0"/>
              <a:t>Environment. </a:t>
            </a:r>
          </a:p>
          <a:p>
            <a:r>
              <a:rPr lang="en-US" dirty="0"/>
              <a:t>Provides information about the web hosting environment an application is running.</a:t>
            </a:r>
          </a:p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95234" y="4826675"/>
            <a:ext cx="11162608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Services</a:t>
            </a:r>
          </a:p>
          <a:p>
            <a:r>
              <a:rPr lang="en-US" dirty="0"/>
              <a:t>What are the services in ASP.NET Core?</a:t>
            </a:r>
          </a:p>
          <a:p>
            <a:r>
              <a:rPr lang="en-US" b="1" dirty="0"/>
              <a:t>There are basically two types of services in ASP.NET Core:</a:t>
            </a:r>
            <a:endParaRPr lang="en-US" dirty="0"/>
          </a:p>
          <a:p>
            <a:r>
              <a:rPr lang="en-US" b="1" dirty="0"/>
              <a:t>Framework Services:</a:t>
            </a:r>
            <a:r>
              <a:rPr lang="en-US" dirty="0"/>
              <a:t> Services which are a part of ASP.NET Core framework such as </a:t>
            </a:r>
            <a:r>
              <a:rPr lang="en-US" dirty="0" err="1"/>
              <a:t>IApplicationBuilder</a:t>
            </a:r>
            <a:r>
              <a:rPr lang="en-US" dirty="0"/>
              <a:t>, </a:t>
            </a:r>
          </a:p>
          <a:p>
            <a:r>
              <a:rPr lang="en-US" dirty="0" err="1"/>
              <a:t>IHostingEnvironment</a:t>
            </a:r>
            <a:r>
              <a:rPr lang="en-US" dirty="0"/>
              <a:t>, </a:t>
            </a:r>
            <a:r>
              <a:rPr lang="en-US" dirty="0" err="1"/>
              <a:t>ILoggerFactory</a:t>
            </a:r>
            <a:r>
              <a:rPr lang="en-US" dirty="0"/>
              <a:t> etc.</a:t>
            </a:r>
          </a:p>
          <a:p>
            <a:r>
              <a:rPr lang="en-US" b="1" dirty="0"/>
              <a:t>Application Services: The services (custom types or classes) which you as a programmer create for your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81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914</Words>
  <Application>Microsoft Office PowerPoint</Application>
  <PresentationFormat>Widescreen</PresentationFormat>
  <Paragraphs>127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vidyanidhi school</cp:lastModifiedBy>
  <cp:revision>16</cp:revision>
  <dcterms:created xsi:type="dcterms:W3CDTF">2022-12-03T13:04:15Z</dcterms:created>
  <dcterms:modified xsi:type="dcterms:W3CDTF">2023-09-11T07:33:27Z</dcterms:modified>
</cp:coreProperties>
</file>