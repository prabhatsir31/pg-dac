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1C63D-11F9-4EAF-8ED1-FC2E720D7155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65A25-53F5-44A7-BB84-EA2509A0F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8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65A25-53F5-44A7-BB84-EA2509A0FCE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0E33E1-8FE8-4A14-A287-61090F474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1F8CBB-1DFE-4D1E-BE80-8CA146B97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CC0A7A-273D-4586-B2EC-75B20ADA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24921D-7EB4-474F-8452-889BFD03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74F9D5-7AC9-4DD9-A682-DC66661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24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D40015-BA94-45E4-B837-FAACF1B5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1D950E-9779-44E6-BDFF-73FC0B066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4F8144-FB98-4C18-8278-A76A0A85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E4372D-7049-4662-8BC4-BDE1C7BB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0B7A75-5D73-410D-8966-73448B4C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25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A1FFC8-B633-427F-A851-AAEE7900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55B2750-C01E-4C93-B31C-529C79A72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0011756-7C0E-4C6C-B8C2-BBC2D996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9EA04F-E86F-454F-A913-9E9AC806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AE37E93-B334-4D1C-82EA-96E5FBA3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79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729D47-4724-45C7-BC65-1673F302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D16B37-C53F-4950-98F4-EA4ABE4F4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BF6FBBA-6BA8-44B5-96B8-F737E23CF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43B6788-DB36-4894-9389-519769E0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466C897-C543-45A9-81B1-A8E1AD07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EC0D99-5738-4656-96E0-B60FD805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05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13EAF2-A385-4ADA-AEA1-105CEC63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D91B044-711F-42AC-86CB-72970DD12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38574F9-53C3-451F-9645-C37F8B852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1658AB-DF43-442D-A380-622B849CD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8D1B248-969D-4985-83AE-8447F07CA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BDCFDBF-FAD1-4F73-86D2-BA9FDB1CE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D22797B-CDCD-49BF-80D0-64D413BF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209A898-F47F-433C-9FC8-30362A06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4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FAE27D-38EC-405A-9854-BA01CE6A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945115A-B397-4A96-8408-8B60981C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EBFA0D8-539A-4D90-AEA9-785F1D75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9E7710-B425-43B3-9C48-1E4E710D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58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EF43B9D-8684-4753-A9E1-57D8C910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5E99F50-F74E-47DF-9ABD-A437B839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21609D9-E1C1-4399-A3C4-C677F03D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75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EFCBB-F0DF-47E9-AF53-39A8B415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313C8F-CC51-412B-A9B7-D58510C5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835B35-DA44-4410-AA94-76C190BEE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297614C-89EC-407D-8C83-728AC0126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FEE870E-0245-4490-BCA0-CD0EF464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438A3C-69EB-4879-A90C-9E62FAF2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70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8E1C84-04DA-4DD4-B4B3-F1828BFA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1ECC698-CCDD-4240-9C98-93923399B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066C83-4B77-4E1D-94F3-3E8023447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135B13-F9F8-49BB-8DA0-CB055D546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ADC373D-F914-4BB4-8B82-F2BA4E68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130686C-1659-4132-BFEB-1A4A85C4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23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C1830A-2F3B-45AC-AE94-809C9095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52DC95E-D180-4183-B016-116018C5A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B22300-5904-4063-9F0B-19553A8C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916BFE-9C40-4B54-9CB5-E03EC06C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137B9A-9180-49E4-A55E-0B0664BD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63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6F29F4A-EAD3-470A-9956-7B21B0164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7A9B611-4175-4225-B2C0-17BD1C67A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79CBFC-328E-4FF9-B161-14CB5590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CDF415-F3CD-41C9-B433-2570402C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B02611-ADD1-4FEE-A42A-8ED8ACE7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81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C533341-4B1F-426B-AB83-000D9191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D9ADB8-D7A0-4478-B454-E0B1A4FDB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F46AEA-1EA1-4A1B-80F6-479E222B8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1DE8E-74FE-40E4-8DB8-5CCB1F9CEEDE}" type="datetimeFigureOut">
              <a:rPr lang="en-IN" smtClean="0"/>
              <a:t>13-04-2024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5DD327-1CAF-420D-A627-511141B2A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C783DD-D675-4E2E-BBBE-208947E23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9F60CAC-1882-43C8-8735-CDD1A56417B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49" y="-119177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AF50D14-51AA-4742-AA24-E5B1887DB774}"/>
              </a:ext>
            </a:extLst>
          </p:cNvPr>
          <p:cNvSpPr/>
          <p:nvPr userDrawn="1"/>
        </p:nvSpPr>
        <p:spPr>
          <a:xfrm>
            <a:off x="1145888" y="6584835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3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CD01ABA9-B727-438F-A96C-73D935C8F9DE}"/>
              </a:ext>
            </a:extLst>
          </p:cNvPr>
          <p:cNvSpPr txBox="1">
            <a:spLocks/>
          </p:cNvSpPr>
          <p:nvPr/>
        </p:nvSpPr>
        <p:spPr>
          <a:xfrm>
            <a:off x="228600" y="152400"/>
            <a:ext cx="8458200" cy="6705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23BE20-7538-427E-919C-712A05A3C1F6}"/>
              </a:ext>
            </a:extLst>
          </p:cNvPr>
          <p:cNvSpPr txBox="1"/>
          <p:nvPr/>
        </p:nvSpPr>
        <p:spPr>
          <a:xfrm>
            <a:off x="533400" y="40386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26683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F3686BE-A667-4143-BBA0-FC4660E0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87" y="0"/>
            <a:ext cx="10321413" cy="834410"/>
          </a:xfrm>
        </p:spPr>
        <p:txBody>
          <a:bodyPr/>
          <a:lstStyle/>
          <a:p>
            <a:r>
              <a:rPr lang="en-IN" dirty="0"/>
              <a:t>Constructor overloading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23C968D-F992-4495-BC72-330D5F94E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834410"/>
            <a:ext cx="11078497" cy="5342553"/>
          </a:xfrm>
        </p:spPr>
        <p:txBody>
          <a:bodyPr>
            <a:normAutofit/>
          </a:bodyPr>
          <a:lstStyle/>
          <a:p>
            <a:r>
              <a:rPr lang="en-IN" dirty="0"/>
              <a:t>When a class has more then one constructor with different argument then it  is called constructor overloading.</a:t>
            </a:r>
          </a:p>
          <a:p>
            <a:r>
              <a:rPr lang="en-IN" dirty="0" err="1"/>
              <a:t>Eg.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Class Employee</a:t>
            </a:r>
          </a:p>
          <a:p>
            <a:pPr marL="0" indent="0">
              <a:buNone/>
            </a:pPr>
            <a:r>
              <a:rPr lang="en-IN" dirty="0"/>
              <a:t>{  string </a:t>
            </a:r>
            <a:r>
              <a:rPr lang="en-IN" dirty="0" err="1"/>
              <a:t>fname</a:t>
            </a:r>
            <a:r>
              <a:rPr lang="en-IN" dirty="0"/>
              <a:t>, </a:t>
            </a:r>
            <a:r>
              <a:rPr lang="en-IN" dirty="0" err="1"/>
              <a:t>lname</a:t>
            </a:r>
            <a:r>
              <a:rPr lang="en-IN" dirty="0"/>
              <a:t>, surname;</a:t>
            </a:r>
          </a:p>
          <a:p>
            <a:pPr marL="0" indent="0">
              <a:buNone/>
            </a:pPr>
            <a:r>
              <a:rPr lang="en-IN" dirty="0"/>
              <a:t>Public Employee(){}</a:t>
            </a:r>
          </a:p>
          <a:p>
            <a:pPr marL="0" indent="0">
              <a:buNone/>
            </a:pPr>
            <a:r>
              <a:rPr lang="en-IN" dirty="0"/>
              <a:t>Public Employee(string </a:t>
            </a:r>
            <a:r>
              <a:rPr lang="en-IN" dirty="0" err="1"/>
              <a:t>firstname</a:t>
            </a:r>
            <a:r>
              <a:rPr lang="en-IN" dirty="0"/>
              <a:t>, string </a:t>
            </a:r>
            <a:r>
              <a:rPr lang="en-IN" dirty="0" err="1"/>
              <a:t>lastname</a:t>
            </a:r>
            <a:r>
              <a:rPr lang="en-IN" dirty="0"/>
              <a:t>, string  middle){  //code }</a:t>
            </a:r>
          </a:p>
          <a:p>
            <a:pPr marL="0" indent="0">
              <a:buNone/>
            </a:pPr>
            <a:r>
              <a:rPr lang="en-IN" dirty="0"/>
              <a:t>Public Employee(string </a:t>
            </a:r>
            <a:r>
              <a:rPr lang="en-IN" dirty="0" err="1"/>
              <a:t>firstname</a:t>
            </a:r>
            <a:r>
              <a:rPr lang="en-IN" dirty="0"/>
              <a:t>, string </a:t>
            </a:r>
            <a:r>
              <a:rPr lang="en-IN" dirty="0" err="1"/>
              <a:t>lastname</a:t>
            </a:r>
            <a:r>
              <a:rPr lang="en-IN" dirty="0"/>
              <a:t>){  //code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So in above code see 3 constructor with different argument.</a:t>
            </a:r>
          </a:p>
        </p:txBody>
      </p:sp>
    </p:spTree>
    <p:extLst>
      <p:ext uri="{BB962C8B-B14F-4D97-AF65-F5344CB8AC3E}">
        <p14:creationId xmlns:p14="http://schemas.microsoft.com/office/powerpoint/2010/main" val="366623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008405-D9A5-430F-A475-E4FA45893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690" y="108156"/>
            <a:ext cx="10046110" cy="572882"/>
          </a:xfrm>
        </p:spPr>
        <p:txBody>
          <a:bodyPr>
            <a:normAutofit fontScale="90000"/>
          </a:bodyPr>
          <a:lstStyle/>
          <a:p>
            <a:r>
              <a:rPr lang="en-IN" dirty="0"/>
              <a:t>Why 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C32956-01C8-453C-AC0F-D6D738A2D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835742"/>
            <a:ext cx="4218039" cy="557489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First Name </a:t>
            </a:r>
            <a:r>
              <a:rPr lang="en-IN" dirty="0">
                <a:solidFill>
                  <a:srgbClr val="FF0000"/>
                </a:solidFill>
              </a:rPr>
              <a:t>*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Last Name</a:t>
            </a:r>
            <a:r>
              <a:rPr lang="en-IN" dirty="0">
                <a:solidFill>
                  <a:srgbClr val="FF0000"/>
                </a:solidFill>
              </a:rPr>
              <a:t> *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Middle Name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AB7322A-3ABB-4BCA-9491-5BA6AA195C6D}"/>
              </a:ext>
            </a:extLst>
          </p:cNvPr>
          <p:cNvSpPr/>
          <p:nvPr/>
        </p:nvSpPr>
        <p:spPr>
          <a:xfrm>
            <a:off x="1818968" y="1337187"/>
            <a:ext cx="2428567" cy="353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4D269EA-5F48-48AB-A3B1-280417A8C4A8}"/>
              </a:ext>
            </a:extLst>
          </p:cNvPr>
          <p:cNvSpPr/>
          <p:nvPr/>
        </p:nvSpPr>
        <p:spPr>
          <a:xfrm>
            <a:off x="1961536" y="2325335"/>
            <a:ext cx="2428567" cy="353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4FCC9CF-3F1B-42FA-BA76-89EED275EE54}"/>
              </a:ext>
            </a:extLst>
          </p:cNvPr>
          <p:cNvSpPr/>
          <p:nvPr/>
        </p:nvSpPr>
        <p:spPr>
          <a:xfrm>
            <a:off x="2005784" y="3441294"/>
            <a:ext cx="2428567" cy="353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439EC5E-9267-4643-B835-6BB3F019EDBB}"/>
              </a:ext>
            </a:extLst>
          </p:cNvPr>
          <p:cNvSpPr/>
          <p:nvPr/>
        </p:nvSpPr>
        <p:spPr>
          <a:xfrm>
            <a:off x="1681315" y="4807974"/>
            <a:ext cx="1406013" cy="570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Submit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FDCC76E-BE32-49CD-B587-BB562685271E}"/>
              </a:ext>
            </a:extLst>
          </p:cNvPr>
          <p:cNvSpPr txBox="1"/>
          <p:nvPr/>
        </p:nvSpPr>
        <p:spPr>
          <a:xfrm>
            <a:off x="4978400" y="835742"/>
            <a:ext cx="682031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* </a:t>
            </a:r>
            <a:r>
              <a:rPr lang="en-IN" dirty="0"/>
              <a:t>Indicate compulsory field. </a:t>
            </a:r>
          </a:p>
          <a:p>
            <a:r>
              <a:rPr lang="en-IN" dirty="0"/>
              <a:t>User may enter all the 3 text field or only 2 text field in both situation you have to create object so</a:t>
            </a:r>
          </a:p>
          <a:p>
            <a:endParaRPr lang="en-IN" dirty="0"/>
          </a:p>
          <a:p>
            <a:r>
              <a:rPr lang="en-IN" dirty="0"/>
              <a:t>Employee e1=new Employee(“Raj”,”Shah”,”</a:t>
            </a:r>
            <a:r>
              <a:rPr lang="en-IN" dirty="0" err="1"/>
              <a:t>dhirubhai</a:t>
            </a:r>
            <a:r>
              <a:rPr lang="en-IN" dirty="0"/>
              <a:t>”);</a:t>
            </a:r>
          </a:p>
          <a:p>
            <a:r>
              <a:rPr lang="en-IN" dirty="0"/>
              <a:t>Employee e2=new Employee(“</a:t>
            </a:r>
            <a:r>
              <a:rPr lang="en-IN" dirty="0" err="1"/>
              <a:t>Nainen</a:t>
            </a:r>
            <a:r>
              <a:rPr lang="en-IN" dirty="0"/>
              <a:t>”,”</a:t>
            </a:r>
            <a:r>
              <a:rPr lang="en-IN" dirty="0" err="1"/>
              <a:t>Chako</a:t>
            </a:r>
            <a:r>
              <a:rPr lang="en-IN" dirty="0"/>
              <a:t>”);</a:t>
            </a:r>
          </a:p>
          <a:p>
            <a:endParaRPr lang="en-IN" dirty="0"/>
          </a:p>
          <a:p>
            <a:r>
              <a:rPr lang="en-IN" dirty="0"/>
              <a:t>To satisfy this requirement we need </a:t>
            </a:r>
            <a:r>
              <a:rPr lang="en-IN" b="1" dirty="0"/>
              <a:t>constructor overloading</a:t>
            </a:r>
            <a:r>
              <a:rPr lang="en-IN" dirty="0"/>
              <a:t>.</a:t>
            </a:r>
          </a:p>
          <a:p>
            <a:r>
              <a:rPr lang="en-IN" dirty="0"/>
              <a:t>------------------------------------------------------------------------------------------</a:t>
            </a:r>
          </a:p>
          <a:p>
            <a:r>
              <a:rPr lang="en-IN" dirty="0"/>
              <a:t>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Constructor has same name as class name.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does not have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Generally it has access modifier public.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Class can have more then one constructor provided it has different number of argument or data type has to be different.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you do not write constructor frame work will provide no-</a:t>
            </a:r>
            <a:r>
              <a:rPr lang="en-IN" dirty="0" err="1"/>
              <a:t>args</a:t>
            </a:r>
            <a:r>
              <a:rPr lang="en-IN" dirty="0"/>
              <a:t> constructor.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you write parameterised constructor frame work will not provide no-</a:t>
            </a:r>
            <a:r>
              <a:rPr lang="en-IN" dirty="0" err="1"/>
              <a:t>args</a:t>
            </a:r>
            <a:r>
              <a:rPr lang="en-IN" dirty="0"/>
              <a:t> constructor.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47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B894F4-2BB9-4A03-AC5B-318093DD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213" y="-74377"/>
            <a:ext cx="10252587" cy="627933"/>
          </a:xfrm>
        </p:spPr>
        <p:txBody>
          <a:bodyPr>
            <a:normAutofit fontScale="90000"/>
          </a:bodyPr>
          <a:lstStyle/>
          <a:p>
            <a:r>
              <a:rPr lang="en-IN" dirty="0"/>
              <a:t>Code 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7006B4-FBAA-42D2-A387-2FCD9C983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560440"/>
            <a:ext cx="4580357" cy="603086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class Employee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{    string </a:t>
            </a:r>
            <a:r>
              <a:rPr lang="en-IN" sz="1400" dirty="0" err="1"/>
              <a:t>firstname</a:t>
            </a:r>
            <a:r>
              <a:rPr lang="en-IN" sz="1400" dirty="0"/>
              <a:t>, </a:t>
            </a:r>
            <a:r>
              <a:rPr lang="en-IN" sz="1400" dirty="0" err="1"/>
              <a:t>lastname</a:t>
            </a:r>
            <a:r>
              <a:rPr lang="en-IN" sz="1400" dirty="0"/>
              <a:t>, </a:t>
            </a:r>
            <a:r>
              <a:rPr lang="en-IN" sz="1400" dirty="0" err="1"/>
              <a:t>middlename</a:t>
            </a:r>
            <a:r>
              <a:rPr lang="en-IN" sz="14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public Employee()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{        </a:t>
            </a:r>
            <a:r>
              <a:rPr lang="en-IN" sz="1400" dirty="0" err="1"/>
              <a:t>Console.WriteLine</a:t>
            </a:r>
            <a:r>
              <a:rPr lang="en-IN" sz="1400" dirty="0"/>
              <a:t>("cons </a:t>
            </a:r>
            <a:r>
              <a:rPr lang="en-IN" sz="1400" dirty="0" err="1"/>
              <a:t>parameterless</a:t>
            </a:r>
            <a:r>
              <a:rPr lang="en-IN" sz="1400" dirty="0"/>
              <a:t>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public Employee(string </a:t>
            </a:r>
            <a:r>
              <a:rPr lang="en-IN" sz="1400" dirty="0" err="1"/>
              <a:t>fnm,string</a:t>
            </a:r>
            <a:r>
              <a:rPr lang="en-IN" sz="1400" dirty="0"/>
              <a:t> </a:t>
            </a:r>
            <a:r>
              <a:rPr lang="en-IN" sz="1400" dirty="0" err="1"/>
              <a:t>lnmm</a:t>
            </a:r>
            <a:r>
              <a:rPr lang="en-IN" sz="1400" dirty="0"/>
              <a:t>, string </a:t>
            </a:r>
            <a:r>
              <a:rPr lang="en-IN" sz="1400" dirty="0" err="1"/>
              <a:t>mnm</a:t>
            </a:r>
            <a:r>
              <a:rPr lang="en-IN" sz="14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{    </a:t>
            </a:r>
            <a:r>
              <a:rPr lang="en-IN" sz="1400" dirty="0" err="1"/>
              <a:t>firstname</a:t>
            </a:r>
            <a:r>
              <a:rPr lang="en-IN" sz="1400" dirty="0"/>
              <a:t> = </a:t>
            </a:r>
            <a:r>
              <a:rPr lang="en-IN" sz="1400" dirty="0" err="1"/>
              <a:t>fnm</a:t>
            </a:r>
            <a:r>
              <a:rPr lang="en-IN" sz="14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</a:t>
            </a:r>
            <a:r>
              <a:rPr lang="en-IN" sz="1400" dirty="0" err="1"/>
              <a:t>lastname</a:t>
            </a:r>
            <a:r>
              <a:rPr lang="en-IN" sz="1400" dirty="0"/>
              <a:t> = </a:t>
            </a:r>
            <a:r>
              <a:rPr lang="en-IN" sz="1400" dirty="0" err="1"/>
              <a:t>lnmm</a:t>
            </a:r>
            <a:r>
              <a:rPr lang="en-IN" sz="14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</a:t>
            </a:r>
            <a:r>
              <a:rPr lang="en-IN" sz="1400" dirty="0" err="1"/>
              <a:t>middlename</a:t>
            </a:r>
            <a:r>
              <a:rPr lang="en-IN" sz="1400" dirty="0"/>
              <a:t> = </a:t>
            </a:r>
            <a:r>
              <a:rPr lang="en-IN" sz="1400" dirty="0" err="1"/>
              <a:t>mnm</a:t>
            </a:r>
            <a:r>
              <a:rPr lang="en-IN" sz="14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public Employee(string </a:t>
            </a:r>
            <a:r>
              <a:rPr lang="en-IN" sz="1400" dirty="0" err="1"/>
              <a:t>fnm</a:t>
            </a:r>
            <a:r>
              <a:rPr lang="en-IN" sz="1400" dirty="0"/>
              <a:t>, string </a:t>
            </a:r>
            <a:r>
              <a:rPr lang="en-IN" sz="1400" dirty="0" err="1"/>
              <a:t>lnmm</a:t>
            </a:r>
            <a:r>
              <a:rPr lang="en-IN" sz="1400" dirty="0"/>
              <a:t>)</a:t>
            </a:r>
          </a:p>
          <a:p>
            <a:pPr marL="0" indent="0">
              <a:buNone/>
            </a:pPr>
            <a:r>
              <a:rPr lang="en-IN" sz="1050" dirty="0"/>
              <a:t>    {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lnmm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IN" sz="1050" dirty="0"/>
              <a:t>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public string display()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{return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</a:t>
            </a:r>
            <a:r>
              <a:rPr lang="en-IN" sz="1400" dirty="0" err="1"/>
              <a:t>firstname</a:t>
            </a:r>
            <a:r>
              <a:rPr lang="en-IN" sz="1400" dirty="0"/>
              <a:t> + " " + </a:t>
            </a:r>
            <a:r>
              <a:rPr lang="en-IN" sz="1400" dirty="0" err="1"/>
              <a:t>lastname</a:t>
            </a:r>
            <a:r>
              <a:rPr lang="en-IN" sz="1400" dirty="0"/>
              <a:t> + " " + </a:t>
            </a:r>
            <a:r>
              <a:rPr lang="en-IN" sz="1400" dirty="0" err="1"/>
              <a:t>middlename</a:t>
            </a:r>
            <a:r>
              <a:rPr lang="en-IN" sz="1400" dirty="0"/>
              <a:t>;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D12D8B5-73B8-4051-94D7-B91363143CBD}"/>
              </a:ext>
            </a:extLst>
          </p:cNvPr>
          <p:cNvSpPr txBox="1"/>
          <p:nvPr/>
        </p:nvSpPr>
        <p:spPr>
          <a:xfrm>
            <a:off x="4399279" y="560440"/>
            <a:ext cx="8090637" cy="5176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400" dirty="0"/>
              <a:t>class </a:t>
            </a:r>
            <a:r>
              <a:rPr lang="en-IN" sz="1400" dirty="0" err="1"/>
              <a:t>entryclass</a:t>
            </a:r>
            <a:endParaRPr lang="en-IN" sz="1400" dirty="0"/>
          </a:p>
          <a:p>
            <a:pPr>
              <a:lnSpc>
                <a:spcPct val="120000"/>
              </a:lnSpc>
            </a:pPr>
            <a:r>
              <a:rPr lang="en-IN" sz="1400" dirty="0"/>
              <a:t>{  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static void Main()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 {  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     Employee </a:t>
            </a:r>
            <a:r>
              <a:rPr lang="en-IN" sz="1400" dirty="0" err="1"/>
              <a:t>ob</a:t>
            </a:r>
            <a:r>
              <a:rPr lang="en-IN" sz="1400" dirty="0"/>
              <a:t> = new Employee();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     Employee </a:t>
            </a:r>
            <a:r>
              <a:rPr lang="en-IN" sz="1400" dirty="0" err="1"/>
              <a:t>obj</a:t>
            </a:r>
            <a:r>
              <a:rPr lang="en-IN" sz="1400" dirty="0"/>
              <a:t> = new Employee("Raj", "Mathur");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     Employee obj2 = new Employee("Kavita", "Trivedi", "Narayan");</a:t>
            </a:r>
          </a:p>
          <a:p>
            <a:pPr>
              <a:lnSpc>
                <a:spcPct val="120000"/>
              </a:lnSpc>
            </a:pPr>
            <a:endParaRPr lang="en-IN" sz="1400" dirty="0"/>
          </a:p>
          <a:p>
            <a:pPr>
              <a:lnSpc>
                <a:spcPct val="120000"/>
              </a:lnSpc>
            </a:pPr>
            <a:r>
              <a:rPr lang="en-IN" sz="1400" dirty="0"/>
              <a:t>        string </a:t>
            </a:r>
            <a:r>
              <a:rPr lang="en-IN" sz="1400" dirty="0" err="1"/>
              <a:t>ans</a:t>
            </a:r>
            <a:r>
              <a:rPr lang="en-IN" sz="1400" dirty="0"/>
              <a:t> = </a:t>
            </a:r>
            <a:r>
              <a:rPr lang="en-IN" sz="1400" dirty="0" err="1"/>
              <a:t>obj.display</a:t>
            </a:r>
            <a:r>
              <a:rPr lang="en-IN" sz="1400" dirty="0"/>
              <a:t>();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     </a:t>
            </a:r>
            <a:r>
              <a:rPr lang="en-IN" sz="1400" dirty="0" err="1"/>
              <a:t>Console.Write</a:t>
            </a:r>
            <a:r>
              <a:rPr lang="en-IN" sz="1400" dirty="0"/>
              <a:t>(</a:t>
            </a:r>
            <a:r>
              <a:rPr lang="en-IN" sz="1400" dirty="0" err="1"/>
              <a:t>ans</a:t>
            </a:r>
            <a:r>
              <a:rPr lang="en-IN" sz="1400" dirty="0"/>
              <a:t>);</a:t>
            </a:r>
          </a:p>
          <a:p>
            <a:pPr>
              <a:lnSpc>
                <a:spcPct val="120000"/>
              </a:lnSpc>
            </a:pPr>
            <a:endParaRPr lang="en-IN" sz="1400" dirty="0"/>
          </a:p>
          <a:p>
            <a:pPr>
              <a:lnSpc>
                <a:spcPct val="120000"/>
              </a:lnSpc>
            </a:pPr>
            <a:r>
              <a:rPr lang="en-IN" sz="1400" dirty="0"/>
              <a:t>      </a:t>
            </a:r>
            <a:r>
              <a:rPr lang="en-IN" sz="1400" dirty="0" err="1"/>
              <a:t>ans</a:t>
            </a:r>
            <a:r>
              <a:rPr lang="en-IN" sz="1400" dirty="0"/>
              <a:t> = obj2.display();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        </a:t>
            </a:r>
            <a:r>
              <a:rPr lang="en-IN" sz="1400" dirty="0" err="1"/>
              <a:t>Console.Write</a:t>
            </a:r>
            <a:r>
              <a:rPr lang="en-IN" sz="1400" dirty="0"/>
              <a:t>(</a:t>
            </a:r>
            <a:r>
              <a:rPr lang="en-IN" sz="1400" dirty="0" err="1"/>
              <a:t>ans</a:t>
            </a:r>
            <a:r>
              <a:rPr lang="en-IN" sz="1400" dirty="0"/>
              <a:t>);</a:t>
            </a:r>
          </a:p>
          <a:p>
            <a:pPr>
              <a:lnSpc>
                <a:spcPct val="120000"/>
              </a:lnSpc>
            </a:pPr>
            <a:endParaRPr lang="en-IN" sz="1400" dirty="0"/>
          </a:p>
          <a:p>
            <a:pPr>
              <a:lnSpc>
                <a:spcPct val="120000"/>
              </a:lnSpc>
            </a:pPr>
            <a:r>
              <a:rPr lang="en-IN" sz="1400" dirty="0"/>
              <a:t>}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}</a:t>
            </a:r>
          </a:p>
          <a:p>
            <a:pPr>
              <a:lnSpc>
                <a:spcPct val="120000"/>
              </a:lnSpc>
            </a:pPr>
            <a:endParaRPr lang="en-IN" sz="1400" dirty="0"/>
          </a:p>
          <a:p>
            <a:pPr>
              <a:lnSpc>
                <a:spcPct val="120000"/>
              </a:lnSpc>
            </a:pPr>
            <a:endParaRPr lang="en-IN" sz="1400" dirty="0"/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2887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8E5F60-BD1C-4518-9B79-826B7FAC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40" y="80962"/>
            <a:ext cx="10104120" cy="600075"/>
          </a:xfrm>
        </p:spPr>
        <p:txBody>
          <a:bodyPr>
            <a:normAutofit fontScale="90000"/>
          </a:bodyPr>
          <a:lstStyle/>
          <a:p>
            <a:r>
              <a:rPr lang="en-IN" dirty="0"/>
              <a:t>Have you seen this concept in .NET frame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A6C8A2-6376-4444-BB2E-CC0D45BA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792480"/>
            <a:ext cx="11221720" cy="5384483"/>
          </a:xfrm>
        </p:spPr>
        <p:txBody>
          <a:bodyPr>
            <a:noAutofit/>
          </a:bodyPr>
          <a:lstStyle/>
          <a:p>
            <a:r>
              <a:rPr lang="en-IN" sz="1800" dirty="0"/>
              <a:t>In </a:t>
            </a:r>
            <a:r>
              <a:rPr lang="en-IN" sz="1800" dirty="0" err="1"/>
              <a:t>System.Text</a:t>
            </a:r>
            <a:r>
              <a:rPr lang="en-IN" sz="1800" dirty="0"/>
              <a:t> name space; we have StringBuilder class which has following constructor</a:t>
            </a:r>
          </a:p>
          <a:p>
            <a:endParaRPr lang="en-IN" sz="1800" dirty="0"/>
          </a:p>
          <a:p>
            <a:pPr lvl="1"/>
            <a:r>
              <a:rPr lang="en-IN" sz="1600" dirty="0"/>
              <a:t>public StringBuilder();</a:t>
            </a:r>
          </a:p>
          <a:p>
            <a:pPr lvl="1"/>
            <a:r>
              <a:rPr lang="en-IN" sz="1600" dirty="0"/>
              <a:t>public StringBuilder(string value);</a:t>
            </a:r>
          </a:p>
          <a:p>
            <a:pPr lvl="1"/>
            <a:r>
              <a:rPr lang="en-US" sz="1600" dirty="0"/>
              <a:t>public StringBuilder(int capacity, int </a:t>
            </a:r>
            <a:r>
              <a:rPr lang="en-US" sz="1600" dirty="0" err="1"/>
              <a:t>maxCapacity</a:t>
            </a:r>
            <a:r>
              <a:rPr lang="en-US" sz="1600" dirty="0"/>
              <a:t>);</a:t>
            </a:r>
          </a:p>
          <a:p>
            <a:pPr lvl="1"/>
            <a:r>
              <a:rPr lang="en-US" sz="1600" dirty="0"/>
              <a:t>public StringBuilder(string value, int capacity);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2000" dirty="0"/>
              <a:t>StringBuilder class is sealed and mutable class.</a:t>
            </a:r>
          </a:p>
          <a:p>
            <a:r>
              <a:rPr lang="en-US" sz="2000" dirty="0"/>
              <a:t>Sealed class means you can not inherit it.</a:t>
            </a:r>
          </a:p>
          <a:p>
            <a:r>
              <a:rPr lang="en-US" sz="2000" dirty="0"/>
              <a:t>mutable means you</a:t>
            </a:r>
            <a:r>
              <a:rPr lang="en-US" sz="2000" dirty="0">
                <a:solidFill>
                  <a:srgbClr val="FF0000"/>
                </a:solidFill>
              </a:rPr>
              <a:t> can </a:t>
            </a:r>
            <a:r>
              <a:rPr lang="en-US" sz="2000" dirty="0"/>
              <a:t>modify original string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8140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A2B458-5362-4527-91AB-CC1270BC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020" y="-20638"/>
            <a:ext cx="9951720" cy="569595"/>
          </a:xfrm>
        </p:spPr>
        <p:txBody>
          <a:bodyPr>
            <a:normAutofit fontScale="90000"/>
          </a:bodyPr>
          <a:lstStyle/>
          <a:p>
            <a:r>
              <a:rPr lang="en-IN" dirty="0"/>
              <a:t>Which of this code will compile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D046B6-2BC2-434C-9325-57C6AFD9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497840"/>
            <a:ext cx="4561840" cy="62077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	using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namespace </a:t>
            </a:r>
            <a:r>
              <a:rPr lang="en-IN" sz="1400" dirty="0" err="1"/>
              <a:t>ConsoleApplicationdemo</a:t>
            </a: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class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Students s1=new Students(50);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Students s2=new Students(80);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class Students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int marks;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Students()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Students(int </a:t>
            </a:r>
            <a:r>
              <a:rPr lang="en-IN" sz="1400" dirty="0" err="1"/>
              <a:t>mks</a:t>
            </a:r>
            <a:r>
              <a:rPr lang="en-IN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marks=</a:t>
            </a:r>
            <a:r>
              <a:rPr lang="en-IN" sz="1400" dirty="0" err="1"/>
              <a:t>mks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public Students(int </a:t>
            </a:r>
            <a:r>
              <a:rPr lang="en-IN" sz="1400" dirty="0" err="1"/>
              <a:t>totalmks</a:t>
            </a:r>
            <a:r>
              <a:rPr lang="en-IN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    marks=</a:t>
            </a:r>
            <a:r>
              <a:rPr lang="en-IN" sz="1400" dirty="0" err="1"/>
              <a:t>totalmks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void </a:t>
            </a:r>
            <a:r>
              <a:rPr lang="en-IN" sz="1400" dirty="0" err="1"/>
              <a:t>dacresult</a:t>
            </a:r>
            <a:r>
              <a:rPr lang="en-IN" sz="14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</a:t>
            </a:r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("Result of DAC students");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63531C3-4DA2-49D3-84FF-E7E2C493E47C}"/>
              </a:ext>
            </a:extLst>
          </p:cNvPr>
          <p:cNvSpPr txBox="1">
            <a:spLocks/>
          </p:cNvSpPr>
          <p:nvPr/>
        </p:nvSpPr>
        <p:spPr>
          <a:xfrm>
            <a:off x="6096000" y="497840"/>
            <a:ext cx="5648960" cy="6207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using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namespace </a:t>
            </a:r>
            <a:r>
              <a:rPr lang="en-IN" sz="1400" dirty="0" err="1"/>
              <a:t>ConsoleApplicationdemo</a:t>
            </a: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class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Students s1=new Students(50);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Students s2=new Students(80.88);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class Students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int marks;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Students()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Students(</a:t>
            </a:r>
            <a:r>
              <a:rPr lang="en-IN" sz="1400" dirty="0">
                <a:solidFill>
                  <a:schemeClr val="accent1"/>
                </a:solidFill>
              </a:rPr>
              <a:t>int</a:t>
            </a:r>
            <a:r>
              <a:rPr lang="en-IN" sz="1400" dirty="0"/>
              <a:t> </a:t>
            </a:r>
            <a:r>
              <a:rPr lang="en-IN" sz="1400" dirty="0" err="1"/>
              <a:t>mks</a:t>
            </a:r>
            <a:r>
              <a:rPr lang="en-IN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         marks=</a:t>
            </a:r>
            <a:r>
              <a:rPr lang="en-IN" sz="1400" dirty="0" err="1"/>
              <a:t>mks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public Students(</a:t>
            </a:r>
            <a:r>
              <a:rPr lang="en-IN" sz="1400" dirty="0">
                <a:solidFill>
                  <a:srgbClr val="FF0000"/>
                </a:solidFill>
              </a:rPr>
              <a:t>double</a:t>
            </a:r>
            <a:r>
              <a:rPr lang="en-IN" sz="1400" dirty="0"/>
              <a:t> </a:t>
            </a:r>
            <a:r>
              <a:rPr lang="en-IN" sz="1400" dirty="0" err="1"/>
              <a:t>totalmks</a:t>
            </a:r>
            <a:r>
              <a:rPr lang="en-IN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marks=(int )</a:t>
            </a:r>
            <a:r>
              <a:rPr lang="en-IN" sz="1400" dirty="0" err="1"/>
              <a:t>totalmks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void </a:t>
            </a:r>
            <a:r>
              <a:rPr lang="en-IN" sz="1400" dirty="0" err="1"/>
              <a:t>dacresult</a:t>
            </a:r>
            <a:r>
              <a:rPr lang="en-IN" sz="14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("Result of DAC students");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D6DDA295-B66E-4383-9C34-810659582902}"/>
              </a:ext>
            </a:extLst>
          </p:cNvPr>
          <p:cNvSpPr/>
          <p:nvPr/>
        </p:nvSpPr>
        <p:spPr>
          <a:xfrm>
            <a:off x="3484880" y="843280"/>
            <a:ext cx="650240" cy="660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DA0CB32-97BD-41E8-B67B-F5F59FA8D210}"/>
              </a:ext>
            </a:extLst>
          </p:cNvPr>
          <p:cNvSpPr/>
          <p:nvPr/>
        </p:nvSpPr>
        <p:spPr>
          <a:xfrm>
            <a:off x="10139680" y="513080"/>
            <a:ext cx="650240" cy="660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92B02B1-D874-46BD-8EED-CE68F18516E4}"/>
              </a:ext>
            </a:extLst>
          </p:cNvPr>
          <p:cNvSpPr txBox="1"/>
          <p:nvPr/>
        </p:nvSpPr>
        <p:spPr>
          <a:xfrm>
            <a:off x="10292080" y="4246880"/>
            <a:ext cx="1544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Answer is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229E59F-D9A8-45AF-BCDA-F2A27BD98020}"/>
              </a:ext>
            </a:extLst>
          </p:cNvPr>
          <p:cNvSpPr/>
          <p:nvPr/>
        </p:nvSpPr>
        <p:spPr>
          <a:xfrm>
            <a:off x="10617200" y="4847044"/>
            <a:ext cx="650240" cy="660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C062E8E-E1A0-4BCA-91A8-9F16E54B8A03}"/>
              </a:ext>
            </a:extLst>
          </p:cNvPr>
          <p:cNvSpPr txBox="1"/>
          <p:nvPr/>
        </p:nvSpPr>
        <p:spPr>
          <a:xfrm>
            <a:off x="9065342" y="1503680"/>
            <a:ext cx="2679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Students s1=new Students(50);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s1=new Students(80.88);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06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39A095-18B8-4B37-AD15-E688D732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720" y="-156211"/>
            <a:ext cx="10388600" cy="752475"/>
          </a:xfrm>
        </p:spPr>
        <p:txBody>
          <a:bodyPr/>
          <a:lstStyle/>
          <a:p>
            <a:r>
              <a:rPr lang="en-IN" dirty="0"/>
              <a:t>Use of This key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897E23-1A03-4C14-902E-B8FBC0DF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931544"/>
            <a:ext cx="11704320" cy="584517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This key word refers to current object.</a:t>
            </a:r>
          </a:p>
          <a:p>
            <a:r>
              <a:rPr lang="en-IN" dirty="0"/>
              <a:t>In fact internally all constructor is returning this;</a:t>
            </a:r>
          </a:p>
          <a:p>
            <a:r>
              <a:rPr lang="en-IN" dirty="0"/>
              <a:t>This key word is used to differentiate between instance variable with the parameter of constructor when name of variable is same.</a:t>
            </a:r>
          </a:p>
          <a:p>
            <a:r>
              <a:rPr lang="en-IN" dirty="0" err="1"/>
              <a:t>Eg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class Employee{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>
                <a:solidFill>
                  <a:schemeClr val="accent1"/>
                </a:solidFill>
              </a:rPr>
              <a:t>id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string </a:t>
            </a:r>
            <a:r>
              <a:rPr lang="en-IN" dirty="0" err="1">
                <a:solidFill>
                  <a:schemeClr val="accent1"/>
                </a:solidFill>
              </a:rPr>
              <a:t>empname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Public Employee(int </a:t>
            </a:r>
            <a:r>
              <a:rPr lang="en-IN" dirty="0">
                <a:solidFill>
                  <a:srgbClr val="92D050"/>
                </a:solidFill>
              </a:rPr>
              <a:t>id</a:t>
            </a:r>
            <a:r>
              <a:rPr lang="en-IN" dirty="0"/>
              <a:t>, string </a:t>
            </a:r>
            <a:r>
              <a:rPr lang="en-IN" dirty="0" err="1">
                <a:solidFill>
                  <a:srgbClr val="92D050"/>
                </a:solidFill>
              </a:rPr>
              <a:t>empname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>
                <a:solidFill>
                  <a:srgbClr val="FF0000"/>
                </a:solidFill>
              </a:rPr>
              <a:t>this</a:t>
            </a:r>
            <a:r>
              <a:rPr lang="en-IN" dirty="0"/>
              <a:t>.</a:t>
            </a:r>
            <a:r>
              <a:rPr lang="en-IN" dirty="0">
                <a:solidFill>
                  <a:schemeClr val="accent1"/>
                </a:solidFill>
              </a:rPr>
              <a:t>id</a:t>
            </a:r>
            <a:r>
              <a:rPr lang="en-IN" dirty="0"/>
              <a:t>=</a:t>
            </a:r>
            <a:r>
              <a:rPr lang="en-IN" dirty="0">
                <a:solidFill>
                  <a:srgbClr val="92D050"/>
                </a:solidFill>
              </a:rPr>
              <a:t>id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>
                <a:solidFill>
                  <a:srgbClr val="FF0000"/>
                </a:solidFill>
              </a:rPr>
              <a:t>this</a:t>
            </a:r>
            <a:r>
              <a:rPr lang="en-IN" dirty="0" err="1"/>
              <a:t>.</a:t>
            </a:r>
            <a:r>
              <a:rPr lang="en-IN" dirty="0" err="1">
                <a:solidFill>
                  <a:schemeClr val="accent1"/>
                </a:solidFill>
              </a:rPr>
              <a:t>empname</a:t>
            </a:r>
            <a:r>
              <a:rPr lang="en-IN" dirty="0"/>
              <a:t>=</a:t>
            </a:r>
            <a:r>
              <a:rPr lang="en-IN" dirty="0" err="1">
                <a:solidFill>
                  <a:srgbClr val="92D050"/>
                </a:solidFill>
              </a:rPr>
              <a:t>empname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D0C285-A3C2-45D2-BAD1-BA978A6474C3}"/>
              </a:ext>
            </a:extLst>
          </p:cNvPr>
          <p:cNvSpPr txBox="1"/>
          <p:nvPr/>
        </p:nvSpPr>
        <p:spPr>
          <a:xfrm>
            <a:off x="6096000" y="2550160"/>
            <a:ext cx="5608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observe instance variable name and variable name of parameter of constructor are same.</a:t>
            </a:r>
          </a:p>
          <a:p>
            <a:endParaRPr lang="en-IN" dirty="0"/>
          </a:p>
          <a:p>
            <a:r>
              <a:rPr lang="en-IN" dirty="0"/>
              <a:t>Here this key word will differentiate and communicate that value of parameterised variable id will get stored in instance variable id.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047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9144E7-D98C-44C1-9CD7-ED2D387B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80" y="111760"/>
            <a:ext cx="10205720" cy="569278"/>
          </a:xfrm>
        </p:spPr>
        <p:txBody>
          <a:bodyPr>
            <a:normAutofit fontScale="90000"/>
          </a:bodyPr>
          <a:lstStyle/>
          <a:p>
            <a:r>
              <a:rPr lang="en-IN" dirty="0"/>
              <a:t>Run and see the out put of both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47ECD-1B17-4499-8EEA-9A020A34A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344" y="407496"/>
            <a:ext cx="4130040" cy="572325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namespace </a:t>
            </a:r>
            <a:r>
              <a:rPr lang="en-IN" sz="1400" dirty="0" err="1"/>
              <a:t>ConsoleApplicationdemo</a:t>
            </a: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class Program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   Employee e1=new  Employee("Raj",50000 );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   e1.display();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class Employee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double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string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public Employee(string name ,double salary)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FF0000"/>
                </a:solidFill>
              </a:rPr>
              <a:t>            </a:t>
            </a:r>
            <a:r>
              <a:rPr lang="en-IN" sz="1400" dirty="0" err="1">
                <a:solidFill>
                  <a:srgbClr val="FF0000"/>
                </a:solidFill>
              </a:rPr>
              <a:t>this</a:t>
            </a:r>
            <a:r>
              <a:rPr lang="en-IN" sz="1400" dirty="0" err="1"/>
              <a:t>.salary</a:t>
            </a:r>
            <a:r>
              <a:rPr lang="en-IN" sz="1400" dirty="0"/>
              <a:t> =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FF0000"/>
                </a:solidFill>
              </a:rPr>
              <a:t>            this</a:t>
            </a:r>
            <a:r>
              <a:rPr lang="en-IN" sz="1400" dirty="0"/>
              <a:t>.name =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public void display()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("{0}{1}", name, salary);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AA2263E-3A1B-4198-AE05-49D653EDF7E9}"/>
              </a:ext>
            </a:extLst>
          </p:cNvPr>
          <p:cNvSpPr txBox="1">
            <a:spLocks/>
          </p:cNvSpPr>
          <p:nvPr/>
        </p:nvSpPr>
        <p:spPr>
          <a:xfrm>
            <a:off x="6913880" y="544267"/>
            <a:ext cx="4130040" cy="5723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namespace </a:t>
            </a:r>
            <a:r>
              <a:rPr lang="en-IN" sz="1400" dirty="0" err="1"/>
              <a:t>ConsoleApplicationdemo</a:t>
            </a: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class Program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/>
              <a:t>           Employee e1=new  Employee("Raj",50000 );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   e1.display();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class Employee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double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string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/>
              <a:t>        public Employee(string name ,double salary)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    salary =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    name =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public void display()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("{0}{1}", name, salary);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790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9EEE84A-65B1-34C9-EF6C-24A5235FD114}"/>
              </a:ext>
            </a:extLst>
          </p:cNvPr>
          <p:cNvSpPr txBox="1"/>
          <p:nvPr/>
        </p:nvSpPr>
        <p:spPr>
          <a:xfrm>
            <a:off x="339365" y="933254"/>
            <a:ext cx="73340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Demonstrate invoking a constructor through this. 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x, y;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XYCoord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 :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(0, 0) {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"Inside </a:t>
            </a:r>
            <a:r>
              <a:rPr lang="en-IN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()"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IN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en-IN" sz="1200" dirty="0" smtClean="0">
                <a:solidFill>
                  <a:srgbClr val="000000"/>
                </a:solidFill>
                <a:latin typeface="Cascadia Mono" panose="020B0609020000020004" pitchFamily="49" charset="0"/>
                <a:sym typeface="Wingdings" panose="05000000000000000000" pitchFamily="2" charset="2"/>
              </a:rPr>
              <a:t></a:t>
            </a:r>
            <a:r>
              <a:rPr lang="en-IN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2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: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obj.x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obj.y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"Inside </a:t>
            </a:r>
            <a:r>
              <a:rPr lang="en-IN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obj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)"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j) {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"Inside </a:t>
            </a:r>
            <a:r>
              <a:rPr lang="en-IN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(int, int)"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IN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t1</a:t>
            </a:r>
            <a:r>
              <a:rPr lang="en-IN" sz="1200" dirty="0" smtClean="0">
                <a:solidFill>
                  <a:srgbClr val="000000"/>
                </a:solidFill>
                <a:latin typeface="Cascadia Mono" panose="020B0609020000020004" pitchFamily="49" charset="0"/>
                <a:sym typeface="Wingdings" panose="05000000000000000000" pitchFamily="2" charset="2"/>
              </a:rPr>
              <a:t></a:t>
            </a:r>
            <a:r>
              <a:rPr lang="en-IN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x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y = j;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OverloadConsDemo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 {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t1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t2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(8, 9);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t3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XYCoord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(t2);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"t1.x, t1.y: 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t1.x +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", 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t1.y);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"t2.x, t2.y: 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t2.x +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", 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t2.y);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"t3.x, t3.y: 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t3.x +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", 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 t3.y);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AA5234-12E5-DB67-7C27-F331837E10E3}"/>
              </a:ext>
            </a:extLst>
          </p:cNvPr>
          <p:cNvSpPr txBox="1"/>
          <p:nvPr/>
        </p:nvSpPr>
        <p:spPr>
          <a:xfrm>
            <a:off x="2460396" y="188536"/>
            <a:ext cx="682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Calling constructor in same class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8226695-52C2-BA3C-9CF1-9413FBFDA8C0}"/>
              </a:ext>
            </a:extLst>
          </p:cNvPr>
          <p:cNvSpPr txBox="1"/>
          <p:nvPr/>
        </p:nvSpPr>
        <p:spPr>
          <a:xfrm>
            <a:off x="6369377" y="3905053"/>
            <a:ext cx="62531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t3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3B4FB4C4-97BC-8C3E-714E-337C957555B6}"/>
              </a:ext>
            </a:extLst>
          </p:cNvPr>
          <p:cNvCxnSpPr/>
          <p:nvPr/>
        </p:nvCxnSpPr>
        <p:spPr>
          <a:xfrm flipV="1">
            <a:off x="7032396" y="3893270"/>
            <a:ext cx="1244338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0770F1B-4C3D-0B78-15AC-2FEB24B8AFE8}"/>
              </a:ext>
            </a:extLst>
          </p:cNvPr>
          <p:cNvSpPr/>
          <p:nvPr/>
        </p:nvSpPr>
        <p:spPr>
          <a:xfrm>
            <a:off x="6369377" y="3073138"/>
            <a:ext cx="663019" cy="546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8B6B8E9A-6119-D3BC-1395-0B958FF3E2C7}"/>
              </a:ext>
            </a:extLst>
          </p:cNvPr>
          <p:cNvCxnSpPr/>
          <p:nvPr/>
        </p:nvCxnSpPr>
        <p:spPr>
          <a:xfrm flipV="1">
            <a:off x="7164371" y="2780907"/>
            <a:ext cx="1659118" cy="518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92BE18A-E59B-6D9C-58CA-BAC59B64AB5F}"/>
              </a:ext>
            </a:extLst>
          </p:cNvPr>
          <p:cNvSpPr/>
          <p:nvPr/>
        </p:nvSpPr>
        <p:spPr>
          <a:xfrm>
            <a:off x="8955464" y="1847654"/>
            <a:ext cx="2215299" cy="15813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X=8</a:t>
            </a:r>
          </a:p>
          <a:p>
            <a:pPr algn="ctr"/>
            <a:r>
              <a:rPr lang="en-US" dirty="0"/>
              <a:t>Y=9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FFD37FA-0D5B-D2F2-8389-51AFA57C9175}"/>
              </a:ext>
            </a:extLst>
          </p:cNvPr>
          <p:cNvSpPr txBox="1"/>
          <p:nvPr/>
        </p:nvSpPr>
        <p:spPr>
          <a:xfrm>
            <a:off x="6287678" y="1545996"/>
            <a:ext cx="74471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obj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7AFF69D9-4D02-4B32-5753-8DE3564D7566}"/>
              </a:ext>
            </a:extLst>
          </p:cNvPr>
          <p:cNvCxnSpPr>
            <a:cxnSpLocks/>
          </p:cNvCxnSpPr>
          <p:nvPr/>
        </p:nvCxnSpPr>
        <p:spPr>
          <a:xfrm>
            <a:off x="6881567" y="1730662"/>
            <a:ext cx="1866508" cy="42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F3BB7B0F-7C84-D15D-6F29-009AC60DA298}"/>
              </a:ext>
            </a:extLst>
          </p:cNvPr>
          <p:cNvSpPr/>
          <p:nvPr/>
        </p:nvSpPr>
        <p:spPr>
          <a:xfrm>
            <a:off x="8748075" y="3619893"/>
            <a:ext cx="2347273" cy="148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X=8</a:t>
            </a:r>
          </a:p>
          <a:p>
            <a:pPr algn="ctr"/>
            <a:r>
              <a:rPr lang="en-US" dirty="0"/>
              <a:t>Y=9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692BE18A-E59B-6D9C-58CA-BAC59B64AB5F}"/>
              </a:ext>
            </a:extLst>
          </p:cNvPr>
          <p:cNvSpPr/>
          <p:nvPr/>
        </p:nvSpPr>
        <p:spPr>
          <a:xfrm>
            <a:off x="8955464" y="293075"/>
            <a:ext cx="2107578" cy="983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X=0</a:t>
            </a:r>
            <a:endParaRPr lang="en-US" dirty="0"/>
          </a:p>
          <a:p>
            <a:pPr algn="ctr"/>
            <a:r>
              <a:rPr lang="en-US" dirty="0" smtClean="0"/>
              <a:t>Y=0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D37FA-0D5B-D2F2-8389-51AFA57C9175}"/>
              </a:ext>
            </a:extLst>
          </p:cNvPr>
          <p:cNvSpPr txBox="1"/>
          <p:nvPr/>
        </p:nvSpPr>
        <p:spPr>
          <a:xfrm>
            <a:off x="6216169" y="-8583"/>
            <a:ext cx="70850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t1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7AFF69D9-4D02-4B32-5753-8DE3564D7566}"/>
              </a:ext>
            </a:extLst>
          </p:cNvPr>
          <p:cNvCxnSpPr>
            <a:cxnSpLocks/>
          </p:cNvCxnSpPr>
          <p:nvPr/>
        </p:nvCxnSpPr>
        <p:spPr>
          <a:xfrm>
            <a:off x="6773846" y="176083"/>
            <a:ext cx="1866508" cy="42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99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1341E0-079F-41C9-A840-8C5A201B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89" y="0"/>
            <a:ext cx="9883219" cy="511568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 constructor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8963E0D-EB47-71A3-97D0-67FBFA1C9D5D}"/>
              </a:ext>
            </a:extLst>
          </p:cNvPr>
          <p:cNvSpPr txBox="1"/>
          <p:nvPr/>
        </p:nvSpPr>
        <p:spPr>
          <a:xfrm>
            <a:off x="141696" y="-313008"/>
            <a:ext cx="6811357" cy="7394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ConsoleApplicationthis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FirstName,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MiddleName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: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"1"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: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"2"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customer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mnm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fnm.Length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&lt;= 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6)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en-IN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//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Exception(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 ERRRR</a:t>
            </a:r>
            <a:r>
              <a:rPr lang="en-IN" sz="16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(“err”);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FirstName =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fnm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lnm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MiddleName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mnm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05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A458338-DAB8-682C-6646-503831F49666}"/>
              </a:ext>
            </a:extLst>
          </p:cNvPr>
          <p:cNvSpPr txBox="1"/>
          <p:nvPr/>
        </p:nvSpPr>
        <p:spPr>
          <a:xfrm>
            <a:off x="6953054" y="0"/>
            <a:ext cx="56592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display()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Console.WriteLine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(FirstName +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 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LastName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 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MiddleName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Program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static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Main(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string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[]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args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customer obj1 =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"vita"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obj1.display();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customer obj2 =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vidyasagar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"Nidhi"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customer obj3 =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Cdac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"2016"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"Juhu"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obj2.display(); obj3.display();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3313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1176</Words>
  <Application>Microsoft Office PowerPoint</Application>
  <PresentationFormat>Widescreen</PresentationFormat>
  <Paragraphs>328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Cascadia Mono</vt:lpstr>
      <vt:lpstr>Consolas</vt:lpstr>
      <vt:lpstr>Wingdings</vt:lpstr>
      <vt:lpstr>Office Theme</vt:lpstr>
      <vt:lpstr>PowerPoint Presentation</vt:lpstr>
      <vt:lpstr>Constructor overloading</vt:lpstr>
      <vt:lpstr>Why constructor overloading</vt:lpstr>
      <vt:lpstr>Code constructor overloading</vt:lpstr>
      <vt:lpstr>Have you seen this concept in .NET frame work</vt:lpstr>
      <vt:lpstr>Which of this code will compile</vt:lpstr>
      <vt:lpstr>Use of This key word</vt:lpstr>
      <vt:lpstr>Run and see the out put of both code</vt:lpstr>
      <vt:lpstr>PowerPoint Presentation</vt:lpstr>
      <vt:lpstr>Master constructor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 overloading</dc:title>
  <dc:creator>Sriram Mantri vidyanidhi infotech academy</dc:creator>
  <cp:lastModifiedBy>User</cp:lastModifiedBy>
  <cp:revision>48</cp:revision>
  <dcterms:created xsi:type="dcterms:W3CDTF">2020-07-22T04:51:44Z</dcterms:created>
  <dcterms:modified xsi:type="dcterms:W3CDTF">2024-04-13T05:33:04Z</dcterms:modified>
</cp:coreProperties>
</file>