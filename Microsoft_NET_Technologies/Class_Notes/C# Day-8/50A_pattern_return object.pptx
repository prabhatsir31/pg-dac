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5" r:id="rId3"/>
    <p:sldId id="276" r:id="rId4"/>
    <p:sldId id="277" r:id="rId5"/>
    <p:sldId id="274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8" d="100"/>
          <a:sy n="88" d="100"/>
        </p:scale>
        <p:origin x="-1282" y="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8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895DAE-8D40-48D8-9186-8F6E49074241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FD441-4FC9-4C6E-AD92-C68EB003C9E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50431CD-A3E6-442B-BD2B-DD2408C4D7A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806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05D7B965-42D1-4F1E-85FE-E4FD5F47E38B}"/>
              </a:ext>
            </a:extLst>
          </p:cNvPr>
          <p:cNvSpPr/>
          <p:nvPr userDrawn="1"/>
        </p:nvSpPr>
        <p:spPr>
          <a:xfrm>
            <a:off x="0" y="6567586"/>
            <a:ext cx="12192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/>
              <a:t>ketkiacharya</a:t>
            </a:r>
            <a:r>
              <a:rPr lang="en-IN" sz="1350" dirty="0"/>
              <a:t>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8239E79-767B-405D-BDE3-1AB5CB967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0"/>
            <a:ext cx="4800600" cy="6126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   string Para ; object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(string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p,Object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qry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=o;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Para=p;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Console.WriteLine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(“Value set”)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string para=“@p”;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=“Raj”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obj. Parameter.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(@p,pname);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B2E9FEB-4DDD-4CFE-9568-663AF0C0E1A7}"/>
              </a:ext>
            </a:extLst>
          </p:cNvPr>
          <p:cNvSpPr txBox="1"/>
          <p:nvPr/>
        </p:nvSpPr>
        <p:spPr>
          <a:xfrm>
            <a:off x="4191000" y="464820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obj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5C1B589-CDB8-4CEE-82DB-DDA1595CFA9A}"/>
              </a:ext>
            </a:extLst>
          </p:cNvPr>
          <p:cNvSpPr/>
          <p:nvPr/>
        </p:nvSpPr>
        <p:spPr>
          <a:xfrm>
            <a:off x="5867400" y="441960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Parameter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A5157B-B3B2-4104-8EFA-CBEED8FC07FF}"/>
              </a:ext>
            </a:extLst>
          </p:cNvPr>
          <p:cNvSpPr txBox="1"/>
          <p:nvPr/>
        </p:nvSpPr>
        <p:spPr>
          <a:xfrm>
            <a:off x="5329766" y="4006334"/>
            <a:ext cx="2065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dirty="0"/>
              <a:t>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E391607D-A3E8-4537-83A0-FE05D0D9878E}"/>
              </a:ext>
            </a:extLst>
          </p:cNvPr>
          <p:cNvCxnSpPr>
            <a:cxnSpLocks/>
          </p:cNvCxnSpPr>
          <p:nvPr/>
        </p:nvCxnSpPr>
        <p:spPr>
          <a:xfrm flipV="1">
            <a:off x="4876800" y="4832866"/>
            <a:ext cx="1219200" cy="439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F413BDD-B636-46D1-D46D-18B7041092E8}"/>
              </a:ext>
            </a:extLst>
          </p:cNvPr>
          <p:cNvSpPr txBox="1"/>
          <p:nvPr/>
        </p:nvSpPr>
        <p:spPr>
          <a:xfrm>
            <a:off x="4037772" y="81290"/>
            <a:ext cx="609765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cmd.Parameters.AddWithValue(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"@ProductName"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, pname + 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"%"</a:t>
            </a:r>
            <a:r>
              <a:rPr kumimoji="0" lang="nl-NL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Cascadia Mono" panose="020B0609020000020004" pitchFamily="49" charset="0"/>
                <a:ea typeface="+mn-ea"/>
                <a:cs typeface="+mn-cs"/>
              </a:rPr>
              <a:t>);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DF42F1FD-62CC-324A-1F98-1FA45864C46F}"/>
              </a:ext>
            </a:extLst>
          </p:cNvPr>
          <p:cNvSpPr txBox="1"/>
          <p:nvPr/>
        </p:nvSpPr>
        <p:spPr>
          <a:xfrm>
            <a:off x="7162800" y="4488850"/>
            <a:ext cx="2133600" cy="2308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</a:t>
            </a:r>
            <a:endParaRPr lang="en-IN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3BCCCD8E-24DC-B12A-5171-1B0E37A6A685}"/>
              </a:ext>
            </a:extLst>
          </p:cNvPr>
          <p:cNvSpPr txBox="1"/>
          <p:nvPr/>
        </p:nvSpPr>
        <p:spPr>
          <a:xfrm>
            <a:off x="5677314" y="2758237"/>
            <a:ext cx="1905000" cy="46166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endParaRPr lang="en-IN" sz="12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DAF7D3D8-25A4-7BFD-FEFA-A6C553740822}"/>
              </a:ext>
            </a:extLst>
          </p:cNvPr>
          <p:cNvCxnSpPr>
            <a:cxnSpLocks/>
          </p:cNvCxnSpPr>
          <p:nvPr/>
        </p:nvCxnSpPr>
        <p:spPr>
          <a:xfrm flipV="1">
            <a:off x="1905000" y="3276600"/>
            <a:ext cx="4114800" cy="2590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223FA6EB-6AC7-2B24-EEB5-DAD4DF3767B9}"/>
              </a:ext>
            </a:extLst>
          </p:cNvPr>
          <p:cNvSpPr txBox="1"/>
          <p:nvPr/>
        </p:nvSpPr>
        <p:spPr>
          <a:xfrm>
            <a:off x="7086600" y="2412547"/>
            <a:ext cx="2438400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(string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p,Object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o)</a:t>
            </a:r>
          </a:p>
        </p:txBody>
      </p:sp>
    </p:spTree>
    <p:extLst>
      <p:ext uri="{BB962C8B-B14F-4D97-AF65-F5344CB8AC3E}">
        <p14:creationId xmlns:p14="http://schemas.microsoft.com/office/powerpoint/2010/main" val="1173118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F5279D-4978-4430-A71D-90690F3B6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3962400" cy="5592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Cmdsql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Cmdsql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Cmdsql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EFD0E8-29D0-41B4-BCCF-9BFA6EF2D56C}"/>
              </a:ext>
            </a:extLst>
          </p:cNvPr>
          <p:cNvSpPr txBox="1"/>
          <p:nvPr/>
        </p:nvSpPr>
        <p:spPr>
          <a:xfrm>
            <a:off x="3886200" y="746585"/>
            <a:ext cx="52578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factory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Parameters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sqlcmd.Parameters.AddWithValue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("@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pname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SqlDbType.VarChar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).Value =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e.Name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factory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factory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obj.Parameters.AddWithValue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().Value =5;</a:t>
            </a: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14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F5279D-4978-4430-A71D-90690F3B6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533400"/>
            <a:ext cx="3962400" cy="55927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SqlParameter</a:t>
            </a: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AddWithValue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</a:t>
            </a:r>
            <a:r>
              <a:rPr lang="en-IN" sz="12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nm,SQLType</a:t>
            </a:r>
            <a:r>
              <a:rPr lang="en-IN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t)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SqlParameter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nm,t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SqlParameter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parameter;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</a:t>
            </a:r>
            <a:r>
              <a:rPr lang="en-IN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SqlParameter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nm,t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){ parameter=nm;}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EFD0E8-29D0-41B4-BCCF-9BFA6EF2D56C}"/>
              </a:ext>
            </a:extLst>
          </p:cNvPr>
          <p:cNvSpPr txBox="1"/>
          <p:nvPr/>
        </p:nvSpPr>
        <p:spPr>
          <a:xfrm>
            <a:off x="3886200" y="746585"/>
            <a:ext cx="5257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Parameters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CommandCollection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sqlcmd.Parameters.AddWithValue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("@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pname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",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SqlDbType.VarChar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).Value =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e.Name</a:t>
            </a:r>
            <a:r>
              <a:rPr lang="en-IN" sz="1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Mysqlcommand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sqlcmd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ysqlcommand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4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sqlcmd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Parameters.AddWithValue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(@p,SQLType t ).Value =5;</a:t>
            </a: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206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2E67A9-9CC2-4494-AC10-03CB25956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" y="127819"/>
            <a:ext cx="4073013" cy="71111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System;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System.Collections.Generic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System.Linq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interface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IProductRESTService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ProductRESTService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: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IProductRESTService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.Instance.ProductList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.Instance.GetProduct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(id);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  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endParaRPr lang="en-IN" sz="1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Name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Price {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ToString</a:t>
            </a: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.Format (</a:t>
            </a:r>
            <a:r>
              <a:rPr lang="en-US" sz="1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"{0}{1}{2}"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 Name , </a:t>
            </a:r>
            <a:r>
              <a:rPr lang="en-US" sz="1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,Price  );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1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8545F90-4B5F-4333-B4F4-3B7470173F59}"/>
              </a:ext>
            </a:extLst>
          </p:cNvPr>
          <p:cNvSpPr txBox="1"/>
          <p:nvPr/>
        </p:nvSpPr>
        <p:spPr>
          <a:xfrm>
            <a:off x="4311445" y="152400"/>
            <a:ext cx="4953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readonly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en-US" sz="9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instance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Productscoll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Instance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{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en-IN" sz="9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instance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products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id)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result= (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products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where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r.ProductId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id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r).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&gt;().First&lt;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&gt;();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result;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</a:t>
            </a:r>
            <a:r>
              <a:rPr lang="en-US" sz="900" dirty="0">
                <a:solidFill>
                  <a:srgbClr val="0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products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1,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"TV"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"Category 1"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Price=10},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2,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"LCD"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"Category 2"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Price=5},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3,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"Projector"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"Category 3"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Price=15},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  <a:r>
              <a:rPr lang="en-US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{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ProductId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4, Name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"LED"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CategoryName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9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"Category 1"</a:t>
            </a:r>
            <a:r>
              <a:rPr lang="en-US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Price=9}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}; 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ProductRESTService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ProductRESTService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foreach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 </a:t>
            </a:r>
            <a:r>
              <a:rPr lang="en-IN" sz="9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ob.GetProductList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IN" sz="9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(x);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var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pobj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IN" sz="9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ob.GetProduct</a:t>
            </a: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(3))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IN" sz="9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9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-Trebuchet MS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2117</TotalTime>
  <Words>743</Words>
  <Application>Microsoft Office PowerPoint</Application>
  <PresentationFormat>On-screen Show (4:3)</PresentationFormat>
  <Paragraphs>214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at Buffalo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Theory</dc:creator>
  <cp:lastModifiedBy>DELL</cp:lastModifiedBy>
  <cp:revision>88</cp:revision>
  <dcterms:created xsi:type="dcterms:W3CDTF">2012-05-23T09:27:36Z</dcterms:created>
  <dcterms:modified xsi:type="dcterms:W3CDTF">2025-04-14T07:39:21Z</dcterms:modified>
</cp:coreProperties>
</file>